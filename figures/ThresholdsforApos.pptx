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21396325" cy="15087600"/>
  <p:notesSz cx="6858000" cy="9144000"/>
  <p:defaultTextStyle>
    <a:defPPr>
      <a:defRPr lang="en-US"/>
    </a:defPPr>
    <a:lvl1pPr marL="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4452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48904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3356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297808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72260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46712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21164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5956164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38" d="100"/>
          <a:sy n="38" d="100"/>
        </p:scale>
        <p:origin x="-1291" y="-62"/>
      </p:cViewPr>
      <p:guideLst>
        <p:guide orient="horz" pos="4753"/>
        <p:guide pos="67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725" y="4686943"/>
            <a:ext cx="18186876" cy="323405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09449" y="8549640"/>
            <a:ext cx="14977428" cy="38557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44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89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2335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780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7226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4671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2116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9561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0163" y="9695184"/>
            <a:ext cx="18186876" cy="2996565"/>
          </a:xfrm>
        </p:spPr>
        <p:txBody>
          <a:bodyPr anchor="t"/>
          <a:lstStyle>
            <a:lvl1pPr algn="l">
              <a:defRPr sz="65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90163" y="6394774"/>
            <a:ext cx="18186876" cy="3300412"/>
          </a:xfrm>
        </p:spPr>
        <p:txBody>
          <a:bodyPr anchor="b"/>
          <a:lstStyle>
            <a:lvl1pPr marL="0" indent="0">
              <a:buNone/>
              <a:defRPr sz="3300">
                <a:solidFill>
                  <a:schemeClr val="tx1">
                    <a:tint val="75000"/>
                  </a:schemeClr>
                </a:solidFill>
              </a:defRPr>
            </a:lvl1pPr>
            <a:lvl2pPr marL="74452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48904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3pPr>
            <a:lvl4pPr marL="223356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4pPr>
            <a:lvl5pPr marL="297808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5pPr>
            <a:lvl6pPr marL="372260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6pPr>
            <a:lvl7pPr marL="446712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7pPr>
            <a:lvl8pPr marL="521164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8pPr>
            <a:lvl9pPr marL="595616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8974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7985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22" y="3377250"/>
            <a:ext cx="9453759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22" y="4784726"/>
            <a:ext cx="9453759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69041" y="3377250"/>
            <a:ext cx="9457475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69041" y="4784726"/>
            <a:ext cx="9457475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23" y="600711"/>
            <a:ext cx="7039244" cy="2556510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5371" y="600717"/>
            <a:ext cx="11961138" cy="12876850"/>
          </a:xfrm>
        </p:spPr>
        <p:txBody>
          <a:bodyPr/>
          <a:lstStyle>
            <a:lvl1pPr>
              <a:defRPr sz="5200"/>
            </a:lvl1pPr>
            <a:lvl2pPr>
              <a:defRPr sz="4500"/>
            </a:lvl2pPr>
            <a:lvl3pPr>
              <a:defRPr sz="4000"/>
            </a:lvl3pPr>
            <a:lvl4pPr>
              <a:defRPr sz="3300"/>
            </a:lvl4pPr>
            <a:lvl5pPr>
              <a:defRPr sz="3300"/>
            </a:lvl5pPr>
            <a:lvl6pPr>
              <a:defRPr sz="3300"/>
            </a:lvl6pPr>
            <a:lvl7pPr>
              <a:defRPr sz="3300"/>
            </a:lvl7pPr>
            <a:lvl8pPr>
              <a:defRPr sz="3300"/>
            </a:lvl8pPr>
            <a:lvl9pPr>
              <a:defRPr sz="3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9823" y="3157224"/>
            <a:ext cx="7039244" cy="10320338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3829" y="10561320"/>
            <a:ext cx="12837795" cy="1246825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193829" y="1348106"/>
            <a:ext cx="12837795" cy="9052560"/>
          </a:xfrm>
        </p:spPr>
        <p:txBody>
          <a:bodyPr/>
          <a:lstStyle>
            <a:lvl1pPr marL="0" indent="0">
              <a:buNone/>
              <a:defRPr sz="5200"/>
            </a:lvl1pPr>
            <a:lvl2pPr marL="744520" indent="0">
              <a:buNone/>
              <a:defRPr sz="4500"/>
            </a:lvl2pPr>
            <a:lvl3pPr marL="1489040" indent="0">
              <a:buNone/>
              <a:defRPr sz="4000"/>
            </a:lvl3pPr>
            <a:lvl4pPr marL="2233562" indent="0">
              <a:buNone/>
              <a:defRPr sz="3300"/>
            </a:lvl4pPr>
            <a:lvl5pPr marL="2978082" indent="0">
              <a:buNone/>
              <a:defRPr sz="3300"/>
            </a:lvl5pPr>
            <a:lvl6pPr marL="3722602" indent="0">
              <a:buNone/>
              <a:defRPr sz="3300"/>
            </a:lvl6pPr>
            <a:lvl7pPr marL="4467122" indent="0">
              <a:buNone/>
              <a:defRPr sz="3300"/>
            </a:lvl7pPr>
            <a:lvl8pPr marL="5211642" indent="0">
              <a:buNone/>
              <a:defRPr sz="3300"/>
            </a:lvl8pPr>
            <a:lvl9pPr marL="5956164" indent="0">
              <a:buNone/>
              <a:defRPr sz="3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93829" y="11808145"/>
            <a:ext cx="12837795" cy="1770696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805030" y="604210"/>
            <a:ext cx="5215356" cy="12873356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8974" y="604210"/>
            <a:ext cx="15289459" cy="12873356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  <a:prstGeom prst="rect">
            <a:avLst/>
          </a:prstGeom>
        </p:spPr>
        <p:txBody>
          <a:bodyPr vert="horz" lIns="148903" tIns="74452" rIns="148903" bIns="74452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16" y="3520444"/>
            <a:ext cx="19256693" cy="9957118"/>
          </a:xfrm>
          <a:prstGeom prst="rect">
            <a:avLst/>
          </a:prstGeom>
        </p:spPr>
        <p:txBody>
          <a:bodyPr vert="horz" lIns="148903" tIns="74452" rIns="148903" bIns="74452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9816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l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10411" y="13983977"/>
            <a:ext cx="6775503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ct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334033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489040" rtl="0" eaLnBrk="1" latinLnBrk="0" hangingPunct="1">
        <a:spcBef>
          <a:spcPct val="0"/>
        </a:spcBef>
        <a:buNone/>
        <a:defRPr sz="7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8390" indent="-558390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5200" kern="1200">
          <a:solidFill>
            <a:schemeClr val="tx1"/>
          </a:solidFill>
          <a:latin typeface="+mn-lt"/>
          <a:ea typeface="+mn-ea"/>
          <a:cs typeface="+mn-cs"/>
        </a:defRPr>
      </a:lvl1pPr>
      <a:lvl2pPr marL="1209845" indent="-465325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186130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260582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3300" kern="1200">
          <a:solidFill>
            <a:schemeClr val="tx1"/>
          </a:solidFill>
          <a:latin typeface="+mn-lt"/>
          <a:ea typeface="+mn-ea"/>
          <a:cs typeface="+mn-cs"/>
        </a:defRPr>
      </a:lvl4pPr>
      <a:lvl5pPr marL="335034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»"/>
        <a:defRPr sz="3300" kern="1200">
          <a:solidFill>
            <a:schemeClr val="tx1"/>
          </a:solidFill>
          <a:latin typeface="+mn-lt"/>
          <a:ea typeface="+mn-ea"/>
          <a:cs typeface="+mn-cs"/>
        </a:defRPr>
      </a:lvl5pPr>
      <a:lvl6pPr marL="409486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6pPr>
      <a:lvl7pPr marL="483938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7pPr>
      <a:lvl8pPr marL="558390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8pPr>
      <a:lvl9pPr marL="632842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4452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48904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23356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297808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72260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46712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21164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5956164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468563" y="1143000"/>
            <a:ext cx="16459200" cy="12801600"/>
            <a:chOff x="2468563" y="1143000"/>
            <a:chExt cx="16459200" cy="12801600"/>
          </a:xfrm>
        </p:grpSpPr>
        <p:sp>
          <p:nvSpPr>
            <p:cNvPr id="3" name="rc3"/>
            <p:cNvSpPr/>
            <p:nvPr/>
          </p:nvSpPr>
          <p:spPr>
            <a:xfrm>
              <a:off x="2468562" y="1143000"/>
              <a:ext cx="16459200" cy="12801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468562" y="1143000"/>
              <a:ext cx="4937759" cy="25603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897501" y="1440278"/>
              <a:ext cx="4439232" cy="18531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897501" y="28641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897501" y="243286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97501" y="200156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501" y="157026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12066" y="144027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72859" y="144027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33651" y="144027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94444" y="144027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97501" y="307980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97501" y="264851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97501" y="221721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897501" y="178591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81669" y="144027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42462" y="144027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03255" y="144027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464048" y="144027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260950" y="3030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39515" y="3074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373846" y="3007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433152" y="2967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219508" y="3022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11648" y="3043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200215" y="3057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185210" y="3054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222366" y="3041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89022" y="2921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718219" y="2515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17539" y="2507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811108" y="2500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496031" y="3053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16106" y="2805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225939" y="3043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898995" y="2176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159487" y="3055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31621" y="3077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54520" y="3039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98072" y="3060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74527" y="3055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241658" y="3028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245231" y="3053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38496" y="2126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444212" y="2119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618558" y="2216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859727" y="2940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34581" y="287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238086" y="3077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858298" y="2791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879019" y="2482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279156" y="2763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279156" y="2816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58127" y="3071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233798" y="3062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020496" y="1881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020496" y="18652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85381" y="2249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298106" y="3044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967248" y="2836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90318" y="2748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958332" y="2948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208417" y="2817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94499" y="3102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194499" y="3073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65952" y="3054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243087" y="3054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437439" y="2988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88954" y="2917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216650" y="3068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895453" y="2855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678951" y="3034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128390" y="2970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49860" y="2932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228424" y="2927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70274" y="2974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298821" y="3055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240944" y="3045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70205" y="3039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178065" y="3032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52342" y="3048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53805" y="3016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30226" y="3048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303822" y="3040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158058" y="3103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24509" y="3100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244516" y="3107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0431" y="1723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767552" y="1563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767552" y="1565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132677" y="2177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913316" y="2463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02667" y="2327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19033" y="2286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003347" y="2218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243087" y="3074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34547" y="3045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211990" y="2403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83511" y="2392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253091" y="3014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432438" y="2944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251662" y="3089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244516" y="3068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219508" y="3084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37542" y="2343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706817" y="2348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870072" y="2905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118014" y="3166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87289" y="2845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42308" y="2823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123730" y="2829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831145" y="2916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257378" y="3034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44482" y="3035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307395" y="3088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245231" y="3112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247374" y="3048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174492" y="3092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51662" y="3119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607498" y="1908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238086" y="302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05932" y="3017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229511" y="3077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9511" y="3114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94533" y="3054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551764" y="3011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753262" y="3006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44007" y="2969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64048" y="2921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322028" y="2644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322028" y="2524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267381" y="3067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331689" y="3097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266667" y="3075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290961" y="3072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214506" y="30932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181638" y="3058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189497" y="3055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6133361" y="2325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6144794" y="2286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310968" y="304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733969" y="2060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761121" y="1962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761121" y="1961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436010" y="3009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829002" y="2980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25224" y="3038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196643" y="3029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203788" y="3063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293819" y="3077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295248" y="3041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398855" y="3087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21720" y="3062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253805" y="3073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308109" y="3077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152342" y="3039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240229" y="3127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82386" y="3063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235942" y="3055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324544" y="3069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400998" y="3063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170205" y="3066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208790" y="3101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248431" y="2739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248431" y="2741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28390" y="2379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2646" y="2564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408113" y="2616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390250" y="2623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13320" y="2609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13320" y="2598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208790" y="3047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184496" y="3136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5016551" y="2517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751460" y="2124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855782" y="2082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735026" y="2036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975823" y="2513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960103" y="2487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346322" y="2772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471364" y="2728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156629" y="3042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111614" y="3063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58944" y="2738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610356" y="2565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376704" y="3034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385279" y="3016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466021" y="3020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558909" y="3000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686810" y="2955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75446" y="2942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317398" y="3066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216277" y="2763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827542" y="2156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266264" y="1892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748260" y="2966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038359" y="2944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190212" y="3069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457446" y="2996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170175" y="2405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67997" y="2540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255949" y="3044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261665" y="3127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41525" y="2594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967963" y="2536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581060" y="2942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690383" y="2909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280243" y="2729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616414" y="2523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34311" y="2364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032985" y="2355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5161600" y="2393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5239484" y="2386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228797" y="3065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228797" y="3050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260236" y="3035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222366" y="3054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230940" y="3015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746831" y="2137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7110124" y="2475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229511" y="3031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518181" y="2919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881163" y="2843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156257" y="2790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196270" y="2747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6674" y="3113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240944" y="3056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235942" y="3069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89737" y="3010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43057" y="2014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5883990" y="2031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201242" y="2139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188783" y="3048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259521" y="3048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202359" y="3099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178780" y="3092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283815" y="3012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511751" y="2996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990486" y="3064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3542475" y="2976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85925" y="3080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187354" y="3088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259521" y="3058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138766" y="3067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144482" y="3083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162345" y="3103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296677" y="3034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392424" y="3030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392424" y="3046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358127" y="3023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253805" y="3040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261665" y="3055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327402" y="3071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322400" y="3124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223795" y="3040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245231" y="3046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079802" y="2469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892595" y="2437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950472" y="2549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934038" y="2571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059795" y="2598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521009" y="2477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73097" y="3065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140195" y="3053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192356" y="3055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308824" y="3122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353839" y="3050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229511" y="3042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82352" y="3067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784671" y="2268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631761" y="2322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266667" y="3045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218793" y="3055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223795" y="3053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288817" y="3114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650711" y="2879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79528" y="3055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216650" y="3060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57378" y="3041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475652" y="2713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23559" y="2686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315969" y="3036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318113" y="3040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249518" y="3056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283101" y="3032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233084" y="2950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417402" y="2775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26041" y="3023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204503" y="3054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592120" y="2374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554622" y="1499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622503" y="2915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580345" y="2852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564626" y="2587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216650" y="3044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77385" y="3083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275241" y="3052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78780" y="3084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743973" y="2759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870445" y="2697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989057" y="2685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6978" y="2637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214848" y="2529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103381" y="2084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10595" y="2187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258092" y="3086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62380" y="3081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9518" y="3076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185925" y="3035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210933" y="3030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218793" y="3046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914745" y="1932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961190" y="1912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961190" y="2026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290961" y="3084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074458" y="3007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230226" y="30295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193785" y="3054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199501" y="3040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07361" y="3043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788988" y="2907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754691" y="2839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9084" y="2613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250575" y="2506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192698" y="2556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1245" y="2608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230226" y="3047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238086" y="3079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283815" y="3069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304537" y="3061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293104" y="3075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84804" y="2815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232369" y="3044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233798" y="3059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250947" y="305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28797" y="3022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646797" y="2417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664660" y="2218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519610" y="2011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23115" y="3052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828287" y="2280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360612" y="2391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4182694" y="2324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399569" y="3026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239515" y="3046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269525" y="3062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217364" y="3073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395997" y="3035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250202" y="2387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230195" y="2316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224479" y="2272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149453" y="25624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08824" y="3053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3314540" y="3060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12264" y="2386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240229" y="3096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534615" y="2953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94636" y="2876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479597" y="2830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556051" y="2777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761806" y="2668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6132647" y="2669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947583" y="2698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6872" y="2695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5956158" y="2750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288103" y="3049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290961" y="3040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707532" y="2792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703959" y="2646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3280957" y="3060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264523" y="3062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234513" y="3066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3270239" y="3064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220937" y="3017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234513" y="2924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276670" y="2938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10253" y="3052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266667" y="3046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285959" y="3056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279528" y="3091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263809" y="3117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271668" y="3126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23183" y="2760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98923" y="2703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626075" y="2701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304537" y="3048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340978" y="3090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25258" y="3085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228797" y="3053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356698" y="3064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329545" y="3024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241658" y="3077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40229" y="3078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90961" y="3065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412431" y="2918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350981" y="3028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66667" y="3088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242373" y="3088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041217" y="2064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046219" y="1987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106954" y="2060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111956" y="2274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336318" y="2617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653570" y="2650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215221" y="3055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222366" y="3060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288817" y="3059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258807" y="3073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266667" y="3050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285959" y="3043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213077" y="3081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195214" y="3061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403142" y="3043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271668" y="3129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200215" y="3070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264523" y="307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752547" y="2121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3865443" y="2171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786845" y="2677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5135877" y="2604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225224" y="3061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228797" y="3084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1668" y="3123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777556" y="2804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262380" y="3059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274527" y="30109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256663" y="3034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75921" y="3042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207361" y="3055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270239" y="3098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180551" y="1987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3346694" y="3016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956530" y="2619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737512" y="2469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5443125" y="2570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5500288" y="2565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679665" y="2775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401713" y="3004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68776" y="3054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161631" y="3036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178065" y="3058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211648" y="3063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08075" y="3053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800048" y="2441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777183" y="2407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220937" y="3046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304537" y="3065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203074" y="3069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3235227" y="3084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531757" y="2861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613214" y="2791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78985" y="2734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349894" y="2478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146626" y="3074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382421" y="3072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343836" y="3053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475652" y="2903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218793" y="3075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644653" y="2325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074428" y="2873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223795" y="3050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192356" y="3052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232369" y="3023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787559" y="2912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3283815" y="3067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270954" y="3043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090178" y="3052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106612" y="3098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290961" y="3108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206646" y="3066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243087" y="3073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3235942" y="3071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561768" y="3042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250947" y="3059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175207" y="3064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204503" y="3034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221651" y="3029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194499" y="3060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227368" y="3069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278099" y="3089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4026212" y="3039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463505" y="2916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573200" y="2796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3533901" y="2666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261665" y="3045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244516" y="3046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831860" y="2803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799706" y="2938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148055" y="2964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50369" y="294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245231" y="3056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149484" y="3051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3180923" y="3109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90216" y="2405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255234" y="3103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204503" y="3121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225224" y="3078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3646082" y="2970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318113" y="3075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250233" y="3057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195928" y="3047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3138766" y="3057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3235942" y="3049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271668" y="3063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460274" y="2604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737542" y="2139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928322" y="1810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236656" y="3060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255949" y="3076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231655" y="3055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3261665" y="3056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170205" y="3054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184496" y="3032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320971" y="3047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303822" y="2966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02427" y="2874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3742544" y="2825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876161" y="2677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19033" y="2569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3866157" y="2869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3238800" y="3075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3209504" y="3076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008349" y="2645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284872" y="2673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815426" y="2104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815426" y="1938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113385" y="2826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519952" y="1974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4923662" y="2191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23662" y="2194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606411" y="2301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891166" y="2797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933323" y="2820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904742" y="2702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896168" y="2672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912602" y="2485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894024" y="2363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038359" y="2350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5909713" y="1806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6249830" y="1624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267381" y="3046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255949" y="3033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3303822" y="3013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3353125" y="3027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175921" y="3047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255234" y="3049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245231" y="3044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63368" y="2616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308109" y="3038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399569" y="3015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53296" y="2975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566769" y="2210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13791" y="3030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577487" y="2947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3917604" y="2888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429207" y="2208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235227" y="3050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3751118" y="2958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733255" y="2949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033357" y="2936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244858" y="2162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3656800" y="2924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773983" y="2761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238086" y="30432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215935" y="3064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219508" y="3066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330260" y="3052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285244" y="3108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189497" y="3088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3298106" y="3103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203074" y="3067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687525" y="2975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185552" y="2916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644281" y="2913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3178065" y="3058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216650" y="3071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269525" y="3048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33084" y="3020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134821" y="2409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134821" y="2413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4159115" y="2381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832917" y="2344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890793" y="2264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308794" y="2318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307395" y="3082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235227" y="3070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312397" y="3064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507805" y="2322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964048" y="2124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015494" y="2211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011922" y="2258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574257" y="2687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088376" y="2554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3959046" y="2501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3961190" y="2508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3220937" y="3073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4009063" y="2931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854352" y="2510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854352" y="2423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831145" y="2789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342407" y="3002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321313" y="2910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3411716" y="3053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267381" y="3069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59556" y="3052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148769" y="3047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3129477" y="3040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3310253" y="3031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83067" y="3056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722164" y="22984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585689" y="2182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984397" y="2020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984397" y="2050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009063" y="2652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348465" y="2438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3416003" y="3044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506749" y="3011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533901" y="2993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314540" y="3069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3804708" y="2629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3543904" y="2846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038359" y="2791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286674" y="3033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227368" y="3044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3233798" y="3063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3233798" y="3063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3223795" y="3096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917604" y="2835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237371" y="3053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3278099" y="3080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295962" y="3084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90280" y="2966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733969" y="2897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202701" y="2873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281672" y="3021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01952" y="2493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93378" y="2605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731453" y="2180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4802192" y="2298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6405597" y="2173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58267" y="2429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574599" y="2379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5762520" y="2535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193382" y="2595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193382" y="2491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273097" y="3061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3253805" y="3080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289532" y="3070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223795" y="3057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123046" y="3063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11648" y="3071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339549" y="3029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257378" y="3060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279528" y="3090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254520" y="2449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272383" y="3050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319542" y="3033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3239515" y="3049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518181" y="2838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67381" y="3040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10253" y="3034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262380" y="3051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4710017" y="2866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534615" y="2954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3822571" y="2929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62687" y="2898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641080" y="2818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186639" y="3041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211648" y="30332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893310" y="2893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198072" y="3058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198072" y="3107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3164489" y="3058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107327" y="3069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140195" y="3105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166633" y="3084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295962" y="3039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224509" y="3045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928664" y="2771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5207330" y="2678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075857" y="2663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865443" y="2863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98106" y="3009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5489570" y="1938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5816824" y="1829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816824" y="1906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3271668" y="3077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559252" y="2812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728595" y="2729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369559" y="3057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466021" y="2977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849723" y="2726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247002" y="2945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766123" y="2954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3288817" y="3006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360270" y="3040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334547" y="3046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7011519" y="2637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228797" y="3104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177350" y="3089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4824342" y="2501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4696441" y="2419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696441" y="2354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723593" y="2305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5148739" y="2294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3578202" y="2969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3270239" y="3059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579631" y="2976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834004" y="2833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844007" y="2770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255234" y="3080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235942" y="3084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3252376" y="3056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225224" y="3059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290961" y="3067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263809" y="3071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361699" y="3036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337405" y="3020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3374561" y="3010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322370" y="2543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115156" y="2550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235227" y="3027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3263809" y="3068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315255" y="3046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3498889" y="3051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158058" y="3060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184496" y="3044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12362" y="3047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15221" y="3041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3218793" y="3087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270954" y="3036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67381" y="3086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230226" y="3107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262380" y="3085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3268096" y="3102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228082" y="3048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166633" y="3072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3252376" y="3100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203074" y="3078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195928" y="3114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268096" y="3082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416003" y="3120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251662" y="3062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723251" y="2893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889737" y="276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132677" y="2774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3255949" y="3075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232369" y="3098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3236656" y="3081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318455" y="2566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3264523" y="3045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3265238" y="3047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286674" y="3115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3266667" y="3074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3290246" y="3021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3248089" y="3054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3311682" y="3059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3280243" y="3032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315255" y="3060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316684" y="3046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199501" y="3065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4808623" y="2678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816110" y="1958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193785" y="3045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132335" y="3049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268096" y="3050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3278099" y="3039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273812" y="3039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298821" y="3039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4482082" y="2801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5410257" y="2624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4494229" y="2602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4837918" y="2573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218079" y="3085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192356" y="3137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492458" y="2905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300964" y="3082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3470177" y="144027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2897501" y="300316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2897501" y="1463338"/>
              <a:ext cx="649366" cy="386376"/>
            </a:xfrm>
            <a:custGeom>
              <a:avLst/>
              <a:pathLst>
                <a:path w="649366" h="386376">
                  <a:moveTo>
                    <a:pt x="0" y="386376"/>
                  </a:moveTo>
                  <a:lnTo>
                    <a:pt x="624130" y="386376"/>
                  </a:lnTo>
                  <a:lnTo>
                    <a:pt x="623114" y="386356"/>
                  </a:lnTo>
                  <a:lnTo>
                    <a:pt x="627172" y="386192"/>
                  </a:lnTo>
                  <a:lnTo>
                    <a:pt x="631151" y="385380"/>
                  </a:lnTo>
                  <a:lnTo>
                    <a:pt x="634948" y="383939"/>
                  </a:lnTo>
                  <a:lnTo>
                    <a:pt x="638466" y="381909"/>
                  </a:lnTo>
                  <a:lnTo>
                    <a:pt x="641612" y="379340"/>
                  </a:lnTo>
                  <a:lnTo>
                    <a:pt x="644305" y="376300"/>
                  </a:lnTo>
                  <a:lnTo>
                    <a:pt x="646476" y="372867"/>
                  </a:lnTo>
                  <a:lnTo>
                    <a:pt x="648068" y="369131"/>
                  </a:lnTo>
                  <a:lnTo>
                    <a:pt x="649040" y="365188"/>
                  </a:lnTo>
                  <a:lnTo>
                    <a:pt x="649366" y="361139"/>
                  </a:lnTo>
                  <a:lnTo>
                    <a:pt x="649366" y="25236"/>
                  </a:lnTo>
                  <a:lnTo>
                    <a:pt x="649040" y="21188"/>
                  </a:lnTo>
                  <a:lnTo>
                    <a:pt x="648068" y="17245"/>
                  </a:lnTo>
                  <a:lnTo>
                    <a:pt x="646476" y="13508"/>
                  </a:lnTo>
                  <a:lnTo>
                    <a:pt x="644305" y="10075"/>
                  </a:lnTo>
                  <a:lnTo>
                    <a:pt x="641612" y="7035"/>
                  </a:lnTo>
                  <a:lnTo>
                    <a:pt x="638466" y="4467"/>
                  </a:lnTo>
                  <a:lnTo>
                    <a:pt x="634948" y="2436"/>
                  </a:lnTo>
                  <a:lnTo>
                    <a:pt x="631151" y="996"/>
                  </a:lnTo>
                  <a:lnTo>
                    <a:pt x="627172" y="184"/>
                  </a:lnTo>
                  <a:lnTo>
                    <a:pt x="6241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tx783"/>
            <p:cNvSpPr/>
            <p:nvPr/>
          </p:nvSpPr>
          <p:spPr>
            <a:xfrm>
              <a:off x="2632093" y="1503756"/>
              <a:ext cx="872713" cy="10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784" name="tx784"/>
            <p:cNvSpPr/>
            <p:nvPr/>
          </p:nvSpPr>
          <p:spPr>
            <a:xfrm>
              <a:off x="2896960" y="1676076"/>
              <a:ext cx="607846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 (3.2%)</a:t>
              </a:r>
            </a:p>
          </p:txBody>
        </p:sp>
        <p:sp>
          <p:nvSpPr>
            <p:cNvPr id="785" name="pg785"/>
            <p:cNvSpPr/>
            <p:nvPr/>
          </p:nvSpPr>
          <p:spPr>
            <a:xfrm>
              <a:off x="2897501" y="3016008"/>
              <a:ext cx="649366" cy="277422"/>
            </a:xfrm>
            <a:custGeom>
              <a:avLst/>
              <a:pathLst>
                <a:path w="649366" h="277422">
                  <a:moveTo>
                    <a:pt x="649366" y="277422"/>
                  </a:moveTo>
                  <a:lnTo>
                    <a:pt x="649366" y="25236"/>
                  </a:lnTo>
                  <a:lnTo>
                    <a:pt x="649040" y="21188"/>
                  </a:lnTo>
                  <a:lnTo>
                    <a:pt x="648068" y="17245"/>
                  </a:lnTo>
                  <a:lnTo>
                    <a:pt x="646476" y="13508"/>
                  </a:lnTo>
                  <a:lnTo>
                    <a:pt x="644305" y="10075"/>
                  </a:lnTo>
                  <a:lnTo>
                    <a:pt x="641612" y="7035"/>
                  </a:lnTo>
                  <a:lnTo>
                    <a:pt x="638466" y="4467"/>
                  </a:lnTo>
                  <a:lnTo>
                    <a:pt x="634948" y="2436"/>
                  </a:lnTo>
                  <a:lnTo>
                    <a:pt x="631151" y="996"/>
                  </a:lnTo>
                  <a:lnTo>
                    <a:pt x="627172" y="184"/>
                  </a:lnTo>
                  <a:lnTo>
                    <a:pt x="624130" y="0"/>
                  </a:lnTo>
                  <a:lnTo>
                    <a:pt x="0" y="0"/>
                  </a:lnTo>
                  <a:lnTo>
                    <a:pt x="0" y="277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tx786"/>
            <p:cNvSpPr/>
            <p:nvPr/>
          </p:nvSpPr>
          <p:spPr>
            <a:xfrm>
              <a:off x="2624220" y="3028564"/>
              <a:ext cx="880586" cy="129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787" name="tx787"/>
            <p:cNvSpPr/>
            <p:nvPr/>
          </p:nvSpPr>
          <p:spPr>
            <a:xfrm>
              <a:off x="2741011" y="3228746"/>
              <a:ext cx="763795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419 (55.3%)</a:t>
              </a:r>
            </a:p>
          </p:txBody>
        </p:sp>
        <p:sp>
          <p:nvSpPr>
            <p:cNvPr id="788" name="pg788"/>
            <p:cNvSpPr/>
            <p:nvPr/>
          </p:nvSpPr>
          <p:spPr>
            <a:xfrm>
              <a:off x="3970584" y="1463338"/>
              <a:ext cx="902274" cy="386376"/>
            </a:xfrm>
            <a:custGeom>
              <a:avLst/>
              <a:pathLst>
                <a:path w="902274" h="386376">
                  <a:moveTo>
                    <a:pt x="25236" y="386376"/>
                  </a:moveTo>
                  <a:lnTo>
                    <a:pt x="877037" y="386376"/>
                  </a:lnTo>
                  <a:lnTo>
                    <a:pt x="876021" y="386356"/>
                  </a:lnTo>
                  <a:lnTo>
                    <a:pt x="880079" y="386192"/>
                  </a:lnTo>
                  <a:lnTo>
                    <a:pt x="884059" y="385380"/>
                  </a:lnTo>
                  <a:lnTo>
                    <a:pt x="887856" y="383939"/>
                  </a:lnTo>
                  <a:lnTo>
                    <a:pt x="891373" y="381909"/>
                  </a:lnTo>
                  <a:lnTo>
                    <a:pt x="894519" y="379340"/>
                  </a:lnTo>
                  <a:lnTo>
                    <a:pt x="897213" y="376300"/>
                  </a:lnTo>
                  <a:lnTo>
                    <a:pt x="899383" y="372867"/>
                  </a:lnTo>
                  <a:lnTo>
                    <a:pt x="900975" y="369131"/>
                  </a:lnTo>
                  <a:lnTo>
                    <a:pt x="901947" y="365188"/>
                  </a:lnTo>
                  <a:lnTo>
                    <a:pt x="902274" y="361139"/>
                  </a:lnTo>
                  <a:lnTo>
                    <a:pt x="902274" y="25236"/>
                  </a:lnTo>
                  <a:lnTo>
                    <a:pt x="901947" y="21188"/>
                  </a:lnTo>
                  <a:lnTo>
                    <a:pt x="900975" y="17245"/>
                  </a:lnTo>
                  <a:lnTo>
                    <a:pt x="899383" y="13508"/>
                  </a:lnTo>
                  <a:lnTo>
                    <a:pt x="897213" y="10075"/>
                  </a:lnTo>
                  <a:lnTo>
                    <a:pt x="894519" y="7035"/>
                  </a:lnTo>
                  <a:lnTo>
                    <a:pt x="891373" y="4467"/>
                  </a:lnTo>
                  <a:lnTo>
                    <a:pt x="887856" y="2436"/>
                  </a:lnTo>
                  <a:lnTo>
                    <a:pt x="884059" y="996"/>
                  </a:lnTo>
                  <a:lnTo>
                    <a:pt x="880079" y="184"/>
                  </a:lnTo>
                  <a:lnTo>
                    <a:pt x="877037" y="0"/>
                  </a:lnTo>
                  <a:lnTo>
                    <a:pt x="25236" y="0"/>
                  </a:lnTo>
                  <a:lnTo>
                    <a:pt x="28278" y="184"/>
                  </a:lnTo>
                  <a:lnTo>
                    <a:pt x="24220" y="20"/>
                  </a:lnTo>
                  <a:lnTo>
                    <a:pt x="20188" y="510"/>
                  </a:lnTo>
                  <a:lnTo>
                    <a:pt x="16287" y="1639"/>
                  </a:lnTo>
                  <a:lnTo>
                    <a:pt x="12618" y="3381"/>
                  </a:lnTo>
                  <a:lnTo>
                    <a:pt x="9275" y="5688"/>
                  </a:lnTo>
                  <a:lnTo>
                    <a:pt x="6346" y="8501"/>
                  </a:lnTo>
                  <a:lnTo>
                    <a:pt x="3906" y="11748"/>
                  </a:lnTo>
                  <a:lnTo>
                    <a:pt x="2019" y="15344"/>
                  </a:lnTo>
                  <a:lnTo>
                    <a:pt x="733" y="19197"/>
                  </a:lnTo>
                  <a:lnTo>
                    <a:pt x="81" y="23205"/>
                  </a:lnTo>
                  <a:lnTo>
                    <a:pt x="0" y="25236"/>
                  </a:lnTo>
                  <a:lnTo>
                    <a:pt x="0" y="361139"/>
                  </a:lnTo>
                  <a:lnTo>
                    <a:pt x="81" y="359109"/>
                  </a:lnTo>
                  <a:lnTo>
                    <a:pt x="81" y="363170"/>
                  </a:lnTo>
                  <a:lnTo>
                    <a:pt x="733" y="367179"/>
                  </a:lnTo>
                  <a:lnTo>
                    <a:pt x="2019" y="371031"/>
                  </a:lnTo>
                  <a:lnTo>
                    <a:pt x="3906" y="374627"/>
                  </a:lnTo>
                  <a:lnTo>
                    <a:pt x="6346" y="377874"/>
                  </a:lnTo>
                  <a:lnTo>
                    <a:pt x="9275" y="380688"/>
                  </a:lnTo>
                  <a:lnTo>
                    <a:pt x="12618" y="382995"/>
                  </a:lnTo>
                  <a:lnTo>
                    <a:pt x="16287" y="384736"/>
                  </a:lnTo>
                  <a:lnTo>
                    <a:pt x="20188" y="385866"/>
                  </a:lnTo>
                  <a:lnTo>
                    <a:pt x="24220" y="386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tx789"/>
            <p:cNvSpPr/>
            <p:nvPr/>
          </p:nvSpPr>
          <p:spPr>
            <a:xfrm>
              <a:off x="4012645" y="1503756"/>
              <a:ext cx="818152" cy="10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790" name="tx790"/>
            <p:cNvSpPr/>
            <p:nvPr/>
          </p:nvSpPr>
          <p:spPr>
            <a:xfrm>
              <a:off x="4067002" y="1676076"/>
              <a:ext cx="763795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305 (40.2%)</a:t>
              </a:r>
            </a:p>
          </p:txBody>
        </p:sp>
        <p:sp>
          <p:nvSpPr>
            <p:cNvPr id="791" name="pg791"/>
            <p:cNvSpPr/>
            <p:nvPr/>
          </p:nvSpPr>
          <p:spPr>
            <a:xfrm>
              <a:off x="3853588" y="3016008"/>
              <a:ext cx="1019270" cy="277422"/>
            </a:xfrm>
            <a:custGeom>
              <a:avLst/>
              <a:pathLst>
                <a:path w="1019270" h="277422">
                  <a:moveTo>
                    <a:pt x="1019270" y="277422"/>
                  </a:moveTo>
                  <a:lnTo>
                    <a:pt x="1019270" y="25236"/>
                  </a:lnTo>
                  <a:lnTo>
                    <a:pt x="1018943" y="21188"/>
                  </a:lnTo>
                  <a:lnTo>
                    <a:pt x="1017971" y="17245"/>
                  </a:lnTo>
                  <a:lnTo>
                    <a:pt x="1016379" y="13508"/>
                  </a:lnTo>
                  <a:lnTo>
                    <a:pt x="1014209" y="10075"/>
                  </a:lnTo>
                  <a:lnTo>
                    <a:pt x="1011516" y="7035"/>
                  </a:lnTo>
                  <a:lnTo>
                    <a:pt x="1008370" y="4467"/>
                  </a:lnTo>
                  <a:lnTo>
                    <a:pt x="1004852" y="2436"/>
                  </a:lnTo>
                  <a:lnTo>
                    <a:pt x="1001055" y="996"/>
                  </a:lnTo>
                  <a:lnTo>
                    <a:pt x="997075" y="184"/>
                  </a:lnTo>
                  <a:lnTo>
                    <a:pt x="994033" y="0"/>
                  </a:lnTo>
                  <a:lnTo>
                    <a:pt x="25236" y="0"/>
                  </a:lnTo>
                  <a:lnTo>
                    <a:pt x="28278" y="184"/>
                  </a:lnTo>
                  <a:lnTo>
                    <a:pt x="24220" y="20"/>
                  </a:lnTo>
                  <a:lnTo>
                    <a:pt x="20188" y="510"/>
                  </a:lnTo>
                  <a:lnTo>
                    <a:pt x="16287" y="1639"/>
                  </a:lnTo>
                  <a:lnTo>
                    <a:pt x="12618" y="3381"/>
                  </a:lnTo>
                  <a:lnTo>
                    <a:pt x="9275" y="5688"/>
                  </a:lnTo>
                  <a:lnTo>
                    <a:pt x="6346" y="8501"/>
                  </a:lnTo>
                  <a:lnTo>
                    <a:pt x="3906" y="11748"/>
                  </a:lnTo>
                  <a:lnTo>
                    <a:pt x="2019" y="15344"/>
                  </a:lnTo>
                  <a:lnTo>
                    <a:pt x="733" y="19197"/>
                  </a:lnTo>
                  <a:lnTo>
                    <a:pt x="81" y="23205"/>
                  </a:lnTo>
                  <a:lnTo>
                    <a:pt x="0" y="25236"/>
                  </a:lnTo>
                  <a:lnTo>
                    <a:pt x="0" y="277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tx792"/>
            <p:cNvSpPr/>
            <p:nvPr/>
          </p:nvSpPr>
          <p:spPr>
            <a:xfrm>
              <a:off x="3895649" y="3028564"/>
              <a:ext cx="935148" cy="129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793" name="tx793"/>
            <p:cNvSpPr/>
            <p:nvPr/>
          </p:nvSpPr>
          <p:spPr>
            <a:xfrm>
              <a:off x="4222951" y="3228746"/>
              <a:ext cx="607846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 (1.3%)</a:t>
              </a:r>
            </a:p>
          </p:txBody>
        </p:sp>
        <p:sp>
          <p:nvSpPr>
            <p:cNvPr id="794" name="rc794"/>
            <p:cNvSpPr/>
            <p:nvPr/>
          </p:nvSpPr>
          <p:spPr>
            <a:xfrm>
              <a:off x="2897501" y="1440278"/>
              <a:ext cx="4439232" cy="185315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tx795"/>
            <p:cNvSpPr/>
            <p:nvPr/>
          </p:nvSpPr>
          <p:spPr>
            <a:xfrm>
              <a:off x="2772715" y="3038116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96" name="tx796"/>
            <p:cNvSpPr/>
            <p:nvPr/>
          </p:nvSpPr>
          <p:spPr>
            <a:xfrm>
              <a:off x="2710559" y="2606818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97" name="tx797"/>
            <p:cNvSpPr/>
            <p:nvPr/>
          </p:nvSpPr>
          <p:spPr>
            <a:xfrm>
              <a:off x="2710559" y="217552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798" name="tx798"/>
            <p:cNvSpPr/>
            <p:nvPr/>
          </p:nvSpPr>
          <p:spPr>
            <a:xfrm>
              <a:off x="2710559" y="1744169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799" name="pl799"/>
            <p:cNvSpPr/>
            <p:nvPr/>
          </p:nvSpPr>
          <p:spPr>
            <a:xfrm>
              <a:off x="2862706" y="307980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2862706" y="26485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2862706" y="22172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2862706" y="17859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3281669" y="32934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4342462" y="32934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403255" y="32934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6464048" y="32934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tx807"/>
            <p:cNvSpPr/>
            <p:nvPr/>
          </p:nvSpPr>
          <p:spPr>
            <a:xfrm>
              <a:off x="3250592" y="335436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808" name="tx808"/>
            <p:cNvSpPr/>
            <p:nvPr/>
          </p:nvSpPr>
          <p:spPr>
            <a:xfrm>
              <a:off x="4280307" y="335436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809" name="tx809"/>
            <p:cNvSpPr/>
            <p:nvPr/>
          </p:nvSpPr>
          <p:spPr>
            <a:xfrm>
              <a:off x="5341099" y="335436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810" name="tx810"/>
            <p:cNvSpPr/>
            <p:nvPr/>
          </p:nvSpPr>
          <p:spPr>
            <a:xfrm>
              <a:off x="6401892" y="335431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811" name="tx811"/>
            <p:cNvSpPr/>
            <p:nvPr/>
          </p:nvSpPr>
          <p:spPr>
            <a:xfrm>
              <a:off x="4259306" y="347405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812" name="tx812"/>
            <p:cNvSpPr/>
            <p:nvPr/>
          </p:nvSpPr>
          <p:spPr>
            <a:xfrm rot="-5400000">
              <a:off x="2029146" y="2301302"/>
              <a:ext cx="108690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pTau217 (Z)</a:t>
              </a:r>
            </a:p>
          </p:txBody>
        </p:sp>
        <p:sp>
          <p:nvSpPr>
            <p:cNvPr id="813" name="tx813"/>
            <p:cNvSpPr/>
            <p:nvPr/>
          </p:nvSpPr>
          <p:spPr>
            <a:xfrm>
              <a:off x="2897501" y="1212589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A.</a:t>
              </a:r>
            </a:p>
          </p:txBody>
        </p:sp>
        <p:sp>
          <p:nvSpPr>
            <p:cNvPr id="814" name="pl814"/>
            <p:cNvSpPr/>
            <p:nvPr/>
          </p:nvSpPr>
          <p:spPr>
            <a:xfrm>
              <a:off x="8494503" y="2916581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8494503" y="2536684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8494503" y="2156787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8494503" y="1776890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8760431" y="151096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9140328" y="151096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9520224" y="151096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9900121" y="151096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8494503" y="3106529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8494503" y="2726633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8494503" y="2346736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8494503" y="1966839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8494503" y="1586942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8570482" y="151096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8950379" y="151096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9330276" y="151096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9710173" y="151096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10090070" y="151096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8570482" y="1586942"/>
              <a:ext cx="1519587" cy="1519587"/>
            </a:xfrm>
            <a:custGeom>
              <a:avLst/>
              <a:pathLst>
                <a:path w="1519587" h="1519587">
                  <a:moveTo>
                    <a:pt x="0" y="1519587"/>
                  </a:moveTo>
                  <a:lnTo>
                    <a:pt x="0" y="1514763"/>
                  </a:lnTo>
                  <a:lnTo>
                    <a:pt x="0" y="1509939"/>
                  </a:lnTo>
                  <a:lnTo>
                    <a:pt x="0" y="1505115"/>
                  </a:lnTo>
                  <a:lnTo>
                    <a:pt x="0" y="1500291"/>
                  </a:lnTo>
                  <a:lnTo>
                    <a:pt x="0" y="1495466"/>
                  </a:lnTo>
                  <a:lnTo>
                    <a:pt x="0" y="1490642"/>
                  </a:lnTo>
                  <a:lnTo>
                    <a:pt x="0" y="1485818"/>
                  </a:lnTo>
                  <a:lnTo>
                    <a:pt x="0" y="1480994"/>
                  </a:lnTo>
                  <a:lnTo>
                    <a:pt x="0" y="1476170"/>
                  </a:lnTo>
                  <a:lnTo>
                    <a:pt x="0" y="1471346"/>
                  </a:lnTo>
                  <a:lnTo>
                    <a:pt x="0" y="1466522"/>
                  </a:lnTo>
                  <a:lnTo>
                    <a:pt x="0" y="1461698"/>
                  </a:lnTo>
                  <a:lnTo>
                    <a:pt x="0" y="1456874"/>
                  </a:lnTo>
                  <a:lnTo>
                    <a:pt x="0" y="1452050"/>
                  </a:lnTo>
                  <a:lnTo>
                    <a:pt x="0" y="1447226"/>
                  </a:lnTo>
                  <a:lnTo>
                    <a:pt x="0" y="1442401"/>
                  </a:lnTo>
                  <a:lnTo>
                    <a:pt x="0" y="1437577"/>
                  </a:lnTo>
                  <a:lnTo>
                    <a:pt x="0" y="1432753"/>
                  </a:lnTo>
                  <a:lnTo>
                    <a:pt x="0" y="1427929"/>
                  </a:lnTo>
                  <a:lnTo>
                    <a:pt x="0" y="1423105"/>
                  </a:lnTo>
                  <a:lnTo>
                    <a:pt x="0" y="1418281"/>
                  </a:lnTo>
                  <a:lnTo>
                    <a:pt x="0" y="1413457"/>
                  </a:lnTo>
                  <a:lnTo>
                    <a:pt x="0" y="1408633"/>
                  </a:lnTo>
                  <a:lnTo>
                    <a:pt x="3430" y="1408633"/>
                  </a:lnTo>
                  <a:lnTo>
                    <a:pt x="3430" y="1403809"/>
                  </a:lnTo>
                  <a:lnTo>
                    <a:pt x="3430" y="1398985"/>
                  </a:lnTo>
                  <a:lnTo>
                    <a:pt x="3430" y="1394161"/>
                  </a:lnTo>
                  <a:lnTo>
                    <a:pt x="3430" y="1389337"/>
                  </a:lnTo>
                  <a:lnTo>
                    <a:pt x="3430" y="1384512"/>
                  </a:lnTo>
                  <a:lnTo>
                    <a:pt x="3430" y="1379688"/>
                  </a:lnTo>
                  <a:lnTo>
                    <a:pt x="3430" y="1374864"/>
                  </a:lnTo>
                  <a:lnTo>
                    <a:pt x="3430" y="1370040"/>
                  </a:lnTo>
                  <a:lnTo>
                    <a:pt x="3430" y="1365216"/>
                  </a:lnTo>
                  <a:lnTo>
                    <a:pt x="3430" y="1360392"/>
                  </a:lnTo>
                  <a:lnTo>
                    <a:pt x="3430" y="1355568"/>
                  </a:lnTo>
                  <a:lnTo>
                    <a:pt x="3430" y="1350744"/>
                  </a:lnTo>
                  <a:lnTo>
                    <a:pt x="3430" y="1345920"/>
                  </a:lnTo>
                  <a:lnTo>
                    <a:pt x="3430" y="1341096"/>
                  </a:lnTo>
                  <a:lnTo>
                    <a:pt x="3430" y="1336272"/>
                  </a:lnTo>
                  <a:lnTo>
                    <a:pt x="3430" y="1331447"/>
                  </a:lnTo>
                  <a:lnTo>
                    <a:pt x="3430" y="1326623"/>
                  </a:lnTo>
                  <a:lnTo>
                    <a:pt x="3430" y="1321799"/>
                  </a:lnTo>
                  <a:lnTo>
                    <a:pt x="3430" y="1316975"/>
                  </a:lnTo>
                  <a:lnTo>
                    <a:pt x="3430" y="1312151"/>
                  </a:lnTo>
                  <a:lnTo>
                    <a:pt x="3430" y="1307327"/>
                  </a:lnTo>
                  <a:lnTo>
                    <a:pt x="3430" y="1302503"/>
                  </a:lnTo>
                  <a:lnTo>
                    <a:pt x="3430" y="1297679"/>
                  </a:lnTo>
                  <a:lnTo>
                    <a:pt x="3430" y="1292855"/>
                  </a:lnTo>
                  <a:lnTo>
                    <a:pt x="3430" y="1288031"/>
                  </a:lnTo>
                  <a:lnTo>
                    <a:pt x="3430" y="1283207"/>
                  </a:lnTo>
                  <a:lnTo>
                    <a:pt x="3430" y="1278383"/>
                  </a:lnTo>
                  <a:lnTo>
                    <a:pt x="3430" y="1273558"/>
                  </a:lnTo>
                  <a:lnTo>
                    <a:pt x="3430" y="1268734"/>
                  </a:lnTo>
                  <a:lnTo>
                    <a:pt x="3430" y="1263910"/>
                  </a:lnTo>
                  <a:lnTo>
                    <a:pt x="3430" y="1259086"/>
                  </a:lnTo>
                  <a:lnTo>
                    <a:pt x="3430" y="1254262"/>
                  </a:lnTo>
                  <a:lnTo>
                    <a:pt x="3430" y="1249438"/>
                  </a:lnTo>
                  <a:lnTo>
                    <a:pt x="3430" y="1244614"/>
                  </a:lnTo>
                  <a:lnTo>
                    <a:pt x="3430" y="1239790"/>
                  </a:lnTo>
                  <a:lnTo>
                    <a:pt x="3430" y="1234966"/>
                  </a:lnTo>
                  <a:lnTo>
                    <a:pt x="3430" y="1230142"/>
                  </a:lnTo>
                  <a:lnTo>
                    <a:pt x="3430" y="1225318"/>
                  </a:lnTo>
                  <a:lnTo>
                    <a:pt x="3430" y="1220493"/>
                  </a:lnTo>
                  <a:lnTo>
                    <a:pt x="3430" y="1215669"/>
                  </a:lnTo>
                  <a:lnTo>
                    <a:pt x="3430" y="1210845"/>
                  </a:lnTo>
                  <a:lnTo>
                    <a:pt x="3430" y="1206021"/>
                  </a:lnTo>
                  <a:lnTo>
                    <a:pt x="3430" y="1201197"/>
                  </a:lnTo>
                  <a:lnTo>
                    <a:pt x="3430" y="1196373"/>
                  </a:lnTo>
                  <a:lnTo>
                    <a:pt x="3430" y="1191549"/>
                  </a:lnTo>
                  <a:lnTo>
                    <a:pt x="3430" y="1186725"/>
                  </a:lnTo>
                  <a:lnTo>
                    <a:pt x="3430" y="1181901"/>
                  </a:lnTo>
                  <a:lnTo>
                    <a:pt x="3430" y="1177077"/>
                  </a:lnTo>
                  <a:lnTo>
                    <a:pt x="3430" y="1172253"/>
                  </a:lnTo>
                  <a:lnTo>
                    <a:pt x="3430" y="1167429"/>
                  </a:lnTo>
                  <a:lnTo>
                    <a:pt x="3430" y="1162604"/>
                  </a:lnTo>
                  <a:lnTo>
                    <a:pt x="3430" y="1157780"/>
                  </a:lnTo>
                  <a:lnTo>
                    <a:pt x="3430" y="1152956"/>
                  </a:lnTo>
                  <a:lnTo>
                    <a:pt x="3430" y="1148132"/>
                  </a:lnTo>
                  <a:lnTo>
                    <a:pt x="3430" y="1143308"/>
                  </a:lnTo>
                  <a:lnTo>
                    <a:pt x="3430" y="1138484"/>
                  </a:lnTo>
                  <a:lnTo>
                    <a:pt x="3430" y="1133660"/>
                  </a:lnTo>
                  <a:lnTo>
                    <a:pt x="3430" y="1128836"/>
                  </a:lnTo>
                  <a:lnTo>
                    <a:pt x="3430" y="1124012"/>
                  </a:lnTo>
                  <a:lnTo>
                    <a:pt x="3430" y="1119188"/>
                  </a:lnTo>
                  <a:lnTo>
                    <a:pt x="3430" y="1114364"/>
                  </a:lnTo>
                  <a:lnTo>
                    <a:pt x="3430" y="1109539"/>
                  </a:lnTo>
                  <a:lnTo>
                    <a:pt x="3430" y="1104715"/>
                  </a:lnTo>
                  <a:lnTo>
                    <a:pt x="3430" y="1099891"/>
                  </a:lnTo>
                  <a:lnTo>
                    <a:pt x="3430" y="1095067"/>
                  </a:lnTo>
                  <a:lnTo>
                    <a:pt x="3430" y="1090243"/>
                  </a:lnTo>
                  <a:lnTo>
                    <a:pt x="3430" y="1085419"/>
                  </a:lnTo>
                  <a:lnTo>
                    <a:pt x="3430" y="1080595"/>
                  </a:lnTo>
                  <a:lnTo>
                    <a:pt x="3430" y="1075771"/>
                  </a:lnTo>
                  <a:lnTo>
                    <a:pt x="3430" y="1070947"/>
                  </a:lnTo>
                  <a:lnTo>
                    <a:pt x="3430" y="1066123"/>
                  </a:lnTo>
                  <a:lnTo>
                    <a:pt x="3430" y="1061299"/>
                  </a:lnTo>
                  <a:lnTo>
                    <a:pt x="3430" y="1056475"/>
                  </a:lnTo>
                  <a:lnTo>
                    <a:pt x="3430" y="1051650"/>
                  </a:lnTo>
                  <a:lnTo>
                    <a:pt x="3430" y="1046826"/>
                  </a:lnTo>
                  <a:lnTo>
                    <a:pt x="3430" y="1042002"/>
                  </a:lnTo>
                  <a:lnTo>
                    <a:pt x="3430" y="1037178"/>
                  </a:lnTo>
                  <a:lnTo>
                    <a:pt x="3430" y="1032354"/>
                  </a:lnTo>
                  <a:lnTo>
                    <a:pt x="3430" y="1027530"/>
                  </a:lnTo>
                  <a:lnTo>
                    <a:pt x="3430" y="1022706"/>
                  </a:lnTo>
                  <a:lnTo>
                    <a:pt x="3430" y="1017882"/>
                  </a:lnTo>
                  <a:lnTo>
                    <a:pt x="3430" y="1013058"/>
                  </a:lnTo>
                  <a:lnTo>
                    <a:pt x="3430" y="1008234"/>
                  </a:lnTo>
                  <a:lnTo>
                    <a:pt x="3430" y="1003410"/>
                  </a:lnTo>
                  <a:lnTo>
                    <a:pt x="3430" y="998585"/>
                  </a:lnTo>
                  <a:lnTo>
                    <a:pt x="3430" y="993761"/>
                  </a:lnTo>
                  <a:lnTo>
                    <a:pt x="3430" y="988937"/>
                  </a:lnTo>
                  <a:lnTo>
                    <a:pt x="3430" y="984113"/>
                  </a:lnTo>
                  <a:lnTo>
                    <a:pt x="3430" y="979289"/>
                  </a:lnTo>
                  <a:lnTo>
                    <a:pt x="3430" y="974465"/>
                  </a:lnTo>
                  <a:lnTo>
                    <a:pt x="6860" y="974465"/>
                  </a:lnTo>
                  <a:lnTo>
                    <a:pt x="6860" y="969641"/>
                  </a:lnTo>
                  <a:lnTo>
                    <a:pt x="6860" y="964817"/>
                  </a:lnTo>
                  <a:lnTo>
                    <a:pt x="6860" y="959993"/>
                  </a:lnTo>
                  <a:lnTo>
                    <a:pt x="6860" y="955169"/>
                  </a:lnTo>
                  <a:lnTo>
                    <a:pt x="6860" y="950345"/>
                  </a:lnTo>
                  <a:lnTo>
                    <a:pt x="6860" y="945521"/>
                  </a:lnTo>
                  <a:lnTo>
                    <a:pt x="6860" y="940696"/>
                  </a:lnTo>
                  <a:lnTo>
                    <a:pt x="6860" y="935872"/>
                  </a:lnTo>
                  <a:lnTo>
                    <a:pt x="6860" y="931048"/>
                  </a:lnTo>
                  <a:lnTo>
                    <a:pt x="6860" y="926224"/>
                  </a:lnTo>
                  <a:lnTo>
                    <a:pt x="6860" y="921400"/>
                  </a:lnTo>
                  <a:lnTo>
                    <a:pt x="6860" y="916576"/>
                  </a:lnTo>
                  <a:lnTo>
                    <a:pt x="6860" y="911752"/>
                  </a:lnTo>
                  <a:lnTo>
                    <a:pt x="6860" y="906928"/>
                  </a:lnTo>
                  <a:lnTo>
                    <a:pt x="6860" y="902104"/>
                  </a:lnTo>
                  <a:lnTo>
                    <a:pt x="6860" y="897280"/>
                  </a:lnTo>
                  <a:lnTo>
                    <a:pt x="6860" y="892456"/>
                  </a:lnTo>
                  <a:lnTo>
                    <a:pt x="6860" y="887631"/>
                  </a:lnTo>
                  <a:lnTo>
                    <a:pt x="6860" y="882807"/>
                  </a:lnTo>
                  <a:lnTo>
                    <a:pt x="6860" y="877983"/>
                  </a:lnTo>
                  <a:lnTo>
                    <a:pt x="6860" y="873159"/>
                  </a:lnTo>
                  <a:lnTo>
                    <a:pt x="6860" y="868335"/>
                  </a:lnTo>
                  <a:lnTo>
                    <a:pt x="6860" y="863511"/>
                  </a:lnTo>
                  <a:lnTo>
                    <a:pt x="6860" y="858687"/>
                  </a:lnTo>
                  <a:lnTo>
                    <a:pt x="6860" y="853863"/>
                  </a:lnTo>
                  <a:lnTo>
                    <a:pt x="6860" y="849039"/>
                  </a:lnTo>
                  <a:lnTo>
                    <a:pt x="6860" y="844215"/>
                  </a:lnTo>
                  <a:lnTo>
                    <a:pt x="6860" y="839391"/>
                  </a:lnTo>
                  <a:lnTo>
                    <a:pt x="6860" y="834567"/>
                  </a:lnTo>
                  <a:lnTo>
                    <a:pt x="6860" y="829742"/>
                  </a:lnTo>
                  <a:lnTo>
                    <a:pt x="6860" y="824918"/>
                  </a:lnTo>
                  <a:lnTo>
                    <a:pt x="6860" y="820094"/>
                  </a:lnTo>
                  <a:lnTo>
                    <a:pt x="6860" y="815270"/>
                  </a:lnTo>
                  <a:lnTo>
                    <a:pt x="6860" y="810446"/>
                  </a:lnTo>
                  <a:lnTo>
                    <a:pt x="6860" y="805622"/>
                  </a:lnTo>
                  <a:lnTo>
                    <a:pt x="6860" y="800798"/>
                  </a:lnTo>
                  <a:lnTo>
                    <a:pt x="6860" y="795974"/>
                  </a:lnTo>
                  <a:lnTo>
                    <a:pt x="6860" y="791150"/>
                  </a:lnTo>
                  <a:lnTo>
                    <a:pt x="6860" y="786326"/>
                  </a:lnTo>
                  <a:lnTo>
                    <a:pt x="6860" y="781502"/>
                  </a:lnTo>
                  <a:lnTo>
                    <a:pt x="6860" y="776677"/>
                  </a:lnTo>
                  <a:lnTo>
                    <a:pt x="6860" y="771853"/>
                  </a:lnTo>
                  <a:lnTo>
                    <a:pt x="6860" y="767029"/>
                  </a:lnTo>
                  <a:lnTo>
                    <a:pt x="6860" y="762205"/>
                  </a:lnTo>
                  <a:lnTo>
                    <a:pt x="6860" y="757381"/>
                  </a:lnTo>
                  <a:lnTo>
                    <a:pt x="6860" y="752557"/>
                  </a:lnTo>
                  <a:lnTo>
                    <a:pt x="6860" y="747733"/>
                  </a:lnTo>
                  <a:lnTo>
                    <a:pt x="6860" y="742909"/>
                  </a:lnTo>
                  <a:lnTo>
                    <a:pt x="6860" y="738085"/>
                  </a:lnTo>
                  <a:lnTo>
                    <a:pt x="6860" y="733261"/>
                  </a:lnTo>
                  <a:lnTo>
                    <a:pt x="6860" y="728437"/>
                  </a:lnTo>
                  <a:lnTo>
                    <a:pt x="6860" y="723613"/>
                  </a:lnTo>
                  <a:lnTo>
                    <a:pt x="6860" y="718788"/>
                  </a:lnTo>
                  <a:lnTo>
                    <a:pt x="6860" y="713964"/>
                  </a:lnTo>
                  <a:lnTo>
                    <a:pt x="6860" y="709140"/>
                  </a:lnTo>
                  <a:lnTo>
                    <a:pt x="6860" y="704316"/>
                  </a:lnTo>
                  <a:lnTo>
                    <a:pt x="6860" y="699492"/>
                  </a:lnTo>
                  <a:lnTo>
                    <a:pt x="6860" y="694668"/>
                  </a:lnTo>
                  <a:lnTo>
                    <a:pt x="6860" y="689844"/>
                  </a:lnTo>
                  <a:lnTo>
                    <a:pt x="6860" y="685020"/>
                  </a:lnTo>
                  <a:lnTo>
                    <a:pt x="6860" y="680196"/>
                  </a:lnTo>
                  <a:lnTo>
                    <a:pt x="6860" y="675372"/>
                  </a:lnTo>
                  <a:lnTo>
                    <a:pt x="6860" y="670548"/>
                  </a:lnTo>
                  <a:lnTo>
                    <a:pt x="6860" y="665723"/>
                  </a:lnTo>
                  <a:lnTo>
                    <a:pt x="6860" y="660899"/>
                  </a:lnTo>
                  <a:lnTo>
                    <a:pt x="6860" y="656075"/>
                  </a:lnTo>
                  <a:lnTo>
                    <a:pt x="6860" y="651251"/>
                  </a:lnTo>
                  <a:lnTo>
                    <a:pt x="6860" y="646427"/>
                  </a:lnTo>
                  <a:lnTo>
                    <a:pt x="10290" y="646427"/>
                  </a:lnTo>
                  <a:lnTo>
                    <a:pt x="10290" y="641603"/>
                  </a:lnTo>
                  <a:lnTo>
                    <a:pt x="10290" y="636779"/>
                  </a:lnTo>
                  <a:lnTo>
                    <a:pt x="10290" y="631955"/>
                  </a:lnTo>
                  <a:lnTo>
                    <a:pt x="10290" y="627131"/>
                  </a:lnTo>
                  <a:lnTo>
                    <a:pt x="10290" y="622307"/>
                  </a:lnTo>
                  <a:lnTo>
                    <a:pt x="10290" y="617483"/>
                  </a:lnTo>
                  <a:lnTo>
                    <a:pt x="10290" y="612659"/>
                  </a:lnTo>
                  <a:lnTo>
                    <a:pt x="10290" y="607834"/>
                  </a:lnTo>
                  <a:lnTo>
                    <a:pt x="10290" y="603010"/>
                  </a:lnTo>
                  <a:lnTo>
                    <a:pt x="10290" y="598186"/>
                  </a:lnTo>
                  <a:lnTo>
                    <a:pt x="10290" y="593362"/>
                  </a:lnTo>
                  <a:lnTo>
                    <a:pt x="10290" y="588538"/>
                  </a:lnTo>
                  <a:lnTo>
                    <a:pt x="10290" y="583714"/>
                  </a:lnTo>
                  <a:lnTo>
                    <a:pt x="10290" y="578890"/>
                  </a:lnTo>
                  <a:lnTo>
                    <a:pt x="10290" y="574066"/>
                  </a:lnTo>
                  <a:lnTo>
                    <a:pt x="10290" y="569242"/>
                  </a:lnTo>
                  <a:lnTo>
                    <a:pt x="10290" y="564418"/>
                  </a:lnTo>
                  <a:lnTo>
                    <a:pt x="10290" y="559594"/>
                  </a:lnTo>
                  <a:lnTo>
                    <a:pt x="10290" y="554769"/>
                  </a:lnTo>
                  <a:lnTo>
                    <a:pt x="10290" y="549945"/>
                  </a:lnTo>
                  <a:lnTo>
                    <a:pt x="13720" y="549945"/>
                  </a:lnTo>
                  <a:lnTo>
                    <a:pt x="13720" y="545121"/>
                  </a:lnTo>
                  <a:lnTo>
                    <a:pt x="13720" y="540297"/>
                  </a:lnTo>
                  <a:lnTo>
                    <a:pt x="13720" y="535473"/>
                  </a:lnTo>
                  <a:lnTo>
                    <a:pt x="13720" y="530649"/>
                  </a:lnTo>
                  <a:lnTo>
                    <a:pt x="13720" y="525825"/>
                  </a:lnTo>
                  <a:lnTo>
                    <a:pt x="13720" y="521001"/>
                  </a:lnTo>
                  <a:lnTo>
                    <a:pt x="13720" y="516177"/>
                  </a:lnTo>
                  <a:lnTo>
                    <a:pt x="13720" y="511353"/>
                  </a:lnTo>
                  <a:lnTo>
                    <a:pt x="13720" y="506529"/>
                  </a:lnTo>
                  <a:lnTo>
                    <a:pt x="17151" y="506529"/>
                  </a:lnTo>
                  <a:lnTo>
                    <a:pt x="17151" y="501705"/>
                  </a:lnTo>
                  <a:lnTo>
                    <a:pt x="17151" y="496880"/>
                  </a:lnTo>
                  <a:lnTo>
                    <a:pt x="17151" y="492056"/>
                  </a:lnTo>
                  <a:lnTo>
                    <a:pt x="17151" y="487232"/>
                  </a:lnTo>
                  <a:lnTo>
                    <a:pt x="17151" y="482408"/>
                  </a:lnTo>
                  <a:lnTo>
                    <a:pt x="17151" y="477584"/>
                  </a:lnTo>
                  <a:lnTo>
                    <a:pt x="17151" y="472760"/>
                  </a:lnTo>
                  <a:lnTo>
                    <a:pt x="17151" y="467936"/>
                  </a:lnTo>
                  <a:lnTo>
                    <a:pt x="17151" y="463112"/>
                  </a:lnTo>
                  <a:lnTo>
                    <a:pt x="17151" y="458288"/>
                  </a:lnTo>
                  <a:lnTo>
                    <a:pt x="17151" y="453464"/>
                  </a:lnTo>
                  <a:lnTo>
                    <a:pt x="17151" y="448640"/>
                  </a:lnTo>
                  <a:lnTo>
                    <a:pt x="17151" y="443815"/>
                  </a:lnTo>
                  <a:lnTo>
                    <a:pt x="17151" y="438991"/>
                  </a:lnTo>
                  <a:lnTo>
                    <a:pt x="17151" y="434167"/>
                  </a:lnTo>
                  <a:lnTo>
                    <a:pt x="17151" y="429343"/>
                  </a:lnTo>
                  <a:lnTo>
                    <a:pt x="17151" y="424519"/>
                  </a:lnTo>
                  <a:lnTo>
                    <a:pt x="17151" y="419695"/>
                  </a:lnTo>
                  <a:lnTo>
                    <a:pt x="17151" y="414871"/>
                  </a:lnTo>
                  <a:lnTo>
                    <a:pt x="17151" y="410047"/>
                  </a:lnTo>
                  <a:lnTo>
                    <a:pt x="17151" y="405223"/>
                  </a:lnTo>
                  <a:lnTo>
                    <a:pt x="17151" y="400399"/>
                  </a:lnTo>
                  <a:lnTo>
                    <a:pt x="17151" y="395575"/>
                  </a:lnTo>
                  <a:lnTo>
                    <a:pt x="17151" y="390751"/>
                  </a:lnTo>
                  <a:lnTo>
                    <a:pt x="17151" y="385926"/>
                  </a:lnTo>
                  <a:lnTo>
                    <a:pt x="17151" y="381102"/>
                  </a:lnTo>
                  <a:lnTo>
                    <a:pt x="17151" y="376278"/>
                  </a:lnTo>
                  <a:lnTo>
                    <a:pt x="17151" y="371454"/>
                  </a:lnTo>
                  <a:lnTo>
                    <a:pt x="17151" y="366630"/>
                  </a:lnTo>
                  <a:lnTo>
                    <a:pt x="17151" y="361806"/>
                  </a:lnTo>
                  <a:lnTo>
                    <a:pt x="17151" y="356982"/>
                  </a:lnTo>
                  <a:lnTo>
                    <a:pt x="17151" y="352158"/>
                  </a:lnTo>
                  <a:lnTo>
                    <a:pt x="17151" y="347334"/>
                  </a:lnTo>
                  <a:lnTo>
                    <a:pt x="20581" y="347334"/>
                  </a:lnTo>
                  <a:lnTo>
                    <a:pt x="20581" y="342510"/>
                  </a:lnTo>
                  <a:lnTo>
                    <a:pt x="20581" y="337686"/>
                  </a:lnTo>
                  <a:lnTo>
                    <a:pt x="20581" y="332861"/>
                  </a:lnTo>
                  <a:lnTo>
                    <a:pt x="24011" y="332861"/>
                  </a:lnTo>
                  <a:lnTo>
                    <a:pt x="24011" y="328037"/>
                  </a:lnTo>
                  <a:lnTo>
                    <a:pt x="24011" y="323213"/>
                  </a:lnTo>
                  <a:lnTo>
                    <a:pt x="24011" y="318389"/>
                  </a:lnTo>
                  <a:lnTo>
                    <a:pt x="24011" y="313565"/>
                  </a:lnTo>
                  <a:lnTo>
                    <a:pt x="24011" y="308741"/>
                  </a:lnTo>
                  <a:lnTo>
                    <a:pt x="24011" y="303917"/>
                  </a:lnTo>
                  <a:lnTo>
                    <a:pt x="27441" y="303917"/>
                  </a:lnTo>
                  <a:lnTo>
                    <a:pt x="27441" y="299093"/>
                  </a:lnTo>
                  <a:lnTo>
                    <a:pt x="27441" y="294269"/>
                  </a:lnTo>
                  <a:lnTo>
                    <a:pt x="27441" y="289445"/>
                  </a:lnTo>
                  <a:lnTo>
                    <a:pt x="27441" y="284621"/>
                  </a:lnTo>
                  <a:lnTo>
                    <a:pt x="27441" y="279797"/>
                  </a:lnTo>
                  <a:lnTo>
                    <a:pt x="30871" y="279797"/>
                  </a:lnTo>
                  <a:lnTo>
                    <a:pt x="30871" y="274972"/>
                  </a:lnTo>
                  <a:lnTo>
                    <a:pt x="34302" y="274972"/>
                  </a:lnTo>
                  <a:lnTo>
                    <a:pt x="34302" y="270148"/>
                  </a:lnTo>
                  <a:lnTo>
                    <a:pt x="34302" y="265324"/>
                  </a:lnTo>
                  <a:lnTo>
                    <a:pt x="34302" y="260500"/>
                  </a:lnTo>
                  <a:lnTo>
                    <a:pt x="34302" y="255676"/>
                  </a:lnTo>
                  <a:lnTo>
                    <a:pt x="34302" y="250852"/>
                  </a:lnTo>
                  <a:lnTo>
                    <a:pt x="34302" y="246028"/>
                  </a:lnTo>
                  <a:lnTo>
                    <a:pt x="34302" y="241204"/>
                  </a:lnTo>
                  <a:lnTo>
                    <a:pt x="37732" y="241204"/>
                  </a:lnTo>
                  <a:lnTo>
                    <a:pt x="37732" y="236380"/>
                  </a:lnTo>
                  <a:lnTo>
                    <a:pt x="37732" y="231556"/>
                  </a:lnTo>
                  <a:lnTo>
                    <a:pt x="37732" y="226732"/>
                  </a:lnTo>
                  <a:lnTo>
                    <a:pt x="37732" y="221907"/>
                  </a:lnTo>
                  <a:lnTo>
                    <a:pt x="37732" y="217083"/>
                  </a:lnTo>
                  <a:lnTo>
                    <a:pt x="37732" y="212259"/>
                  </a:lnTo>
                  <a:lnTo>
                    <a:pt x="37732" y="207435"/>
                  </a:lnTo>
                  <a:lnTo>
                    <a:pt x="37732" y="202611"/>
                  </a:lnTo>
                  <a:lnTo>
                    <a:pt x="37732" y="197787"/>
                  </a:lnTo>
                  <a:lnTo>
                    <a:pt x="37732" y="192963"/>
                  </a:lnTo>
                  <a:lnTo>
                    <a:pt x="37732" y="188139"/>
                  </a:lnTo>
                  <a:lnTo>
                    <a:pt x="41162" y="188139"/>
                  </a:lnTo>
                  <a:lnTo>
                    <a:pt x="44592" y="188139"/>
                  </a:lnTo>
                  <a:lnTo>
                    <a:pt x="44592" y="183315"/>
                  </a:lnTo>
                  <a:lnTo>
                    <a:pt x="44592" y="178491"/>
                  </a:lnTo>
                  <a:lnTo>
                    <a:pt x="44592" y="173667"/>
                  </a:lnTo>
                  <a:lnTo>
                    <a:pt x="48023" y="173667"/>
                  </a:lnTo>
                  <a:lnTo>
                    <a:pt x="48023" y="168843"/>
                  </a:lnTo>
                  <a:lnTo>
                    <a:pt x="48023" y="164018"/>
                  </a:lnTo>
                  <a:lnTo>
                    <a:pt x="48023" y="159194"/>
                  </a:lnTo>
                  <a:lnTo>
                    <a:pt x="48023" y="154370"/>
                  </a:lnTo>
                  <a:lnTo>
                    <a:pt x="48023" y="149546"/>
                  </a:lnTo>
                  <a:lnTo>
                    <a:pt x="51453" y="149546"/>
                  </a:lnTo>
                  <a:lnTo>
                    <a:pt x="51453" y="144722"/>
                  </a:lnTo>
                  <a:lnTo>
                    <a:pt x="51453" y="139898"/>
                  </a:lnTo>
                  <a:lnTo>
                    <a:pt x="51453" y="135074"/>
                  </a:lnTo>
                  <a:lnTo>
                    <a:pt x="51453" y="130250"/>
                  </a:lnTo>
                  <a:lnTo>
                    <a:pt x="51453" y="125426"/>
                  </a:lnTo>
                  <a:lnTo>
                    <a:pt x="51453" y="120602"/>
                  </a:lnTo>
                  <a:lnTo>
                    <a:pt x="54883" y="120602"/>
                  </a:lnTo>
                  <a:lnTo>
                    <a:pt x="54883" y="115778"/>
                  </a:lnTo>
                  <a:lnTo>
                    <a:pt x="54883" y="110953"/>
                  </a:lnTo>
                  <a:lnTo>
                    <a:pt x="54883" y="106129"/>
                  </a:lnTo>
                  <a:lnTo>
                    <a:pt x="54883" y="101305"/>
                  </a:lnTo>
                  <a:lnTo>
                    <a:pt x="58313" y="101305"/>
                  </a:lnTo>
                  <a:lnTo>
                    <a:pt x="61743" y="101305"/>
                  </a:lnTo>
                  <a:lnTo>
                    <a:pt x="65174" y="101305"/>
                  </a:lnTo>
                  <a:lnTo>
                    <a:pt x="65174" y="96481"/>
                  </a:lnTo>
                  <a:lnTo>
                    <a:pt x="65174" y="91657"/>
                  </a:lnTo>
                  <a:lnTo>
                    <a:pt x="65174" y="86833"/>
                  </a:lnTo>
                  <a:lnTo>
                    <a:pt x="68604" y="86833"/>
                  </a:lnTo>
                  <a:lnTo>
                    <a:pt x="72034" y="86833"/>
                  </a:lnTo>
                  <a:lnTo>
                    <a:pt x="75464" y="86833"/>
                  </a:lnTo>
                  <a:lnTo>
                    <a:pt x="75464" y="82009"/>
                  </a:lnTo>
                  <a:lnTo>
                    <a:pt x="78895" y="82009"/>
                  </a:lnTo>
                  <a:lnTo>
                    <a:pt x="78895" y="77185"/>
                  </a:lnTo>
                  <a:lnTo>
                    <a:pt x="78895" y="72361"/>
                  </a:lnTo>
                  <a:lnTo>
                    <a:pt x="78895" y="67537"/>
                  </a:lnTo>
                  <a:lnTo>
                    <a:pt x="78895" y="62713"/>
                  </a:lnTo>
                  <a:lnTo>
                    <a:pt x="82325" y="62713"/>
                  </a:lnTo>
                  <a:lnTo>
                    <a:pt x="82325" y="57889"/>
                  </a:lnTo>
                  <a:lnTo>
                    <a:pt x="82325" y="53064"/>
                  </a:lnTo>
                  <a:lnTo>
                    <a:pt x="82325" y="48240"/>
                  </a:lnTo>
                  <a:lnTo>
                    <a:pt x="85755" y="48240"/>
                  </a:lnTo>
                  <a:lnTo>
                    <a:pt x="89185" y="48240"/>
                  </a:lnTo>
                  <a:lnTo>
                    <a:pt x="89185" y="43416"/>
                  </a:lnTo>
                  <a:lnTo>
                    <a:pt x="92615" y="43416"/>
                  </a:lnTo>
                  <a:lnTo>
                    <a:pt x="96046" y="43416"/>
                  </a:lnTo>
                  <a:lnTo>
                    <a:pt x="99476" y="43416"/>
                  </a:lnTo>
                  <a:lnTo>
                    <a:pt x="102906" y="43416"/>
                  </a:lnTo>
                  <a:lnTo>
                    <a:pt x="102906" y="38592"/>
                  </a:lnTo>
                  <a:lnTo>
                    <a:pt x="106336" y="38592"/>
                  </a:lnTo>
                  <a:lnTo>
                    <a:pt x="109767" y="38592"/>
                  </a:lnTo>
                  <a:lnTo>
                    <a:pt x="113197" y="38592"/>
                  </a:lnTo>
                  <a:lnTo>
                    <a:pt x="113197" y="33768"/>
                  </a:lnTo>
                  <a:lnTo>
                    <a:pt x="116627" y="33768"/>
                  </a:lnTo>
                  <a:lnTo>
                    <a:pt x="120057" y="33768"/>
                  </a:lnTo>
                  <a:lnTo>
                    <a:pt x="123487" y="33768"/>
                  </a:lnTo>
                  <a:lnTo>
                    <a:pt x="126918" y="33768"/>
                  </a:lnTo>
                  <a:lnTo>
                    <a:pt x="126918" y="28944"/>
                  </a:lnTo>
                  <a:lnTo>
                    <a:pt x="130348" y="28944"/>
                  </a:lnTo>
                  <a:lnTo>
                    <a:pt x="133778" y="28944"/>
                  </a:lnTo>
                  <a:lnTo>
                    <a:pt x="133778" y="24120"/>
                  </a:lnTo>
                  <a:lnTo>
                    <a:pt x="137208" y="24120"/>
                  </a:lnTo>
                  <a:lnTo>
                    <a:pt x="140639" y="24120"/>
                  </a:lnTo>
                  <a:lnTo>
                    <a:pt x="144069" y="24120"/>
                  </a:lnTo>
                  <a:lnTo>
                    <a:pt x="147499" y="24120"/>
                  </a:lnTo>
                  <a:lnTo>
                    <a:pt x="150929" y="24120"/>
                  </a:lnTo>
                  <a:lnTo>
                    <a:pt x="154359" y="24120"/>
                  </a:lnTo>
                  <a:lnTo>
                    <a:pt x="157790" y="24120"/>
                  </a:lnTo>
                  <a:lnTo>
                    <a:pt x="161220" y="24120"/>
                  </a:lnTo>
                  <a:lnTo>
                    <a:pt x="164650" y="24120"/>
                  </a:lnTo>
                  <a:lnTo>
                    <a:pt x="168080" y="24120"/>
                  </a:lnTo>
                  <a:lnTo>
                    <a:pt x="171510" y="24120"/>
                  </a:lnTo>
                  <a:lnTo>
                    <a:pt x="174941" y="24120"/>
                  </a:lnTo>
                  <a:lnTo>
                    <a:pt x="178371" y="24120"/>
                  </a:lnTo>
                  <a:lnTo>
                    <a:pt x="181801" y="24120"/>
                  </a:lnTo>
                  <a:lnTo>
                    <a:pt x="185231" y="24120"/>
                  </a:lnTo>
                  <a:lnTo>
                    <a:pt x="188662" y="24120"/>
                  </a:lnTo>
                  <a:lnTo>
                    <a:pt x="192092" y="24120"/>
                  </a:lnTo>
                  <a:lnTo>
                    <a:pt x="195522" y="24120"/>
                  </a:lnTo>
                  <a:lnTo>
                    <a:pt x="198952" y="24120"/>
                  </a:lnTo>
                  <a:lnTo>
                    <a:pt x="202382" y="24120"/>
                  </a:lnTo>
                  <a:lnTo>
                    <a:pt x="205813" y="24120"/>
                  </a:lnTo>
                  <a:lnTo>
                    <a:pt x="209243" y="24120"/>
                  </a:lnTo>
                  <a:lnTo>
                    <a:pt x="212673" y="24120"/>
                  </a:lnTo>
                  <a:lnTo>
                    <a:pt x="216103" y="24120"/>
                  </a:lnTo>
                  <a:lnTo>
                    <a:pt x="219534" y="24120"/>
                  </a:lnTo>
                  <a:lnTo>
                    <a:pt x="222964" y="24120"/>
                  </a:lnTo>
                  <a:lnTo>
                    <a:pt x="226394" y="24120"/>
                  </a:lnTo>
                  <a:lnTo>
                    <a:pt x="229824" y="24120"/>
                  </a:lnTo>
                  <a:lnTo>
                    <a:pt x="233254" y="24120"/>
                  </a:lnTo>
                  <a:lnTo>
                    <a:pt x="236685" y="24120"/>
                  </a:lnTo>
                  <a:lnTo>
                    <a:pt x="240115" y="24120"/>
                  </a:lnTo>
                  <a:lnTo>
                    <a:pt x="243545" y="24120"/>
                  </a:lnTo>
                  <a:lnTo>
                    <a:pt x="246975" y="24120"/>
                  </a:lnTo>
                  <a:lnTo>
                    <a:pt x="250406" y="24120"/>
                  </a:lnTo>
                  <a:lnTo>
                    <a:pt x="253836" y="24120"/>
                  </a:lnTo>
                  <a:lnTo>
                    <a:pt x="257266" y="24120"/>
                  </a:lnTo>
                  <a:lnTo>
                    <a:pt x="260696" y="24120"/>
                  </a:lnTo>
                  <a:lnTo>
                    <a:pt x="264126" y="24120"/>
                  </a:lnTo>
                  <a:lnTo>
                    <a:pt x="267557" y="24120"/>
                  </a:lnTo>
                  <a:lnTo>
                    <a:pt x="270987" y="24120"/>
                  </a:lnTo>
                  <a:lnTo>
                    <a:pt x="274417" y="24120"/>
                  </a:lnTo>
                  <a:lnTo>
                    <a:pt x="277847" y="24120"/>
                  </a:lnTo>
                  <a:lnTo>
                    <a:pt x="281278" y="24120"/>
                  </a:lnTo>
                  <a:lnTo>
                    <a:pt x="284708" y="24120"/>
                  </a:lnTo>
                  <a:lnTo>
                    <a:pt x="288138" y="24120"/>
                  </a:lnTo>
                  <a:lnTo>
                    <a:pt x="291568" y="24120"/>
                  </a:lnTo>
                  <a:lnTo>
                    <a:pt x="294998" y="24120"/>
                  </a:lnTo>
                  <a:lnTo>
                    <a:pt x="294998" y="19296"/>
                  </a:lnTo>
                  <a:lnTo>
                    <a:pt x="298429" y="19296"/>
                  </a:lnTo>
                  <a:lnTo>
                    <a:pt x="301859" y="19296"/>
                  </a:lnTo>
                  <a:lnTo>
                    <a:pt x="305289" y="19296"/>
                  </a:lnTo>
                  <a:lnTo>
                    <a:pt x="308719" y="19296"/>
                  </a:lnTo>
                  <a:lnTo>
                    <a:pt x="312149" y="19296"/>
                  </a:lnTo>
                  <a:lnTo>
                    <a:pt x="315580" y="19296"/>
                  </a:lnTo>
                  <a:lnTo>
                    <a:pt x="319010" y="19296"/>
                  </a:lnTo>
                  <a:lnTo>
                    <a:pt x="322440" y="19296"/>
                  </a:lnTo>
                  <a:lnTo>
                    <a:pt x="325870" y="19296"/>
                  </a:lnTo>
                  <a:lnTo>
                    <a:pt x="329301" y="19296"/>
                  </a:lnTo>
                  <a:lnTo>
                    <a:pt x="332731" y="19296"/>
                  </a:lnTo>
                  <a:lnTo>
                    <a:pt x="336161" y="19296"/>
                  </a:lnTo>
                  <a:lnTo>
                    <a:pt x="339591" y="19296"/>
                  </a:lnTo>
                  <a:lnTo>
                    <a:pt x="343021" y="19296"/>
                  </a:lnTo>
                  <a:lnTo>
                    <a:pt x="346452" y="19296"/>
                  </a:lnTo>
                  <a:lnTo>
                    <a:pt x="349882" y="19296"/>
                  </a:lnTo>
                  <a:lnTo>
                    <a:pt x="353312" y="19296"/>
                  </a:lnTo>
                  <a:lnTo>
                    <a:pt x="356742" y="19296"/>
                  </a:lnTo>
                  <a:lnTo>
                    <a:pt x="360173" y="19296"/>
                  </a:lnTo>
                  <a:lnTo>
                    <a:pt x="360173" y="14472"/>
                  </a:lnTo>
                  <a:lnTo>
                    <a:pt x="363603" y="14472"/>
                  </a:lnTo>
                  <a:lnTo>
                    <a:pt x="367033" y="14472"/>
                  </a:lnTo>
                  <a:lnTo>
                    <a:pt x="370463" y="14472"/>
                  </a:lnTo>
                  <a:lnTo>
                    <a:pt x="373893" y="14472"/>
                  </a:lnTo>
                  <a:lnTo>
                    <a:pt x="377324" y="14472"/>
                  </a:lnTo>
                  <a:lnTo>
                    <a:pt x="380754" y="14472"/>
                  </a:lnTo>
                  <a:lnTo>
                    <a:pt x="384184" y="14472"/>
                  </a:lnTo>
                  <a:lnTo>
                    <a:pt x="387614" y="14472"/>
                  </a:lnTo>
                  <a:lnTo>
                    <a:pt x="391045" y="14472"/>
                  </a:lnTo>
                  <a:lnTo>
                    <a:pt x="394475" y="14472"/>
                  </a:lnTo>
                  <a:lnTo>
                    <a:pt x="397905" y="14472"/>
                  </a:lnTo>
                  <a:lnTo>
                    <a:pt x="401335" y="14472"/>
                  </a:lnTo>
                  <a:lnTo>
                    <a:pt x="404765" y="14472"/>
                  </a:lnTo>
                  <a:lnTo>
                    <a:pt x="408196" y="14472"/>
                  </a:lnTo>
                  <a:lnTo>
                    <a:pt x="411626" y="14472"/>
                  </a:lnTo>
                  <a:lnTo>
                    <a:pt x="415056" y="14472"/>
                  </a:lnTo>
                  <a:lnTo>
                    <a:pt x="418486" y="14472"/>
                  </a:lnTo>
                  <a:lnTo>
                    <a:pt x="421917" y="14472"/>
                  </a:lnTo>
                  <a:lnTo>
                    <a:pt x="425347" y="14472"/>
                  </a:lnTo>
                  <a:lnTo>
                    <a:pt x="425347" y="9648"/>
                  </a:lnTo>
                  <a:lnTo>
                    <a:pt x="428777" y="9648"/>
                  </a:lnTo>
                  <a:lnTo>
                    <a:pt x="432207" y="9648"/>
                  </a:lnTo>
                  <a:lnTo>
                    <a:pt x="435637" y="9648"/>
                  </a:lnTo>
                  <a:lnTo>
                    <a:pt x="439068" y="9648"/>
                  </a:lnTo>
                  <a:lnTo>
                    <a:pt x="442498" y="9648"/>
                  </a:lnTo>
                  <a:lnTo>
                    <a:pt x="445928" y="9648"/>
                  </a:lnTo>
                  <a:lnTo>
                    <a:pt x="449358" y="9648"/>
                  </a:lnTo>
                  <a:lnTo>
                    <a:pt x="452789" y="9648"/>
                  </a:lnTo>
                  <a:lnTo>
                    <a:pt x="456219" y="9648"/>
                  </a:lnTo>
                  <a:lnTo>
                    <a:pt x="459649" y="9648"/>
                  </a:lnTo>
                  <a:lnTo>
                    <a:pt x="463079" y="9648"/>
                  </a:lnTo>
                  <a:lnTo>
                    <a:pt x="466509" y="9648"/>
                  </a:lnTo>
                  <a:lnTo>
                    <a:pt x="469940" y="9648"/>
                  </a:lnTo>
                  <a:lnTo>
                    <a:pt x="473370" y="9648"/>
                  </a:lnTo>
                  <a:lnTo>
                    <a:pt x="476800" y="9648"/>
                  </a:lnTo>
                  <a:lnTo>
                    <a:pt x="480230" y="9648"/>
                  </a:lnTo>
                  <a:lnTo>
                    <a:pt x="483660" y="9648"/>
                  </a:lnTo>
                  <a:lnTo>
                    <a:pt x="487091" y="9648"/>
                  </a:lnTo>
                  <a:lnTo>
                    <a:pt x="490521" y="9648"/>
                  </a:lnTo>
                  <a:lnTo>
                    <a:pt x="493951" y="9648"/>
                  </a:lnTo>
                  <a:lnTo>
                    <a:pt x="497381" y="9648"/>
                  </a:lnTo>
                  <a:lnTo>
                    <a:pt x="500812" y="9648"/>
                  </a:lnTo>
                  <a:lnTo>
                    <a:pt x="504242" y="9648"/>
                  </a:lnTo>
                  <a:lnTo>
                    <a:pt x="507672" y="9648"/>
                  </a:lnTo>
                  <a:lnTo>
                    <a:pt x="511102" y="9648"/>
                  </a:lnTo>
                  <a:lnTo>
                    <a:pt x="514532" y="9648"/>
                  </a:lnTo>
                  <a:lnTo>
                    <a:pt x="517963" y="9648"/>
                  </a:lnTo>
                  <a:lnTo>
                    <a:pt x="521393" y="9648"/>
                  </a:lnTo>
                  <a:lnTo>
                    <a:pt x="524823" y="9648"/>
                  </a:lnTo>
                  <a:lnTo>
                    <a:pt x="528253" y="9648"/>
                  </a:lnTo>
                  <a:lnTo>
                    <a:pt x="531684" y="9648"/>
                  </a:lnTo>
                  <a:lnTo>
                    <a:pt x="535114" y="9648"/>
                  </a:lnTo>
                  <a:lnTo>
                    <a:pt x="538544" y="9648"/>
                  </a:lnTo>
                  <a:lnTo>
                    <a:pt x="541974" y="9648"/>
                  </a:lnTo>
                  <a:lnTo>
                    <a:pt x="545404" y="9648"/>
                  </a:lnTo>
                  <a:lnTo>
                    <a:pt x="548835" y="9648"/>
                  </a:lnTo>
                  <a:lnTo>
                    <a:pt x="552265" y="9648"/>
                  </a:lnTo>
                  <a:lnTo>
                    <a:pt x="555695" y="9648"/>
                  </a:lnTo>
                  <a:lnTo>
                    <a:pt x="559125" y="9648"/>
                  </a:lnTo>
                  <a:lnTo>
                    <a:pt x="562556" y="9648"/>
                  </a:lnTo>
                  <a:lnTo>
                    <a:pt x="565986" y="9648"/>
                  </a:lnTo>
                  <a:lnTo>
                    <a:pt x="569416" y="9648"/>
                  </a:lnTo>
                  <a:lnTo>
                    <a:pt x="572846" y="9648"/>
                  </a:lnTo>
                  <a:lnTo>
                    <a:pt x="576276" y="9648"/>
                  </a:lnTo>
                  <a:lnTo>
                    <a:pt x="579707" y="9648"/>
                  </a:lnTo>
                  <a:lnTo>
                    <a:pt x="583137" y="9648"/>
                  </a:lnTo>
                  <a:lnTo>
                    <a:pt x="586567" y="9648"/>
                  </a:lnTo>
                  <a:lnTo>
                    <a:pt x="589997" y="9648"/>
                  </a:lnTo>
                  <a:lnTo>
                    <a:pt x="593428" y="9648"/>
                  </a:lnTo>
                  <a:lnTo>
                    <a:pt x="596858" y="9648"/>
                  </a:lnTo>
                  <a:lnTo>
                    <a:pt x="600288" y="9648"/>
                  </a:lnTo>
                  <a:lnTo>
                    <a:pt x="603718" y="9648"/>
                  </a:lnTo>
                  <a:lnTo>
                    <a:pt x="607148" y="9648"/>
                  </a:lnTo>
                  <a:lnTo>
                    <a:pt x="610579" y="9648"/>
                  </a:lnTo>
                  <a:lnTo>
                    <a:pt x="614009" y="9648"/>
                  </a:lnTo>
                  <a:lnTo>
                    <a:pt x="617439" y="9648"/>
                  </a:lnTo>
                  <a:lnTo>
                    <a:pt x="620869" y="9648"/>
                  </a:lnTo>
                  <a:lnTo>
                    <a:pt x="624299" y="9648"/>
                  </a:lnTo>
                  <a:lnTo>
                    <a:pt x="627730" y="9648"/>
                  </a:lnTo>
                  <a:lnTo>
                    <a:pt x="631160" y="9648"/>
                  </a:lnTo>
                  <a:lnTo>
                    <a:pt x="634590" y="9648"/>
                  </a:lnTo>
                  <a:lnTo>
                    <a:pt x="638020" y="9648"/>
                  </a:lnTo>
                  <a:lnTo>
                    <a:pt x="641451" y="9648"/>
                  </a:lnTo>
                  <a:lnTo>
                    <a:pt x="644881" y="9648"/>
                  </a:lnTo>
                  <a:lnTo>
                    <a:pt x="648311" y="9648"/>
                  </a:lnTo>
                  <a:lnTo>
                    <a:pt x="651741" y="9648"/>
                  </a:lnTo>
                  <a:lnTo>
                    <a:pt x="655171" y="9648"/>
                  </a:lnTo>
                  <a:lnTo>
                    <a:pt x="658602" y="9648"/>
                  </a:lnTo>
                  <a:lnTo>
                    <a:pt x="662032" y="9648"/>
                  </a:lnTo>
                  <a:lnTo>
                    <a:pt x="665462" y="9648"/>
                  </a:lnTo>
                  <a:lnTo>
                    <a:pt x="668892" y="9648"/>
                  </a:lnTo>
                  <a:lnTo>
                    <a:pt x="672323" y="9648"/>
                  </a:lnTo>
                  <a:lnTo>
                    <a:pt x="675753" y="9648"/>
                  </a:lnTo>
                  <a:lnTo>
                    <a:pt x="679183" y="9648"/>
                  </a:lnTo>
                  <a:lnTo>
                    <a:pt x="682613" y="9648"/>
                  </a:lnTo>
                  <a:lnTo>
                    <a:pt x="686043" y="9648"/>
                  </a:lnTo>
                  <a:lnTo>
                    <a:pt x="689474" y="9648"/>
                  </a:lnTo>
                  <a:lnTo>
                    <a:pt x="692904" y="9648"/>
                  </a:lnTo>
                  <a:lnTo>
                    <a:pt x="696334" y="9648"/>
                  </a:lnTo>
                  <a:lnTo>
                    <a:pt x="699764" y="9648"/>
                  </a:lnTo>
                  <a:lnTo>
                    <a:pt x="703195" y="9648"/>
                  </a:lnTo>
                  <a:lnTo>
                    <a:pt x="706625" y="9648"/>
                  </a:lnTo>
                  <a:lnTo>
                    <a:pt x="710055" y="9648"/>
                  </a:lnTo>
                  <a:lnTo>
                    <a:pt x="713485" y="9648"/>
                  </a:lnTo>
                  <a:lnTo>
                    <a:pt x="716915" y="9648"/>
                  </a:lnTo>
                  <a:lnTo>
                    <a:pt x="720346" y="9648"/>
                  </a:lnTo>
                  <a:lnTo>
                    <a:pt x="723776" y="9648"/>
                  </a:lnTo>
                  <a:lnTo>
                    <a:pt x="727206" y="9648"/>
                  </a:lnTo>
                  <a:lnTo>
                    <a:pt x="730636" y="9648"/>
                  </a:lnTo>
                  <a:lnTo>
                    <a:pt x="734067" y="9648"/>
                  </a:lnTo>
                  <a:lnTo>
                    <a:pt x="737497" y="9648"/>
                  </a:lnTo>
                  <a:lnTo>
                    <a:pt x="740927" y="9648"/>
                  </a:lnTo>
                  <a:lnTo>
                    <a:pt x="744357" y="9648"/>
                  </a:lnTo>
                  <a:lnTo>
                    <a:pt x="747787" y="9648"/>
                  </a:lnTo>
                  <a:lnTo>
                    <a:pt x="751218" y="9648"/>
                  </a:lnTo>
                  <a:lnTo>
                    <a:pt x="754648" y="9648"/>
                  </a:lnTo>
                  <a:lnTo>
                    <a:pt x="758078" y="9648"/>
                  </a:lnTo>
                  <a:lnTo>
                    <a:pt x="761508" y="9648"/>
                  </a:lnTo>
                  <a:lnTo>
                    <a:pt x="764939" y="9648"/>
                  </a:lnTo>
                  <a:lnTo>
                    <a:pt x="768369" y="9648"/>
                  </a:lnTo>
                  <a:lnTo>
                    <a:pt x="771799" y="9648"/>
                  </a:lnTo>
                  <a:lnTo>
                    <a:pt x="775229" y="9648"/>
                  </a:lnTo>
                  <a:lnTo>
                    <a:pt x="778659" y="9648"/>
                  </a:lnTo>
                  <a:lnTo>
                    <a:pt x="782090" y="9648"/>
                  </a:lnTo>
                  <a:lnTo>
                    <a:pt x="785520" y="9648"/>
                  </a:lnTo>
                  <a:lnTo>
                    <a:pt x="788950" y="9648"/>
                  </a:lnTo>
                  <a:lnTo>
                    <a:pt x="792380" y="9648"/>
                  </a:lnTo>
                  <a:lnTo>
                    <a:pt x="795810" y="9648"/>
                  </a:lnTo>
                  <a:lnTo>
                    <a:pt x="799241" y="9648"/>
                  </a:lnTo>
                  <a:lnTo>
                    <a:pt x="802671" y="9648"/>
                  </a:lnTo>
                  <a:lnTo>
                    <a:pt x="806101" y="9648"/>
                  </a:lnTo>
                  <a:lnTo>
                    <a:pt x="809531" y="9648"/>
                  </a:lnTo>
                  <a:lnTo>
                    <a:pt x="812962" y="9648"/>
                  </a:lnTo>
                  <a:lnTo>
                    <a:pt x="816392" y="9648"/>
                  </a:lnTo>
                  <a:lnTo>
                    <a:pt x="819822" y="9648"/>
                  </a:lnTo>
                  <a:lnTo>
                    <a:pt x="823252" y="9648"/>
                  </a:lnTo>
                  <a:lnTo>
                    <a:pt x="826682" y="9648"/>
                  </a:lnTo>
                  <a:lnTo>
                    <a:pt x="830113" y="9648"/>
                  </a:lnTo>
                  <a:lnTo>
                    <a:pt x="833543" y="9648"/>
                  </a:lnTo>
                  <a:lnTo>
                    <a:pt x="836973" y="9648"/>
                  </a:lnTo>
                  <a:lnTo>
                    <a:pt x="840403" y="9648"/>
                  </a:lnTo>
                  <a:lnTo>
                    <a:pt x="843834" y="9648"/>
                  </a:lnTo>
                  <a:lnTo>
                    <a:pt x="847264" y="9648"/>
                  </a:lnTo>
                  <a:lnTo>
                    <a:pt x="850694" y="9648"/>
                  </a:lnTo>
                  <a:lnTo>
                    <a:pt x="854124" y="9648"/>
                  </a:lnTo>
                  <a:lnTo>
                    <a:pt x="857554" y="9648"/>
                  </a:lnTo>
                  <a:lnTo>
                    <a:pt x="860985" y="9648"/>
                  </a:lnTo>
                  <a:lnTo>
                    <a:pt x="864415" y="9648"/>
                  </a:lnTo>
                  <a:lnTo>
                    <a:pt x="867845" y="9648"/>
                  </a:lnTo>
                  <a:lnTo>
                    <a:pt x="871275" y="9648"/>
                  </a:lnTo>
                  <a:lnTo>
                    <a:pt x="874706" y="9648"/>
                  </a:lnTo>
                  <a:lnTo>
                    <a:pt x="878136" y="9648"/>
                  </a:lnTo>
                  <a:lnTo>
                    <a:pt x="881566" y="9648"/>
                  </a:lnTo>
                  <a:lnTo>
                    <a:pt x="884996" y="9648"/>
                  </a:lnTo>
                  <a:lnTo>
                    <a:pt x="888426" y="9648"/>
                  </a:lnTo>
                  <a:lnTo>
                    <a:pt x="891857" y="9648"/>
                  </a:lnTo>
                  <a:lnTo>
                    <a:pt x="895287" y="9648"/>
                  </a:lnTo>
                  <a:lnTo>
                    <a:pt x="898717" y="9648"/>
                  </a:lnTo>
                  <a:lnTo>
                    <a:pt x="902147" y="9648"/>
                  </a:lnTo>
                  <a:lnTo>
                    <a:pt x="905578" y="9648"/>
                  </a:lnTo>
                  <a:lnTo>
                    <a:pt x="909008" y="9648"/>
                  </a:lnTo>
                  <a:lnTo>
                    <a:pt x="912438" y="9648"/>
                  </a:lnTo>
                  <a:lnTo>
                    <a:pt x="915868" y="9648"/>
                  </a:lnTo>
                  <a:lnTo>
                    <a:pt x="919298" y="9648"/>
                  </a:lnTo>
                  <a:lnTo>
                    <a:pt x="922729" y="9648"/>
                  </a:lnTo>
                  <a:lnTo>
                    <a:pt x="926159" y="9648"/>
                  </a:lnTo>
                  <a:lnTo>
                    <a:pt x="929589" y="9648"/>
                  </a:lnTo>
                  <a:lnTo>
                    <a:pt x="933019" y="9648"/>
                  </a:lnTo>
                  <a:lnTo>
                    <a:pt x="936449" y="9648"/>
                  </a:lnTo>
                  <a:lnTo>
                    <a:pt x="939880" y="9648"/>
                  </a:lnTo>
                  <a:lnTo>
                    <a:pt x="943310" y="9648"/>
                  </a:lnTo>
                  <a:lnTo>
                    <a:pt x="946740" y="9648"/>
                  </a:lnTo>
                  <a:lnTo>
                    <a:pt x="950170" y="9648"/>
                  </a:lnTo>
                  <a:lnTo>
                    <a:pt x="953601" y="9648"/>
                  </a:lnTo>
                  <a:lnTo>
                    <a:pt x="957031" y="9648"/>
                  </a:lnTo>
                  <a:lnTo>
                    <a:pt x="960461" y="9648"/>
                  </a:lnTo>
                  <a:lnTo>
                    <a:pt x="967321" y="9648"/>
                  </a:lnTo>
                  <a:lnTo>
                    <a:pt x="970752" y="9648"/>
                  </a:lnTo>
                  <a:lnTo>
                    <a:pt x="970752" y="4824"/>
                  </a:lnTo>
                  <a:lnTo>
                    <a:pt x="974182" y="4824"/>
                  </a:lnTo>
                  <a:lnTo>
                    <a:pt x="977612" y="4824"/>
                  </a:lnTo>
                  <a:lnTo>
                    <a:pt x="981042" y="4824"/>
                  </a:lnTo>
                  <a:lnTo>
                    <a:pt x="984473" y="4824"/>
                  </a:lnTo>
                  <a:lnTo>
                    <a:pt x="987903" y="4824"/>
                  </a:lnTo>
                  <a:lnTo>
                    <a:pt x="991333" y="4824"/>
                  </a:lnTo>
                  <a:lnTo>
                    <a:pt x="994763" y="4824"/>
                  </a:lnTo>
                  <a:lnTo>
                    <a:pt x="998193" y="4824"/>
                  </a:lnTo>
                  <a:lnTo>
                    <a:pt x="1001624" y="4824"/>
                  </a:lnTo>
                  <a:lnTo>
                    <a:pt x="1005054" y="4824"/>
                  </a:lnTo>
                  <a:lnTo>
                    <a:pt x="1008484" y="4824"/>
                  </a:lnTo>
                  <a:lnTo>
                    <a:pt x="1011914" y="4824"/>
                  </a:lnTo>
                  <a:lnTo>
                    <a:pt x="1015345" y="4824"/>
                  </a:lnTo>
                  <a:lnTo>
                    <a:pt x="1018775" y="4824"/>
                  </a:lnTo>
                  <a:lnTo>
                    <a:pt x="1022205" y="4824"/>
                  </a:lnTo>
                  <a:lnTo>
                    <a:pt x="1025635" y="4824"/>
                  </a:lnTo>
                  <a:lnTo>
                    <a:pt x="1029065" y="4824"/>
                  </a:lnTo>
                  <a:lnTo>
                    <a:pt x="1032496" y="4824"/>
                  </a:lnTo>
                  <a:lnTo>
                    <a:pt x="1035926" y="4824"/>
                  </a:lnTo>
                  <a:lnTo>
                    <a:pt x="1039356" y="4824"/>
                  </a:lnTo>
                  <a:lnTo>
                    <a:pt x="1042786" y="4824"/>
                  </a:lnTo>
                  <a:lnTo>
                    <a:pt x="1046217" y="4824"/>
                  </a:lnTo>
                  <a:lnTo>
                    <a:pt x="1049647" y="4824"/>
                  </a:lnTo>
                  <a:lnTo>
                    <a:pt x="1053077" y="4824"/>
                  </a:lnTo>
                  <a:lnTo>
                    <a:pt x="1056507" y="4824"/>
                  </a:lnTo>
                  <a:lnTo>
                    <a:pt x="1059937" y="4824"/>
                  </a:lnTo>
                  <a:lnTo>
                    <a:pt x="1063368" y="4824"/>
                  </a:lnTo>
                  <a:lnTo>
                    <a:pt x="1066798" y="4824"/>
                  </a:lnTo>
                  <a:lnTo>
                    <a:pt x="1070228" y="4824"/>
                  </a:lnTo>
                  <a:lnTo>
                    <a:pt x="1073658" y="4824"/>
                  </a:lnTo>
                  <a:lnTo>
                    <a:pt x="1077089" y="4824"/>
                  </a:lnTo>
                  <a:lnTo>
                    <a:pt x="1080519" y="4824"/>
                  </a:lnTo>
                  <a:lnTo>
                    <a:pt x="1083949" y="4824"/>
                  </a:lnTo>
                  <a:lnTo>
                    <a:pt x="1087379" y="4824"/>
                  </a:lnTo>
                  <a:lnTo>
                    <a:pt x="1090809" y="4824"/>
                  </a:lnTo>
                  <a:lnTo>
                    <a:pt x="1094240" y="4824"/>
                  </a:lnTo>
                  <a:lnTo>
                    <a:pt x="1097670" y="4824"/>
                  </a:lnTo>
                  <a:lnTo>
                    <a:pt x="1101100" y="4824"/>
                  </a:lnTo>
                  <a:lnTo>
                    <a:pt x="1104530" y="4824"/>
                  </a:lnTo>
                  <a:lnTo>
                    <a:pt x="1107960" y="4824"/>
                  </a:lnTo>
                  <a:lnTo>
                    <a:pt x="1111391" y="4824"/>
                  </a:lnTo>
                  <a:lnTo>
                    <a:pt x="1114821" y="4824"/>
                  </a:lnTo>
                  <a:lnTo>
                    <a:pt x="1118251" y="4824"/>
                  </a:lnTo>
                  <a:lnTo>
                    <a:pt x="1121681" y="4824"/>
                  </a:lnTo>
                  <a:lnTo>
                    <a:pt x="1125112" y="4824"/>
                  </a:lnTo>
                  <a:lnTo>
                    <a:pt x="1128542" y="4824"/>
                  </a:lnTo>
                  <a:lnTo>
                    <a:pt x="1131972" y="4824"/>
                  </a:lnTo>
                  <a:lnTo>
                    <a:pt x="1135402" y="4824"/>
                  </a:lnTo>
                  <a:lnTo>
                    <a:pt x="1138832" y="4824"/>
                  </a:lnTo>
                  <a:lnTo>
                    <a:pt x="1142263" y="4824"/>
                  </a:lnTo>
                  <a:lnTo>
                    <a:pt x="1145693" y="4824"/>
                  </a:lnTo>
                  <a:lnTo>
                    <a:pt x="1149123" y="4824"/>
                  </a:lnTo>
                  <a:lnTo>
                    <a:pt x="1152553" y="4824"/>
                  </a:lnTo>
                  <a:lnTo>
                    <a:pt x="1155984" y="4824"/>
                  </a:lnTo>
                  <a:lnTo>
                    <a:pt x="1159414" y="4824"/>
                  </a:lnTo>
                  <a:lnTo>
                    <a:pt x="1162844" y="4824"/>
                  </a:lnTo>
                  <a:lnTo>
                    <a:pt x="1166274" y="4824"/>
                  </a:lnTo>
                  <a:lnTo>
                    <a:pt x="1169704" y="4824"/>
                  </a:lnTo>
                  <a:lnTo>
                    <a:pt x="1173135" y="4824"/>
                  </a:lnTo>
                  <a:lnTo>
                    <a:pt x="1176565" y="4824"/>
                  </a:lnTo>
                  <a:lnTo>
                    <a:pt x="1179995" y="4824"/>
                  </a:lnTo>
                  <a:lnTo>
                    <a:pt x="1183425" y="4824"/>
                  </a:lnTo>
                  <a:lnTo>
                    <a:pt x="1186856" y="4824"/>
                  </a:lnTo>
                  <a:lnTo>
                    <a:pt x="1190286" y="4824"/>
                  </a:lnTo>
                  <a:lnTo>
                    <a:pt x="1193716" y="4824"/>
                  </a:lnTo>
                  <a:lnTo>
                    <a:pt x="1197146" y="4824"/>
                  </a:lnTo>
                  <a:lnTo>
                    <a:pt x="1200576" y="4824"/>
                  </a:lnTo>
                  <a:lnTo>
                    <a:pt x="1204007" y="4824"/>
                  </a:lnTo>
                  <a:lnTo>
                    <a:pt x="1207437" y="4824"/>
                  </a:lnTo>
                  <a:lnTo>
                    <a:pt x="1210867" y="4824"/>
                  </a:lnTo>
                  <a:lnTo>
                    <a:pt x="1214297" y="4824"/>
                  </a:lnTo>
                  <a:lnTo>
                    <a:pt x="1217728" y="4824"/>
                  </a:lnTo>
                  <a:lnTo>
                    <a:pt x="1221158" y="4824"/>
                  </a:lnTo>
                  <a:lnTo>
                    <a:pt x="1224588" y="4824"/>
                  </a:lnTo>
                  <a:lnTo>
                    <a:pt x="1228018" y="4824"/>
                  </a:lnTo>
                  <a:lnTo>
                    <a:pt x="1231448" y="4824"/>
                  </a:lnTo>
                  <a:lnTo>
                    <a:pt x="1234879" y="4824"/>
                  </a:lnTo>
                  <a:lnTo>
                    <a:pt x="1238309" y="4824"/>
                  </a:lnTo>
                  <a:lnTo>
                    <a:pt x="1241739" y="4824"/>
                  </a:lnTo>
                  <a:lnTo>
                    <a:pt x="1245169" y="4824"/>
                  </a:lnTo>
                  <a:lnTo>
                    <a:pt x="1248599" y="4824"/>
                  </a:lnTo>
                  <a:lnTo>
                    <a:pt x="1252030" y="4824"/>
                  </a:lnTo>
                  <a:lnTo>
                    <a:pt x="1255460" y="4824"/>
                  </a:lnTo>
                  <a:lnTo>
                    <a:pt x="1258890" y="4824"/>
                  </a:lnTo>
                  <a:lnTo>
                    <a:pt x="1262320" y="4824"/>
                  </a:lnTo>
                  <a:lnTo>
                    <a:pt x="1265751" y="4824"/>
                  </a:lnTo>
                  <a:lnTo>
                    <a:pt x="1269181" y="4824"/>
                  </a:lnTo>
                  <a:lnTo>
                    <a:pt x="1272611" y="4824"/>
                  </a:lnTo>
                  <a:lnTo>
                    <a:pt x="1276041" y="4824"/>
                  </a:lnTo>
                  <a:lnTo>
                    <a:pt x="1279471" y="4824"/>
                  </a:lnTo>
                  <a:lnTo>
                    <a:pt x="1282902" y="4824"/>
                  </a:lnTo>
                  <a:lnTo>
                    <a:pt x="1286332" y="4824"/>
                  </a:lnTo>
                  <a:lnTo>
                    <a:pt x="1289762" y="4824"/>
                  </a:lnTo>
                  <a:lnTo>
                    <a:pt x="1293192" y="4824"/>
                  </a:lnTo>
                  <a:lnTo>
                    <a:pt x="1296623" y="4824"/>
                  </a:lnTo>
                  <a:lnTo>
                    <a:pt x="1300053" y="4824"/>
                  </a:lnTo>
                  <a:lnTo>
                    <a:pt x="1303483" y="4824"/>
                  </a:lnTo>
                  <a:lnTo>
                    <a:pt x="1306913" y="4824"/>
                  </a:lnTo>
                  <a:lnTo>
                    <a:pt x="1310343" y="4824"/>
                  </a:lnTo>
                  <a:lnTo>
                    <a:pt x="1313774" y="4824"/>
                  </a:lnTo>
                  <a:lnTo>
                    <a:pt x="1317204" y="4824"/>
                  </a:lnTo>
                  <a:lnTo>
                    <a:pt x="1320634" y="4824"/>
                  </a:lnTo>
                  <a:lnTo>
                    <a:pt x="1324064" y="4824"/>
                  </a:lnTo>
                  <a:lnTo>
                    <a:pt x="1327495" y="4824"/>
                  </a:lnTo>
                  <a:lnTo>
                    <a:pt x="1330925" y="4824"/>
                  </a:lnTo>
                  <a:lnTo>
                    <a:pt x="1334355" y="4824"/>
                  </a:lnTo>
                  <a:lnTo>
                    <a:pt x="1337785" y="4824"/>
                  </a:lnTo>
                  <a:lnTo>
                    <a:pt x="1341215" y="4824"/>
                  </a:lnTo>
                  <a:lnTo>
                    <a:pt x="1344646" y="4824"/>
                  </a:lnTo>
                  <a:lnTo>
                    <a:pt x="1348076" y="4824"/>
                  </a:lnTo>
                  <a:lnTo>
                    <a:pt x="1351506" y="4824"/>
                  </a:lnTo>
                  <a:lnTo>
                    <a:pt x="1354936" y="4824"/>
                  </a:lnTo>
                  <a:lnTo>
                    <a:pt x="1358367" y="4824"/>
                  </a:lnTo>
                  <a:lnTo>
                    <a:pt x="1361797" y="4824"/>
                  </a:lnTo>
                  <a:lnTo>
                    <a:pt x="1365227" y="4824"/>
                  </a:lnTo>
                  <a:lnTo>
                    <a:pt x="1368657" y="4824"/>
                  </a:lnTo>
                  <a:lnTo>
                    <a:pt x="1372087" y="4824"/>
                  </a:lnTo>
                  <a:lnTo>
                    <a:pt x="1375518" y="4824"/>
                  </a:lnTo>
                  <a:lnTo>
                    <a:pt x="1378948" y="4824"/>
                  </a:lnTo>
                  <a:lnTo>
                    <a:pt x="1382378" y="4824"/>
                  </a:lnTo>
                  <a:lnTo>
                    <a:pt x="1385808" y="4824"/>
                  </a:lnTo>
                  <a:lnTo>
                    <a:pt x="1389239" y="4824"/>
                  </a:lnTo>
                  <a:lnTo>
                    <a:pt x="1392669" y="4824"/>
                  </a:lnTo>
                  <a:lnTo>
                    <a:pt x="1396099" y="4824"/>
                  </a:lnTo>
                  <a:lnTo>
                    <a:pt x="1399529" y="4824"/>
                  </a:lnTo>
                  <a:lnTo>
                    <a:pt x="1402959" y="4824"/>
                  </a:lnTo>
                  <a:lnTo>
                    <a:pt x="1406390" y="4824"/>
                  </a:lnTo>
                  <a:lnTo>
                    <a:pt x="1409820" y="4824"/>
                  </a:lnTo>
                  <a:lnTo>
                    <a:pt x="1413250" y="4824"/>
                  </a:lnTo>
                  <a:lnTo>
                    <a:pt x="1416680" y="4824"/>
                  </a:lnTo>
                  <a:lnTo>
                    <a:pt x="1420110" y="4824"/>
                  </a:lnTo>
                  <a:lnTo>
                    <a:pt x="1423541" y="4824"/>
                  </a:lnTo>
                  <a:lnTo>
                    <a:pt x="1426971" y="4824"/>
                  </a:lnTo>
                  <a:lnTo>
                    <a:pt x="1430401" y="4824"/>
                  </a:lnTo>
                  <a:lnTo>
                    <a:pt x="1433831" y="4824"/>
                  </a:lnTo>
                  <a:lnTo>
                    <a:pt x="1437262" y="4824"/>
                  </a:lnTo>
                  <a:lnTo>
                    <a:pt x="1440692" y="4824"/>
                  </a:lnTo>
                  <a:lnTo>
                    <a:pt x="1444122" y="4824"/>
                  </a:lnTo>
                  <a:lnTo>
                    <a:pt x="1447552" y="4824"/>
                  </a:lnTo>
                  <a:lnTo>
                    <a:pt x="1450982" y="4824"/>
                  </a:lnTo>
                  <a:lnTo>
                    <a:pt x="1454413" y="4824"/>
                  </a:lnTo>
                  <a:lnTo>
                    <a:pt x="1457843" y="4824"/>
                  </a:lnTo>
                  <a:lnTo>
                    <a:pt x="1461273" y="4824"/>
                  </a:lnTo>
                  <a:lnTo>
                    <a:pt x="1464703" y="4824"/>
                  </a:lnTo>
                  <a:lnTo>
                    <a:pt x="1468134" y="4824"/>
                  </a:lnTo>
                  <a:lnTo>
                    <a:pt x="1471564" y="4824"/>
                  </a:lnTo>
                  <a:lnTo>
                    <a:pt x="1474994" y="4824"/>
                  </a:lnTo>
                  <a:lnTo>
                    <a:pt x="1478424" y="4824"/>
                  </a:lnTo>
                  <a:lnTo>
                    <a:pt x="1481854" y="4824"/>
                  </a:lnTo>
                  <a:lnTo>
                    <a:pt x="1485285" y="4824"/>
                  </a:lnTo>
                  <a:lnTo>
                    <a:pt x="1488715" y="4824"/>
                  </a:lnTo>
                  <a:lnTo>
                    <a:pt x="1492145" y="4824"/>
                  </a:lnTo>
                  <a:lnTo>
                    <a:pt x="1495575" y="4824"/>
                  </a:lnTo>
                  <a:lnTo>
                    <a:pt x="1499006" y="4824"/>
                  </a:lnTo>
                  <a:lnTo>
                    <a:pt x="1502436" y="4824"/>
                  </a:lnTo>
                  <a:lnTo>
                    <a:pt x="1505866" y="4824"/>
                  </a:lnTo>
                  <a:lnTo>
                    <a:pt x="1509296" y="4824"/>
                  </a:lnTo>
                  <a:lnTo>
                    <a:pt x="1512726" y="4824"/>
                  </a:lnTo>
                  <a:lnTo>
                    <a:pt x="1516157" y="4824"/>
                  </a:lnTo>
                  <a:lnTo>
                    <a:pt x="1519587" y="4824"/>
                  </a:lnTo>
                  <a:lnTo>
                    <a:pt x="1519587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8494503" y="1510963"/>
              <a:ext cx="1671546" cy="1671546"/>
            </a:xfrm>
            <a:custGeom>
              <a:avLst/>
              <a:pathLst>
                <a:path w="1671546" h="1671546">
                  <a:moveTo>
                    <a:pt x="0" y="1671546"/>
                  </a:moveTo>
                  <a:lnTo>
                    <a:pt x="0" y="1671546"/>
                  </a:lnTo>
                  <a:lnTo>
                    <a:pt x="1671546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8950379" y="2374946"/>
              <a:ext cx="1215669" cy="807562"/>
            </a:xfrm>
            <a:custGeom>
              <a:avLst/>
              <a:pathLst>
                <a:path w="1215669" h="807562">
                  <a:moveTo>
                    <a:pt x="1215669" y="807562"/>
                  </a:moveTo>
                  <a:lnTo>
                    <a:pt x="1215669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807562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tx835"/>
            <p:cNvSpPr/>
            <p:nvPr/>
          </p:nvSpPr>
          <p:spPr>
            <a:xfrm>
              <a:off x="8995909" y="2389871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1.82 [1.118, 2.304]</a:t>
              </a:r>
            </a:p>
          </p:txBody>
        </p:sp>
        <p:sp>
          <p:nvSpPr>
            <p:cNvPr id="836" name="tx836"/>
            <p:cNvSpPr/>
            <p:nvPr/>
          </p:nvSpPr>
          <p:spPr>
            <a:xfrm>
              <a:off x="8995909" y="2635315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0.982</a:t>
              </a:r>
            </a:p>
          </p:txBody>
        </p:sp>
        <p:sp>
          <p:nvSpPr>
            <p:cNvPr id="837" name="tx837"/>
            <p:cNvSpPr/>
            <p:nvPr/>
          </p:nvSpPr>
          <p:spPr>
            <a:xfrm>
              <a:off x="8995909" y="2855268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0.927</a:t>
              </a:r>
            </a:p>
          </p:txBody>
        </p:sp>
        <p:sp>
          <p:nvSpPr>
            <p:cNvPr id="838" name="tx838"/>
            <p:cNvSpPr/>
            <p:nvPr/>
          </p:nvSpPr>
          <p:spPr>
            <a:xfrm>
              <a:off x="8995909" y="3073812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0.968</a:t>
              </a:r>
            </a:p>
          </p:txBody>
        </p:sp>
        <p:sp>
          <p:nvSpPr>
            <p:cNvPr id="839" name="tx839"/>
            <p:cNvSpPr/>
            <p:nvPr/>
          </p:nvSpPr>
          <p:spPr>
            <a:xfrm>
              <a:off x="8137952" y="305346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840" name="tx840"/>
            <p:cNvSpPr/>
            <p:nvPr/>
          </p:nvSpPr>
          <p:spPr>
            <a:xfrm>
              <a:off x="8137952" y="2673570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841" name="tx841"/>
            <p:cNvSpPr/>
            <p:nvPr/>
          </p:nvSpPr>
          <p:spPr>
            <a:xfrm>
              <a:off x="8137952" y="229367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842" name="tx842"/>
            <p:cNvSpPr/>
            <p:nvPr/>
          </p:nvSpPr>
          <p:spPr>
            <a:xfrm>
              <a:off x="8137952" y="191377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843" name="tx843"/>
            <p:cNvSpPr/>
            <p:nvPr/>
          </p:nvSpPr>
          <p:spPr>
            <a:xfrm>
              <a:off x="8137952" y="1533880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844" name="tx844"/>
            <p:cNvSpPr/>
            <p:nvPr/>
          </p:nvSpPr>
          <p:spPr>
            <a:xfrm>
              <a:off x="8432062" y="326006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845" name="tx845"/>
            <p:cNvSpPr/>
            <p:nvPr/>
          </p:nvSpPr>
          <p:spPr>
            <a:xfrm>
              <a:off x="8811959" y="326006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846" name="tx846"/>
            <p:cNvSpPr/>
            <p:nvPr/>
          </p:nvSpPr>
          <p:spPr>
            <a:xfrm>
              <a:off x="9191856" y="326006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847" name="tx847"/>
            <p:cNvSpPr/>
            <p:nvPr/>
          </p:nvSpPr>
          <p:spPr>
            <a:xfrm>
              <a:off x="9571753" y="326006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848" name="tx848"/>
            <p:cNvSpPr/>
            <p:nvPr/>
          </p:nvSpPr>
          <p:spPr>
            <a:xfrm>
              <a:off x="9951650" y="326006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849" name="tx849"/>
            <p:cNvSpPr/>
            <p:nvPr/>
          </p:nvSpPr>
          <p:spPr>
            <a:xfrm>
              <a:off x="7951892" y="340979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850" name="tx850"/>
            <p:cNvSpPr/>
            <p:nvPr/>
          </p:nvSpPr>
          <p:spPr>
            <a:xfrm rot="-5400000">
              <a:off x="6766934" y="226330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851" name="tx851"/>
            <p:cNvSpPr/>
            <p:nvPr/>
          </p:nvSpPr>
          <p:spPr>
            <a:xfrm>
              <a:off x="8494503" y="123156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B.</a:t>
              </a:r>
            </a:p>
          </p:txBody>
        </p:sp>
        <p:sp>
          <p:nvSpPr>
            <p:cNvPr id="852" name="rc852"/>
            <p:cNvSpPr/>
            <p:nvPr/>
          </p:nvSpPr>
          <p:spPr>
            <a:xfrm>
              <a:off x="10698162" y="1143000"/>
              <a:ext cx="4937759" cy="25603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rc853"/>
            <p:cNvSpPr/>
            <p:nvPr/>
          </p:nvSpPr>
          <p:spPr>
            <a:xfrm>
              <a:off x="11193776" y="1440278"/>
              <a:ext cx="4372557" cy="18531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11193776" y="291437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11193776" y="249320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11193776" y="207203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11193776" y="1650863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12094605" y="144027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13139465" y="144027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14184325" y="144027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15229185" y="144027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11193776" y="312496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11193776" y="270379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11193776" y="228262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11193776" y="1861449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11193776" y="14402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11572174" y="144027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12617035" y="144027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13661895" y="144027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14706755" y="144027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11551394" y="2478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11502832" y="2902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11513389" y="2796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11991268" y="2458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2170032" y="2802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13971756" y="2687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14069584" y="2645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14063249" y="2488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11782943" y="2364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11999713" y="2667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11516908" y="2419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4149817" y="2443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1502128" y="2309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11451454" y="2637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11424006" y="2665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12711253" y="2397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12716884" y="2493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12888610" y="2469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11722417" y="2532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12139769" y="2717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12160179" y="2519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11969450" y="2305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11861065" y="2452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13232064" y="273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13845776" y="2633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11478199" y="2821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12484630" y="2605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1485941" y="2673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11485941" y="2673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12525450" y="2789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12504336" y="2294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11498609" y="2651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11450047" y="2643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11515500" y="2636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11535206" y="2474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12410028" y="2574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11543652" y="2463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11720305" y="2780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11542244" y="2705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11462011" y="2590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11535206" y="2357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11510573" y="2499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13136347" y="2772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13380565" y="2681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13350302" y="2742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13404494" y="2628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13386196" y="2601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11761126" y="2778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12113025" y="2673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11597141" y="2426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11537318" y="2614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11535910" y="2595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1534503" y="2646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11542244" y="2632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1892736" y="2232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11837840" y="2626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12036311" y="26064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12243931" y="2835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11557728" y="2563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11621070" y="259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11600660" y="2726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12017308" y="2376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12044052" y="2370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2044052" y="2370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1862473" y="2566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2110913" y="2414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11495090" y="2680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11583768" y="2565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11687227" y="2485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11709748" y="2530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11544356" y="28472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11597844" y="2834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11530984" y="2396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11754088" y="2712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11720305" y="2783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11462011" y="2875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11500017" y="2804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11453566" y="2718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11443713" y="2725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11445824" y="2694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11489460" y="2690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12483223" y="2688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12524043" y="2587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12524043" y="2587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2405805" y="2482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12321349" y="2500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13666307" y="2658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13648712" y="2541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14262424" y="2607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14262424" y="2607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11622477" y="2742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11476087" y="2345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13280626" y="2476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3019517" y="2461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13122271" y="2560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13003329" y="2492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13240509" y="2587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13225026" y="2547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12620463" y="2481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11404300" y="2864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11943409" y="27585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11895551" y="2628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11970857" y="2378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12156660" y="2735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11606994" y="2759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11661186" y="2705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12492372" y="2704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14079437" y="2493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14511569" y="2479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11992675" y="2547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11611217" y="2470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11610513" y="2500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11622477" y="2419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11580953" y="2466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12031384" y="2777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12317126" y="2732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13561441" y="2487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13431942" y="2592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13331299" y="2694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11546467" y="3036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11552098" y="2786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13206727" y="2629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13232768" y="2684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11570396" y="2651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12886499" y="2326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13002626" y="2394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13296813" y="2452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13423497" y="2347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13500211" y="2473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11519723" y="2808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11519723" y="2808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11550690" y="2952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11513389" y="2970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11521834" y="2882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11689338" y="2635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12097541" y="2428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12162291" y="2648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12433253" y="2619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12472666" y="2471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11602067" y="2546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12170736" y="2605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12885795" y="2516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14410926" y="2672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13503730" y="2549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14135037" y="2459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14447523" y="2438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11480310" y="2636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11493682" y="2659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11426822" y="2465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11573915" y="2397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11798427" y="2720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11638665" y="2765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11828690" y="2735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11477495" y="2684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11478903" y="2592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11436675" y="2668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11454270" y="2471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11611920" y="2526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11514796" y="2623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11535910" y="254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11596437" y="2479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12547972" y="2552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11598548" y="2731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11649926" y="2759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11521834" y="2727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11552098" y="2694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14037209" y="2596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13886596" y="2609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11569693" y="2655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11507758" y="2601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11547875" y="2371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11607698" y="2394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11540133" y="2544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11573212" y="2747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13675457" y="2614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6"/>
            <p:cNvSpPr/>
            <p:nvPr/>
          </p:nvSpPr>
          <p:spPr>
            <a:xfrm>
              <a:off x="11495794" y="2484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7"/>
            <p:cNvSpPr/>
            <p:nvPr/>
          </p:nvSpPr>
          <p:spPr>
            <a:xfrm>
              <a:off x="12798524" y="2527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8"/>
            <p:cNvSpPr/>
            <p:nvPr/>
          </p:nvSpPr>
          <p:spPr>
            <a:xfrm>
              <a:off x="12862570" y="2552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9"/>
            <p:cNvSpPr/>
            <p:nvPr/>
          </p:nvSpPr>
          <p:spPr>
            <a:xfrm>
              <a:off x="11865992" y="2723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50"/>
            <p:cNvSpPr/>
            <p:nvPr/>
          </p:nvSpPr>
          <p:spPr>
            <a:xfrm>
              <a:off x="11850508" y="2537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1"/>
            <p:cNvSpPr/>
            <p:nvPr/>
          </p:nvSpPr>
          <p:spPr>
            <a:xfrm>
              <a:off x="11565470" y="2856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2"/>
            <p:cNvSpPr/>
            <p:nvPr/>
          </p:nvSpPr>
          <p:spPr>
            <a:xfrm>
              <a:off x="11470457" y="2694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3"/>
            <p:cNvSpPr/>
            <p:nvPr/>
          </p:nvSpPr>
          <p:spPr>
            <a:xfrm>
              <a:off x="12027161" y="2549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4"/>
            <p:cNvSpPr/>
            <p:nvPr/>
          </p:nvSpPr>
          <p:spPr>
            <a:xfrm>
              <a:off x="12151734" y="2559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5"/>
            <p:cNvSpPr/>
            <p:nvPr/>
          </p:nvSpPr>
          <p:spPr>
            <a:xfrm>
              <a:off x="12268564" y="2467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6"/>
            <p:cNvSpPr/>
            <p:nvPr/>
          </p:nvSpPr>
          <p:spPr>
            <a:xfrm>
              <a:off x="12453663" y="2600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7"/>
            <p:cNvSpPr/>
            <p:nvPr/>
          </p:nvSpPr>
          <p:spPr>
            <a:xfrm>
              <a:off x="12490964" y="2553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8"/>
            <p:cNvSpPr/>
            <p:nvPr/>
          </p:nvSpPr>
          <p:spPr>
            <a:xfrm>
              <a:off x="11609105" y="2473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9"/>
            <p:cNvSpPr/>
            <p:nvPr/>
          </p:nvSpPr>
          <p:spPr>
            <a:xfrm>
              <a:off x="11567581" y="2497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60"/>
            <p:cNvSpPr/>
            <p:nvPr/>
          </p:nvSpPr>
          <p:spPr>
            <a:xfrm>
              <a:off x="11551394" y="2538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1"/>
            <p:cNvSpPr/>
            <p:nvPr/>
          </p:nvSpPr>
          <p:spPr>
            <a:xfrm>
              <a:off x="12381172" y="2374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2"/>
            <p:cNvSpPr/>
            <p:nvPr/>
          </p:nvSpPr>
          <p:spPr>
            <a:xfrm>
              <a:off x="12585273" y="2335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3"/>
            <p:cNvSpPr/>
            <p:nvPr/>
          </p:nvSpPr>
          <p:spPr>
            <a:xfrm>
              <a:off x="11552801" y="2643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4"/>
            <p:cNvSpPr/>
            <p:nvPr/>
          </p:nvSpPr>
          <p:spPr>
            <a:xfrm>
              <a:off x="11540133" y="2572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5"/>
            <p:cNvSpPr/>
            <p:nvPr/>
          </p:nvSpPr>
          <p:spPr>
            <a:xfrm>
              <a:off x="12195369" y="2300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6"/>
            <p:cNvSpPr/>
            <p:nvPr/>
          </p:nvSpPr>
          <p:spPr>
            <a:xfrm>
              <a:off x="12241116" y="2440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7"/>
            <p:cNvSpPr/>
            <p:nvPr/>
          </p:nvSpPr>
          <p:spPr>
            <a:xfrm>
              <a:off x="12241116" y="2440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8"/>
            <p:cNvSpPr/>
            <p:nvPr/>
          </p:nvSpPr>
          <p:spPr>
            <a:xfrm>
              <a:off x="11580953" y="2602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9"/>
            <p:cNvSpPr/>
            <p:nvPr/>
          </p:nvSpPr>
          <p:spPr>
            <a:xfrm>
              <a:off x="11485237" y="2721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70"/>
            <p:cNvSpPr/>
            <p:nvPr/>
          </p:nvSpPr>
          <p:spPr>
            <a:xfrm>
              <a:off x="11490867" y="2644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1"/>
            <p:cNvSpPr/>
            <p:nvPr/>
          </p:nvSpPr>
          <p:spPr>
            <a:xfrm>
              <a:off x="12347389" y="2591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2"/>
            <p:cNvSpPr/>
            <p:nvPr/>
          </p:nvSpPr>
          <p:spPr>
            <a:xfrm>
              <a:off x="12526154" y="2548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3"/>
            <p:cNvSpPr/>
            <p:nvPr/>
          </p:nvSpPr>
          <p:spPr>
            <a:xfrm>
              <a:off x="12469147" y="2624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4"/>
            <p:cNvSpPr/>
            <p:nvPr/>
          </p:nvSpPr>
          <p:spPr>
            <a:xfrm>
              <a:off x="12398767" y="2593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5"/>
            <p:cNvSpPr/>
            <p:nvPr/>
          </p:nvSpPr>
          <p:spPr>
            <a:xfrm>
              <a:off x="11573915" y="2622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6"/>
            <p:cNvSpPr/>
            <p:nvPr/>
          </p:nvSpPr>
          <p:spPr>
            <a:xfrm>
              <a:off x="11589399" y="2514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7"/>
            <p:cNvSpPr/>
            <p:nvPr/>
          </p:nvSpPr>
          <p:spPr>
            <a:xfrm>
              <a:off x="11583065" y="2851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8"/>
            <p:cNvSpPr/>
            <p:nvPr/>
          </p:nvSpPr>
          <p:spPr>
            <a:xfrm>
              <a:off x="11806169" y="2523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9"/>
            <p:cNvSpPr/>
            <p:nvPr/>
          </p:nvSpPr>
          <p:spPr>
            <a:xfrm>
              <a:off x="11487348" y="2597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80"/>
            <p:cNvSpPr/>
            <p:nvPr/>
          </p:nvSpPr>
          <p:spPr>
            <a:xfrm>
              <a:off x="11684412" y="2722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1"/>
            <p:cNvSpPr/>
            <p:nvPr/>
          </p:nvSpPr>
          <p:spPr>
            <a:xfrm>
              <a:off x="13510768" y="2541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2"/>
            <p:cNvSpPr/>
            <p:nvPr/>
          </p:nvSpPr>
          <p:spPr>
            <a:xfrm>
              <a:off x="13491061" y="2526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3"/>
            <p:cNvSpPr/>
            <p:nvPr/>
          </p:nvSpPr>
          <p:spPr>
            <a:xfrm>
              <a:off x="13485431" y="2434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4"/>
            <p:cNvSpPr/>
            <p:nvPr/>
          </p:nvSpPr>
          <p:spPr>
            <a:xfrm>
              <a:off x="11530984" y="2597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5"/>
            <p:cNvSpPr/>
            <p:nvPr/>
          </p:nvSpPr>
          <p:spPr>
            <a:xfrm>
              <a:off x="11492275" y="2383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6"/>
            <p:cNvSpPr/>
            <p:nvPr/>
          </p:nvSpPr>
          <p:spPr>
            <a:xfrm>
              <a:off x="11820948" y="2749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7"/>
            <p:cNvSpPr/>
            <p:nvPr/>
          </p:nvSpPr>
          <p:spPr>
            <a:xfrm>
              <a:off x="11880068" y="2703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8"/>
            <p:cNvSpPr/>
            <p:nvPr/>
          </p:nvSpPr>
          <p:spPr>
            <a:xfrm>
              <a:off x="11732270" y="2877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9"/>
            <p:cNvSpPr/>
            <p:nvPr/>
          </p:nvSpPr>
          <p:spPr>
            <a:xfrm>
              <a:off x="11766756" y="2732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90"/>
            <p:cNvSpPr/>
            <p:nvPr/>
          </p:nvSpPr>
          <p:spPr>
            <a:xfrm>
              <a:off x="11842062" y="2795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1"/>
            <p:cNvSpPr/>
            <p:nvPr/>
          </p:nvSpPr>
          <p:spPr>
            <a:xfrm>
              <a:off x="14014687" y="2703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2"/>
            <p:cNvSpPr/>
            <p:nvPr/>
          </p:nvSpPr>
          <p:spPr>
            <a:xfrm>
              <a:off x="14379959" y="2671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3"/>
            <p:cNvSpPr/>
            <p:nvPr/>
          </p:nvSpPr>
          <p:spPr>
            <a:xfrm>
              <a:off x="14197675" y="2722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4"/>
            <p:cNvSpPr/>
            <p:nvPr/>
          </p:nvSpPr>
          <p:spPr>
            <a:xfrm>
              <a:off x="14206824" y="262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5"/>
            <p:cNvSpPr/>
            <p:nvPr/>
          </p:nvSpPr>
          <p:spPr>
            <a:xfrm>
              <a:off x="14206120" y="2624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6"/>
            <p:cNvSpPr/>
            <p:nvPr/>
          </p:nvSpPr>
          <p:spPr>
            <a:xfrm>
              <a:off x="11991268" y="2673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7"/>
            <p:cNvSpPr/>
            <p:nvPr/>
          </p:nvSpPr>
          <p:spPr>
            <a:xfrm>
              <a:off x="11987749" y="2682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8"/>
            <p:cNvSpPr/>
            <p:nvPr/>
          </p:nvSpPr>
          <p:spPr>
            <a:xfrm>
              <a:off x="11525353" y="2820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9"/>
            <p:cNvSpPr/>
            <p:nvPr/>
          </p:nvSpPr>
          <p:spPr>
            <a:xfrm>
              <a:off x="11566877" y="27315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100"/>
            <p:cNvSpPr/>
            <p:nvPr/>
          </p:nvSpPr>
          <p:spPr>
            <a:xfrm>
              <a:off x="11569693" y="2459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1"/>
            <p:cNvSpPr/>
            <p:nvPr/>
          </p:nvSpPr>
          <p:spPr>
            <a:xfrm>
              <a:off x="11554209" y="2551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2"/>
            <p:cNvSpPr/>
            <p:nvPr/>
          </p:nvSpPr>
          <p:spPr>
            <a:xfrm>
              <a:off x="11561951" y="2298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3"/>
            <p:cNvSpPr/>
            <p:nvPr/>
          </p:nvSpPr>
          <p:spPr>
            <a:xfrm>
              <a:off x="11515500" y="2480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4"/>
            <p:cNvSpPr/>
            <p:nvPr/>
          </p:nvSpPr>
          <p:spPr>
            <a:xfrm>
              <a:off x="11551394" y="2420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5"/>
            <p:cNvSpPr/>
            <p:nvPr/>
          </p:nvSpPr>
          <p:spPr>
            <a:xfrm>
              <a:off x="11515500" y="2303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6"/>
            <p:cNvSpPr/>
            <p:nvPr/>
          </p:nvSpPr>
          <p:spPr>
            <a:xfrm>
              <a:off x="11533095" y="2575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7"/>
            <p:cNvSpPr/>
            <p:nvPr/>
          </p:nvSpPr>
          <p:spPr>
            <a:xfrm>
              <a:off x="12166513" y="2364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8"/>
            <p:cNvSpPr/>
            <p:nvPr/>
          </p:nvSpPr>
          <p:spPr>
            <a:xfrm>
              <a:off x="11809688" y="2680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9"/>
            <p:cNvSpPr/>
            <p:nvPr/>
          </p:nvSpPr>
          <p:spPr>
            <a:xfrm>
              <a:off x="11884290" y="2675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10"/>
            <p:cNvSpPr/>
            <p:nvPr/>
          </p:nvSpPr>
          <p:spPr>
            <a:xfrm>
              <a:off x="11911035" y="269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1"/>
            <p:cNvSpPr/>
            <p:nvPr/>
          </p:nvSpPr>
          <p:spPr>
            <a:xfrm>
              <a:off x="11594325" y="2762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2"/>
            <p:cNvSpPr/>
            <p:nvPr/>
          </p:nvSpPr>
          <p:spPr>
            <a:xfrm>
              <a:off x="11630219" y="2733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3"/>
            <p:cNvSpPr/>
            <p:nvPr/>
          </p:nvSpPr>
          <p:spPr>
            <a:xfrm>
              <a:off x="11614736" y="2517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4"/>
            <p:cNvSpPr/>
            <p:nvPr/>
          </p:nvSpPr>
          <p:spPr>
            <a:xfrm>
              <a:off x="11519723" y="2722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5"/>
            <p:cNvSpPr/>
            <p:nvPr/>
          </p:nvSpPr>
          <p:spPr>
            <a:xfrm>
              <a:off x="11645703" y="2847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6"/>
            <p:cNvSpPr/>
            <p:nvPr/>
          </p:nvSpPr>
          <p:spPr>
            <a:xfrm>
              <a:off x="11618958" y="2603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7"/>
            <p:cNvSpPr/>
            <p:nvPr/>
          </p:nvSpPr>
          <p:spPr>
            <a:xfrm>
              <a:off x="11532391" y="2820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8"/>
            <p:cNvSpPr/>
            <p:nvPr/>
          </p:nvSpPr>
          <p:spPr>
            <a:xfrm>
              <a:off x="11530984" y="2860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9"/>
            <p:cNvSpPr/>
            <p:nvPr/>
          </p:nvSpPr>
          <p:spPr>
            <a:xfrm>
              <a:off x="11552801" y="3005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20"/>
            <p:cNvSpPr/>
            <p:nvPr/>
          </p:nvSpPr>
          <p:spPr>
            <a:xfrm>
              <a:off x="11566877" y="2984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1"/>
            <p:cNvSpPr/>
            <p:nvPr/>
          </p:nvSpPr>
          <p:spPr>
            <a:xfrm>
              <a:off x="11557024" y="2521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2"/>
            <p:cNvSpPr/>
            <p:nvPr/>
          </p:nvSpPr>
          <p:spPr>
            <a:xfrm>
              <a:off x="11533095" y="2446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3"/>
            <p:cNvSpPr/>
            <p:nvPr/>
          </p:nvSpPr>
          <p:spPr>
            <a:xfrm>
              <a:off x="11543652" y="2355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4"/>
            <p:cNvSpPr/>
            <p:nvPr/>
          </p:nvSpPr>
          <p:spPr>
            <a:xfrm>
              <a:off x="12324868" y="2516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5"/>
            <p:cNvSpPr/>
            <p:nvPr/>
          </p:nvSpPr>
          <p:spPr>
            <a:xfrm>
              <a:off x="12384691" y="2480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6"/>
            <p:cNvSpPr/>
            <p:nvPr/>
          </p:nvSpPr>
          <p:spPr>
            <a:xfrm>
              <a:off x="11526057" y="2459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7"/>
            <p:cNvSpPr/>
            <p:nvPr/>
          </p:nvSpPr>
          <p:spPr>
            <a:xfrm>
              <a:off x="12610610" y="2536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8"/>
            <p:cNvSpPr/>
            <p:nvPr/>
          </p:nvSpPr>
          <p:spPr>
            <a:xfrm>
              <a:off x="12923096" y="2583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9"/>
            <p:cNvSpPr/>
            <p:nvPr/>
          </p:nvSpPr>
          <p:spPr>
            <a:xfrm>
              <a:off x="11462011" y="2639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30"/>
            <p:cNvSpPr/>
            <p:nvPr/>
          </p:nvSpPr>
          <p:spPr>
            <a:xfrm>
              <a:off x="11546467" y="2755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1"/>
            <p:cNvSpPr/>
            <p:nvPr/>
          </p:nvSpPr>
          <p:spPr>
            <a:xfrm>
              <a:off x="11569693" y="2749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2"/>
            <p:cNvSpPr/>
            <p:nvPr/>
          </p:nvSpPr>
          <p:spPr>
            <a:xfrm>
              <a:off x="11504239" y="2293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3"/>
            <p:cNvSpPr/>
            <p:nvPr/>
          </p:nvSpPr>
          <p:spPr>
            <a:xfrm>
              <a:off x="11486644" y="2329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4"/>
            <p:cNvSpPr/>
            <p:nvPr/>
          </p:nvSpPr>
          <p:spPr>
            <a:xfrm>
              <a:off x="11775202" y="2754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5"/>
            <p:cNvSpPr/>
            <p:nvPr/>
          </p:nvSpPr>
          <p:spPr>
            <a:xfrm>
              <a:off x="12035607" y="2401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12146807" y="2328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11519723" y="2526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11561951" y="2428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11564766" y="2803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11547171" y="2706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11560543" y="2463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12642985" y="2440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12457182" y="2418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13990758" y="2407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13700793" y="2484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13757097" y="2487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11963819" y="2559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11405004" y="2788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11453566" y="2692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13067375" y="2439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13044853" y="2444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11494386" y="2625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11951151" y="2326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11818133" y="2606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11898366" y="2652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12061647" y="2644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12623982" y="2504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11671039" y="2932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11633034" y="2939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11509870" y="2779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11542244" y="2714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11404300" y="2599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11518315" y="2578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11573915" y="2923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11561247" y="2929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11383186" y="269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11399373" y="2655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11580953" y="2463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11713971" y="2409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11764645" y="2430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11787870" y="2502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11901885" y="2282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11907516" y="2525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11847693" y="2441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11512685" y="2595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11485941" y="2511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11518315" y="2590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11514796" y="2462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11568285" y="2480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12305162" y="2748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12735886" y="2520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11858954" y="2729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11820245" y="2626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11475384" y="307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11440194" y="2789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11859657" y="2736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11859657" y="2619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12949137" y="2485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11472568" y="2323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13550181" y="2617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11545763" y="2593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11495794" y="2451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11574619" y="2558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13392530" y="2646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13717684" y="2546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11546467" y="2370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11462011" y="2853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11484533" y="2922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11476087" y="2706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11612624" y="2936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11610513" y="2694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11690746" y="2859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12157364" y="2655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12199592" y="2651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11529576" y="2687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11500720" y="2643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12287567" y="2745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12559937" y="2684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12676767" y="2467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12791486" y="2320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13189132" y="2366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13189132" y="2366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12876646" y="2399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12173551" y="2808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12172144" y="2742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12213668" y="2740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12185516" y="2775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12177070" y="2709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12193258" y="2642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12174959" y="2605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12317126" y="2577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14200490" y="2431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14160374" y="2397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14495381" y="232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11642184" y="2811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11687931" y="2421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12134842" y="2441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11504943" y="2583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11863176" y="2314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12198184" y="2702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12623278" y="265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11515500" y="2774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12034199" y="2915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12312200" y="2899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12280529" y="2527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12520524" y="2532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12533896" y="2338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12533896" y="2756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11941298" y="2560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12056721" y="2535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11483829" y="2466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11481014" y="2614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11587991" y="2303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11469753" y="2683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11507758" y="2571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6"/>
            <p:cNvSpPr/>
            <p:nvPr/>
          </p:nvSpPr>
          <p:spPr>
            <a:xfrm>
              <a:off x="12412139" y="2531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7"/>
            <p:cNvSpPr/>
            <p:nvPr/>
          </p:nvSpPr>
          <p:spPr>
            <a:xfrm>
              <a:off x="12412139" y="2531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8"/>
            <p:cNvSpPr/>
            <p:nvPr/>
          </p:nvSpPr>
          <p:spPr>
            <a:xfrm>
              <a:off x="12436068" y="2508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9"/>
            <p:cNvSpPr/>
            <p:nvPr/>
          </p:nvSpPr>
          <p:spPr>
            <a:xfrm>
              <a:off x="13099750" y="2599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50"/>
            <p:cNvSpPr/>
            <p:nvPr/>
          </p:nvSpPr>
          <p:spPr>
            <a:xfrm>
              <a:off x="13156757" y="2577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1"/>
            <p:cNvSpPr/>
            <p:nvPr/>
          </p:nvSpPr>
          <p:spPr>
            <a:xfrm>
              <a:off x="13568479" y="2579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2"/>
            <p:cNvSpPr/>
            <p:nvPr/>
          </p:nvSpPr>
          <p:spPr>
            <a:xfrm>
              <a:off x="11565470" y="2491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3"/>
            <p:cNvSpPr/>
            <p:nvPr/>
          </p:nvSpPr>
          <p:spPr>
            <a:xfrm>
              <a:off x="11580953" y="2595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11572508" y="2663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11609105" y="2704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11597141" y="2655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11526057" y="2611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11602067" y="2793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11592214" y="2661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12779522" y="2488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11865992" y="2828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12243931" y="2437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12294605" y="2453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12291086" y="2373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12117247" y="2746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12235486" y="2634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7"/>
            <p:cNvSpPr/>
            <p:nvPr/>
          </p:nvSpPr>
          <p:spPr>
            <a:xfrm>
              <a:off x="12366392" y="2568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8"/>
            <p:cNvSpPr/>
            <p:nvPr/>
          </p:nvSpPr>
          <p:spPr>
            <a:xfrm>
              <a:off x="12239005" y="2566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9"/>
            <p:cNvSpPr/>
            <p:nvPr/>
          </p:nvSpPr>
          <p:spPr>
            <a:xfrm>
              <a:off x="12241116" y="2557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70"/>
            <p:cNvSpPr/>
            <p:nvPr/>
          </p:nvSpPr>
          <p:spPr>
            <a:xfrm>
              <a:off x="12203111" y="2415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1"/>
            <p:cNvSpPr/>
            <p:nvPr/>
          </p:nvSpPr>
          <p:spPr>
            <a:xfrm>
              <a:off x="12288270" y="2783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2"/>
            <p:cNvSpPr/>
            <p:nvPr/>
          </p:nvSpPr>
          <p:spPr>
            <a:xfrm>
              <a:off x="13120864" y="2513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3"/>
            <p:cNvSpPr/>
            <p:nvPr/>
          </p:nvSpPr>
          <p:spPr>
            <a:xfrm>
              <a:off x="13120864" y="2513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4"/>
            <p:cNvSpPr/>
            <p:nvPr/>
          </p:nvSpPr>
          <p:spPr>
            <a:xfrm>
              <a:off x="11506351" y="2748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5"/>
            <p:cNvSpPr/>
            <p:nvPr/>
          </p:nvSpPr>
          <p:spPr>
            <a:xfrm>
              <a:off x="11631627" y="2701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6"/>
            <p:cNvSpPr/>
            <p:nvPr/>
          </p:nvSpPr>
          <p:spPr>
            <a:xfrm>
              <a:off x="12595830" y="2819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7"/>
            <p:cNvSpPr/>
            <p:nvPr/>
          </p:nvSpPr>
          <p:spPr>
            <a:xfrm>
              <a:off x="11508462" y="2479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8"/>
            <p:cNvSpPr/>
            <p:nvPr/>
          </p:nvSpPr>
          <p:spPr>
            <a:xfrm>
              <a:off x="12990661" y="2495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9"/>
            <p:cNvSpPr/>
            <p:nvPr/>
          </p:nvSpPr>
          <p:spPr>
            <a:xfrm>
              <a:off x="12856236" y="2576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80"/>
            <p:cNvSpPr/>
            <p:nvPr/>
          </p:nvSpPr>
          <p:spPr>
            <a:xfrm>
              <a:off x="13248955" y="2552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1"/>
            <p:cNvSpPr/>
            <p:nvPr/>
          </p:nvSpPr>
          <p:spPr>
            <a:xfrm>
              <a:off x="13248955" y="2552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2"/>
            <p:cNvSpPr/>
            <p:nvPr/>
          </p:nvSpPr>
          <p:spPr>
            <a:xfrm>
              <a:off x="13015998" y="2580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3"/>
            <p:cNvSpPr/>
            <p:nvPr/>
          </p:nvSpPr>
          <p:spPr>
            <a:xfrm>
              <a:off x="11508462" y="2492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4"/>
            <p:cNvSpPr/>
            <p:nvPr/>
          </p:nvSpPr>
          <p:spPr>
            <a:xfrm>
              <a:off x="11704118" y="2565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5"/>
            <p:cNvSpPr/>
            <p:nvPr/>
          </p:nvSpPr>
          <p:spPr>
            <a:xfrm>
              <a:off x="11793500" y="2259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6"/>
            <p:cNvSpPr/>
            <p:nvPr/>
          </p:nvSpPr>
          <p:spPr>
            <a:xfrm>
              <a:off x="11820245" y="2362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7"/>
            <p:cNvSpPr/>
            <p:nvPr/>
          </p:nvSpPr>
          <p:spPr>
            <a:xfrm>
              <a:off x="11830098" y="2684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8"/>
            <p:cNvSpPr/>
            <p:nvPr/>
          </p:nvSpPr>
          <p:spPr>
            <a:xfrm>
              <a:off x="12317126" y="2600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9"/>
            <p:cNvSpPr/>
            <p:nvPr/>
          </p:nvSpPr>
          <p:spPr>
            <a:xfrm>
              <a:off x="11524649" y="2747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90"/>
            <p:cNvSpPr/>
            <p:nvPr/>
          </p:nvSpPr>
          <p:spPr>
            <a:xfrm>
              <a:off x="11524649" y="2747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1"/>
            <p:cNvSpPr/>
            <p:nvPr/>
          </p:nvSpPr>
          <p:spPr>
            <a:xfrm>
              <a:off x="11514796" y="2526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2"/>
            <p:cNvSpPr/>
            <p:nvPr/>
          </p:nvSpPr>
          <p:spPr>
            <a:xfrm>
              <a:off x="12198184" y="2606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3"/>
            <p:cNvSpPr/>
            <p:nvPr/>
          </p:nvSpPr>
          <p:spPr>
            <a:xfrm>
              <a:off x="11568285" y="2633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4"/>
            <p:cNvSpPr/>
            <p:nvPr/>
          </p:nvSpPr>
          <p:spPr>
            <a:xfrm>
              <a:off x="11585880" y="2660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5"/>
            <p:cNvSpPr/>
            <p:nvPr/>
          </p:nvSpPr>
          <p:spPr>
            <a:xfrm>
              <a:off x="11678781" y="2873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6"/>
            <p:cNvSpPr/>
            <p:nvPr/>
          </p:nvSpPr>
          <p:spPr>
            <a:xfrm>
              <a:off x="12479000" y="2797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7"/>
            <p:cNvSpPr/>
            <p:nvPr/>
          </p:nvSpPr>
          <p:spPr>
            <a:xfrm>
              <a:off x="12379764" y="2607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8"/>
            <p:cNvSpPr/>
            <p:nvPr/>
          </p:nvSpPr>
          <p:spPr>
            <a:xfrm>
              <a:off x="12371319" y="260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9"/>
            <p:cNvSpPr/>
            <p:nvPr/>
          </p:nvSpPr>
          <p:spPr>
            <a:xfrm>
              <a:off x="12177070" y="2605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300"/>
            <p:cNvSpPr/>
            <p:nvPr/>
          </p:nvSpPr>
          <p:spPr>
            <a:xfrm>
              <a:off x="12999810" y="2317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1"/>
            <p:cNvSpPr/>
            <p:nvPr/>
          </p:nvSpPr>
          <p:spPr>
            <a:xfrm>
              <a:off x="13069486" y="2225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2"/>
            <p:cNvSpPr/>
            <p:nvPr/>
          </p:nvSpPr>
          <p:spPr>
            <a:xfrm>
              <a:off x="14109700" y="2533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3"/>
            <p:cNvSpPr/>
            <p:nvPr/>
          </p:nvSpPr>
          <p:spPr>
            <a:xfrm>
              <a:off x="13830292" y="2551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4"/>
            <p:cNvSpPr/>
            <p:nvPr/>
          </p:nvSpPr>
          <p:spPr>
            <a:xfrm>
              <a:off x="14015391" y="2542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5"/>
            <p:cNvSpPr/>
            <p:nvPr/>
          </p:nvSpPr>
          <p:spPr>
            <a:xfrm>
              <a:off x="14439781" y="2529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6"/>
            <p:cNvSpPr/>
            <p:nvPr/>
          </p:nvSpPr>
          <p:spPr>
            <a:xfrm>
              <a:off x="14439781" y="2529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7"/>
            <p:cNvSpPr/>
            <p:nvPr/>
          </p:nvSpPr>
          <p:spPr>
            <a:xfrm>
              <a:off x="11535910" y="2665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8"/>
            <p:cNvSpPr/>
            <p:nvPr/>
          </p:nvSpPr>
          <p:spPr>
            <a:xfrm>
              <a:off x="11569693" y="2648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9"/>
            <p:cNvSpPr/>
            <p:nvPr/>
          </p:nvSpPr>
          <p:spPr>
            <a:xfrm>
              <a:off x="11562655" y="2664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10"/>
            <p:cNvSpPr/>
            <p:nvPr/>
          </p:nvSpPr>
          <p:spPr>
            <a:xfrm>
              <a:off x="11609105" y="2571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1"/>
            <p:cNvSpPr/>
            <p:nvPr/>
          </p:nvSpPr>
          <p:spPr>
            <a:xfrm>
              <a:off x="11946225" y="2747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2"/>
            <p:cNvSpPr/>
            <p:nvPr/>
          </p:nvSpPr>
          <p:spPr>
            <a:xfrm>
              <a:off x="11946225" y="2895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3"/>
            <p:cNvSpPr/>
            <p:nvPr/>
          </p:nvSpPr>
          <p:spPr>
            <a:xfrm>
              <a:off x="11557728" y="2342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4"/>
            <p:cNvSpPr/>
            <p:nvPr/>
          </p:nvSpPr>
          <p:spPr>
            <a:xfrm>
              <a:off x="11599956" y="2738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5"/>
            <p:cNvSpPr/>
            <p:nvPr/>
          </p:nvSpPr>
          <p:spPr>
            <a:xfrm>
              <a:off x="12104579" y="2718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6"/>
            <p:cNvSpPr/>
            <p:nvPr/>
          </p:nvSpPr>
          <p:spPr>
            <a:xfrm>
              <a:off x="12439587" y="2611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7"/>
            <p:cNvSpPr/>
            <p:nvPr/>
          </p:nvSpPr>
          <p:spPr>
            <a:xfrm>
              <a:off x="12508559" y="2695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8"/>
            <p:cNvSpPr/>
            <p:nvPr/>
          </p:nvSpPr>
          <p:spPr>
            <a:xfrm>
              <a:off x="11925814" y="2547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9"/>
            <p:cNvSpPr/>
            <p:nvPr/>
          </p:nvSpPr>
          <p:spPr>
            <a:xfrm>
              <a:off x="11478199" y="2967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20"/>
            <p:cNvSpPr/>
            <p:nvPr/>
          </p:nvSpPr>
          <p:spPr>
            <a:xfrm>
              <a:off x="11502832" y="2897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1"/>
            <p:cNvSpPr/>
            <p:nvPr/>
          </p:nvSpPr>
          <p:spPr>
            <a:xfrm>
              <a:off x="11503536" y="2761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2"/>
            <p:cNvSpPr/>
            <p:nvPr/>
          </p:nvSpPr>
          <p:spPr>
            <a:xfrm>
              <a:off x="13059633" y="2529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3"/>
            <p:cNvSpPr/>
            <p:nvPr/>
          </p:nvSpPr>
          <p:spPr>
            <a:xfrm>
              <a:off x="11432452" y="2541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4"/>
            <p:cNvSpPr/>
            <p:nvPr/>
          </p:nvSpPr>
          <p:spPr>
            <a:xfrm>
              <a:off x="11458492" y="2559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5"/>
            <p:cNvSpPr/>
            <p:nvPr/>
          </p:nvSpPr>
          <p:spPr>
            <a:xfrm>
              <a:off x="11527465" y="2664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6"/>
            <p:cNvSpPr/>
            <p:nvPr/>
          </p:nvSpPr>
          <p:spPr>
            <a:xfrm>
              <a:off x="13194059" y="2647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7"/>
            <p:cNvSpPr/>
            <p:nvPr/>
          </p:nvSpPr>
          <p:spPr>
            <a:xfrm>
              <a:off x="13468540" y="2618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8"/>
            <p:cNvSpPr/>
            <p:nvPr/>
          </p:nvSpPr>
          <p:spPr>
            <a:xfrm>
              <a:off x="13339041" y="2575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9"/>
            <p:cNvSpPr/>
            <p:nvPr/>
          </p:nvSpPr>
          <p:spPr>
            <a:xfrm>
              <a:off x="12146807" y="2657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30"/>
            <p:cNvSpPr/>
            <p:nvPr/>
          </p:nvSpPr>
          <p:spPr>
            <a:xfrm>
              <a:off x="13746540" y="2419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1"/>
            <p:cNvSpPr/>
            <p:nvPr/>
          </p:nvSpPr>
          <p:spPr>
            <a:xfrm>
              <a:off x="14068880" y="2479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2"/>
            <p:cNvSpPr/>
            <p:nvPr/>
          </p:nvSpPr>
          <p:spPr>
            <a:xfrm>
              <a:off x="14068880" y="2479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3"/>
            <p:cNvSpPr/>
            <p:nvPr/>
          </p:nvSpPr>
          <p:spPr>
            <a:xfrm>
              <a:off x="11545763" y="2736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4"/>
            <p:cNvSpPr/>
            <p:nvPr/>
          </p:nvSpPr>
          <p:spPr>
            <a:xfrm>
              <a:off x="11561951" y="2564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5"/>
            <p:cNvSpPr/>
            <p:nvPr/>
          </p:nvSpPr>
          <p:spPr>
            <a:xfrm>
              <a:off x="13301740" y="2254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6"/>
            <p:cNvSpPr/>
            <p:nvPr/>
          </p:nvSpPr>
          <p:spPr>
            <a:xfrm>
              <a:off x="12109506" y="2793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7"/>
            <p:cNvSpPr/>
            <p:nvPr/>
          </p:nvSpPr>
          <p:spPr>
            <a:xfrm>
              <a:off x="11753384" y="2776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8"/>
            <p:cNvSpPr/>
            <p:nvPr/>
          </p:nvSpPr>
          <p:spPr>
            <a:xfrm>
              <a:off x="12131323" y="25115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9"/>
            <p:cNvSpPr/>
            <p:nvPr/>
          </p:nvSpPr>
          <p:spPr>
            <a:xfrm>
              <a:off x="12048979" y="2519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40"/>
            <p:cNvSpPr/>
            <p:nvPr/>
          </p:nvSpPr>
          <p:spPr>
            <a:xfrm>
              <a:off x="11649222" y="2255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1"/>
            <p:cNvSpPr/>
            <p:nvPr/>
          </p:nvSpPr>
          <p:spPr>
            <a:xfrm>
              <a:off x="11623885" y="2731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2"/>
            <p:cNvSpPr/>
            <p:nvPr/>
          </p:nvSpPr>
          <p:spPr>
            <a:xfrm>
              <a:off x="11569693" y="2557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3"/>
            <p:cNvSpPr/>
            <p:nvPr/>
          </p:nvSpPr>
          <p:spPr>
            <a:xfrm>
              <a:off x="11549986" y="2304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4"/>
            <p:cNvSpPr/>
            <p:nvPr/>
          </p:nvSpPr>
          <p:spPr>
            <a:xfrm>
              <a:off x="11488052" y="2698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5"/>
            <p:cNvSpPr/>
            <p:nvPr/>
          </p:nvSpPr>
          <p:spPr>
            <a:xfrm>
              <a:off x="11462715" y="2620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6"/>
            <p:cNvSpPr/>
            <p:nvPr/>
          </p:nvSpPr>
          <p:spPr>
            <a:xfrm>
              <a:off x="11469049" y="2724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7"/>
            <p:cNvSpPr/>
            <p:nvPr/>
          </p:nvSpPr>
          <p:spPr>
            <a:xfrm>
              <a:off x="13091304" y="2461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8"/>
            <p:cNvSpPr/>
            <p:nvPr/>
          </p:nvSpPr>
          <p:spPr>
            <a:xfrm>
              <a:off x="12965324" y="2415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9"/>
            <p:cNvSpPr/>
            <p:nvPr/>
          </p:nvSpPr>
          <p:spPr>
            <a:xfrm>
              <a:off x="12965324" y="2415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50"/>
            <p:cNvSpPr/>
            <p:nvPr/>
          </p:nvSpPr>
          <p:spPr>
            <a:xfrm>
              <a:off x="12992069" y="2337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1"/>
            <p:cNvSpPr/>
            <p:nvPr/>
          </p:nvSpPr>
          <p:spPr>
            <a:xfrm>
              <a:off x="13410828" y="2371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2"/>
            <p:cNvSpPr/>
            <p:nvPr/>
          </p:nvSpPr>
          <p:spPr>
            <a:xfrm>
              <a:off x="11863880" y="2503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3"/>
            <p:cNvSpPr/>
            <p:nvPr/>
          </p:nvSpPr>
          <p:spPr>
            <a:xfrm>
              <a:off x="12419881" y="2604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4"/>
            <p:cNvSpPr/>
            <p:nvPr/>
          </p:nvSpPr>
          <p:spPr>
            <a:xfrm>
              <a:off x="12815415" y="2458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5"/>
            <p:cNvSpPr/>
            <p:nvPr/>
          </p:nvSpPr>
          <p:spPr>
            <a:xfrm>
              <a:off x="11560543" y="2698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6"/>
            <p:cNvSpPr/>
            <p:nvPr/>
          </p:nvSpPr>
          <p:spPr>
            <a:xfrm>
              <a:off x="12115840" y="2817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7"/>
            <p:cNvSpPr/>
            <p:nvPr/>
          </p:nvSpPr>
          <p:spPr>
            <a:xfrm>
              <a:off x="12125693" y="2707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8"/>
            <p:cNvSpPr/>
            <p:nvPr/>
          </p:nvSpPr>
          <p:spPr>
            <a:xfrm>
              <a:off x="12323460" y="2603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9"/>
            <p:cNvSpPr/>
            <p:nvPr/>
          </p:nvSpPr>
          <p:spPr>
            <a:xfrm>
              <a:off x="11554209" y="2528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60"/>
            <p:cNvSpPr/>
            <p:nvPr/>
          </p:nvSpPr>
          <p:spPr>
            <a:xfrm>
              <a:off x="11650629" y="2810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1"/>
            <p:cNvSpPr/>
            <p:nvPr/>
          </p:nvSpPr>
          <p:spPr>
            <a:xfrm>
              <a:off x="11626700" y="2295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2"/>
            <p:cNvSpPr/>
            <p:nvPr/>
          </p:nvSpPr>
          <p:spPr>
            <a:xfrm>
              <a:off x="11663298" y="2781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3"/>
            <p:cNvSpPr/>
            <p:nvPr/>
          </p:nvSpPr>
          <p:spPr>
            <a:xfrm>
              <a:off x="13596631" y="2689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4"/>
            <p:cNvSpPr/>
            <p:nvPr/>
          </p:nvSpPr>
          <p:spPr>
            <a:xfrm>
              <a:off x="13581851" y="2649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5"/>
            <p:cNvSpPr/>
            <p:nvPr/>
          </p:nvSpPr>
          <p:spPr>
            <a:xfrm>
              <a:off x="13377750" y="2721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6"/>
            <p:cNvSpPr/>
            <p:nvPr/>
          </p:nvSpPr>
          <p:spPr>
            <a:xfrm>
              <a:off x="11554209" y="2463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7"/>
            <p:cNvSpPr/>
            <p:nvPr/>
          </p:nvSpPr>
          <p:spPr>
            <a:xfrm>
              <a:off x="11604882" y="2410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8"/>
            <p:cNvSpPr/>
            <p:nvPr/>
          </p:nvSpPr>
          <p:spPr>
            <a:xfrm>
              <a:off x="11785759" y="2841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9"/>
            <p:cNvSpPr/>
            <p:nvPr/>
          </p:nvSpPr>
          <p:spPr>
            <a:xfrm>
              <a:off x="14051285" y="2482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70"/>
            <p:cNvSpPr/>
            <p:nvPr/>
          </p:nvSpPr>
          <p:spPr>
            <a:xfrm>
              <a:off x="13306666" y="2533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1"/>
            <p:cNvSpPr/>
            <p:nvPr/>
          </p:nvSpPr>
          <p:spPr>
            <a:xfrm>
              <a:off x="11476791" y="2284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2"/>
            <p:cNvSpPr/>
            <p:nvPr/>
          </p:nvSpPr>
          <p:spPr>
            <a:xfrm>
              <a:off x="11656260" y="2266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3"/>
            <p:cNvSpPr/>
            <p:nvPr/>
          </p:nvSpPr>
          <p:spPr>
            <a:xfrm>
              <a:off x="12132731" y="2613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4"/>
            <p:cNvSpPr/>
            <p:nvPr/>
          </p:nvSpPr>
          <p:spPr>
            <a:xfrm>
              <a:off x="11503536" y="2659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5"/>
            <p:cNvSpPr/>
            <p:nvPr/>
          </p:nvSpPr>
          <p:spPr>
            <a:xfrm>
              <a:off x="11506351" y="2579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6"/>
            <p:cNvSpPr/>
            <p:nvPr/>
          </p:nvSpPr>
          <p:spPr>
            <a:xfrm>
              <a:off x="11509870" y="2591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7"/>
            <p:cNvSpPr/>
            <p:nvPr/>
          </p:nvSpPr>
          <p:spPr>
            <a:xfrm>
              <a:off x="11557728" y="2617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8"/>
            <p:cNvSpPr/>
            <p:nvPr/>
          </p:nvSpPr>
          <p:spPr>
            <a:xfrm>
              <a:off x="11521130" y="2496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9"/>
            <p:cNvSpPr/>
            <p:nvPr/>
          </p:nvSpPr>
          <p:spPr>
            <a:xfrm>
              <a:off x="11558432" y="2386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80"/>
            <p:cNvSpPr/>
            <p:nvPr/>
          </p:nvSpPr>
          <p:spPr>
            <a:xfrm>
              <a:off x="11519019" y="2636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1"/>
            <p:cNvSpPr/>
            <p:nvPr/>
          </p:nvSpPr>
          <p:spPr>
            <a:xfrm>
              <a:off x="11494386" y="2701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2"/>
            <p:cNvSpPr/>
            <p:nvPr/>
          </p:nvSpPr>
          <p:spPr>
            <a:xfrm>
              <a:off x="11487348" y="2478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3"/>
            <p:cNvSpPr/>
            <p:nvPr/>
          </p:nvSpPr>
          <p:spPr>
            <a:xfrm>
              <a:off x="11558432" y="2803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4"/>
            <p:cNvSpPr/>
            <p:nvPr/>
          </p:nvSpPr>
          <p:spPr>
            <a:xfrm>
              <a:off x="11704118" y="2523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5"/>
            <p:cNvSpPr/>
            <p:nvPr/>
          </p:nvSpPr>
          <p:spPr>
            <a:xfrm>
              <a:off x="11542244" y="2910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6"/>
            <p:cNvSpPr/>
            <p:nvPr/>
          </p:nvSpPr>
          <p:spPr>
            <a:xfrm>
              <a:off x="14847984" y="2547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7"/>
            <p:cNvSpPr/>
            <p:nvPr/>
          </p:nvSpPr>
          <p:spPr>
            <a:xfrm>
              <a:off x="12006751" y="2400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8"/>
            <p:cNvSpPr/>
            <p:nvPr/>
          </p:nvSpPr>
          <p:spPr>
            <a:xfrm>
              <a:off x="12170736" y="2726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9"/>
            <p:cNvSpPr/>
            <p:nvPr/>
          </p:nvSpPr>
          <p:spPr>
            <a:xfrm>
              <a:off x="12410028" y="2696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90"/>
            <p:cNvSpPr/>
            <p:nvPr/>
          </p:nvSpPr>
          <p:spPr>
            <a:xfrm>
              <a:off x="11546467" y="2579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1"/>
            <p:cNvSpPr/>
            <p:nvPr/>
          </p:nvSpPr>
          <p:spPr>
            <a:xfrm>
              <a:off x="11523242" y="2714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2"/>
            <p:cNvSpPr/>
            <p:nvPr/>
          </p:nvSpPr>
          <p:spPr>
            <a:xfrm>
              <a:off x="11555617" y="2651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3"/>
            <p:cNvSpPr/>
            <p:nvPr/>
          </p:nvSpPr>
          <p:spPr>
            <a:xfrm>
              <a:off x="11576731" y="2558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4"/>
            <p:cNvSpPr/>
            <p:nvPr/>
          </p:nvSpPr>
          <p:spPr>
            <a:xfrm>
              <a:off x="11570396" y="2767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5"/>
            <p:cNvSpPr/>
            <p:nvPr/>
          </p:nvSpPr>
          <p:spPr>
            <a:xfrm>
              <a:off x="11604882" y="2987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6"/>
            <p:cNvSpPr/>
            <p:nvPr/>
          </p:nvSpPr>
          <p:spPr>
            <a:xfrm>
              <a:off x="11606290" y="2850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7"/>
            <p:cNvSpPr/>
            <p:nvPr/>
          </p:nvSpPr>
          <p:spPr>
            <a:xfrm>
              <a:off x="11490867" y="2967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8"/>
            <p:cNvSpPr/>
            <p:nvPr/>
          </p:nvSpPr>
          <p:spPr>
            <a:xfrm>
              <a:off x="13075821" y="2551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9"/>
            <p:cNvSpPr/>
            <p:nvPr/>
          </p:nvSpPr>
          <p:spPr>
            <a:xfrm>
              <a:off x="14068176" y="2414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400"/>
            <p:cNvSpPr/>
            <p:nvPr/>
          </p:nvSpPr>
          <p:spPr>
            <a:xfrm>
              <a:off x="11424710" y="2583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1"/>
            <p:cNvSpPr/>
            <p:nvPr/>
          </p:nvSpPr>
          <p:spPr>
            <a:xfrm>
              <a:off x="11564062" y="2500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2"/>
            <p:cNvSpPr/>
            <p:nvPr/>
          </p:nvSpPr>
          <p:spPr>
            <a:xfrm>
              <a:off x="11588695" y="2263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3"/>
            <p:cNvSpPr/>
            <p:nvPr/>
          </p:nvSpPr>
          <p:spPr>
            <a:xfrm>
              <a:off x="11494386" y="2448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4"/>
            <p:cNvSpPr/>
            <p:nvPr/>
          </p:nvSpPr>
          <p:spPr>
            <a:xfrm>
              <a:off x="11514796" y="2333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5"/>
            <p:cNvSpPr/>
            <p:nvPr/>
          </p:nvSpPr>
          <p:spPr>
            <a:xfrm>
              <a:off x="11604882" y="2533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6"/>
            <p:cNvSpPr/>
            <p:nvPr/>
          </p:nvSpPr>
          <p:spPr>
            <a:xfrm>
              <a:off x="11538725" y="2438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7"/>
            <p:cNvSpPr/>
            <p:nvPr/>
          </p:nvSpPr>
          <p:spPr>
            <a:xfrm>
              <a:off x="11965931" y="2650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8"/>
            <p:cNvSpPr/>
            <p:nvPr/>
          </p:nvSpPr>
          <p:spPr>
            <a:xfrm>
              <a:off x="12766149" y="2455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9"/>
            <p:cNvSpPr/>
            <p:nvPr/>
          </p:nvSpPr>
          <p:spPr>
            <a:xfrm>
              <a:off x="13104676" y="2466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10"/>
            <p:cNvSpPr/>
            <p:nvPr/>
          </p:nvSpPr>
          <p:spPr>
            <a:xfrm>
              <a:off x="11492275" y="2501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11594124" y="144027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11193776" y="266840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11193776" y="1440278"/>
              <a:ext cx="639613" cy="277422"/>
            </a:xfrm>
            <a:custGeom>
              <a:avLst/>
              <a:pathLst>
                <a:path w="639613" h="277422">
                  <a:moveTo>
                    <a:pt x="0" y="277422"/>
                  </a:moveTo>
                  <a:lnTo>
                    <a:pt x="614377" y="277422"/>
                  </a:lnTo>
                  <a:lnTo>
                    <a:pt x="613360" y="277402"/>
                  </a:lnTo>
                  <a:lnTo>
                    <a:pt x="617418" y="277238"/>
                  </a:lnTo>
                  <a:lnTo>
                    <a:pt x="621398" y="276426"/>
                  </a:lnTo>
                  <a:lnTo>
                    <a:pt x="625195" y="274985"/>
                  </a:lnTo>
                  <a:lnTo>
                    <a:pt x="628713" y="272955"/>
                  </a:lnTo>
                  <a:lnTo>
                    <a:pt x="631859" y="270386"/>
                  </a:lnTo>
                  <a:lnTo>
                    <a:pt x="634552" y="267346"/>
                  </a:lnTo>
                  <a:lnTo>
                    <a:pt x="636723" y="263913"/>
                  </a:lnTo>
                  <a:lnTo>
                    <a:pt x="638314" y="260177"/>
                  </a:lnTo>
                  <a:lnTo>
                    <a:pt x="639286" y="256234"/>
                  </a:lnTo>
                  <a:lnTo>
                    <a:pt x="639613" y="25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tx1414"/>
            <p:cNvSpPr/>
            <p:nvPr/>
          </p:nvSpPr>
          <p:spPr>
            <a:xfrm>
              <a:off x="10918614" y="1371742"/>
              <a:ext cx="872713" cy="10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1415" name="tx1415"/>
            <p:cNvSpPr/>
            <p:nvPr/>
          </p:nvSpPr>
          <p:spPr>
            <a:xfrm>
              <a:off x="11144460" y="1544061"/>
              <a:ext cx="64686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135 (25%)</a:t>
              </a:r>
            </a:p>
          </p:txBody>
        </p:sp>
        <p:sp>
          <p:nvSpPr>
            <p:cNvPr id="1416" name="pg1416"/>
            <p:cNvSpPr/>
            <p:nvPr/>
          </p:nvSpPr>
          <p:spPr>
            <a:xfrm>
              <a:off x="11193776" y="3016008"/>
              <a:ext cx="639613" cy="277422"/>
            </a:xfrm>
            <a:custGeom>
              <a:avLst/>
              <a:pathLst>
                <a:path w="639613" h="277422">
                  <a:moveTo>
                    <a:pt x="639613" y="277422"/>
                  </a:moveTo>
                  <a:lnTo>
                    <a:pt x="639613" y="25236"/>
                  </a:lnTo>
                  <a:lnTo>
                    <a:pt x="639286" y="21188"/>
                  </a:lnTo>
                  <a:lnTo>
                    <a:pt x="638314" y="17245"/>
                  </a:lnTo>
                  <a:lnTo>
                    <a:pt x="636723" y="13508"/>
                  </a:lnTo>
                  <a:lnTo>
                    <a:pt x="634552" y="10075"/>
                  </a:lnTo>
                  <a:lnTo>
                    <a:pt x="631859" y="7035"/>
                  </a:lnTo>
                  <a:lnTo>
                    <a:pt x="628713" y="4467"/>
                  </a:lnTo>
                  <a:lnTo>
                    <a:pt x="625195" y="2436"/>
                  </a:lnTo>
                  <a:lnTo>
                    <a:pt x="621398" y="996"/>
                  </a:lnTo>
                  <a:lnTo>
                    <a:pt x="617418" y="184"/>
                  </a:lnTo>
                  <a:lnTo>
                    <a:pt x="614377" y="0"/>
                  </a:lnTo>
                  <a:lnTo>
                    <a:pt x="0" y="0"/>
                  </a:lnTo>
                  <a:lnTo>
                    <a:pt x="0" y="277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tx1417"/>
            <p:cNvSpPr/>
            <p:nvPr/>
          </p:nvSpPr>
          <p:spPr>
            <a:xfrm>
              <a:off x="10910742" y="3028564"/>
              <a:ext cx="880586" cy="129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1418" name="tx1418"/>
            <p:cNvSpPr/>
            <p:nvPr/>
          </p:nvSpPr>
          <p:spPr>
            <a:xfrm>
              <a:off x="11027533" y="3228746"/>
              <a:ext cx="763795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141 (26.1%)</a:t>
              </a:r>
            </a:p>
          </p:txBody>
        </p:sp>
        <p:sp>
          <p:nvSpPr>
            <p:cNvPr id="1419" name="pg1419"/>
            <p:cNvSpPr/>
            <p:nvPr/>
          </p:nvSpPr>
          <p:spPr>
            <a:xfrm>
              <a:off x="12237190" y="1440278"/>
              <a:ext cx="902274" cy="277422"/>
            </a:xfrm>
            <a:custGeom>
              <a:avLst/>
              <a:pathLst>
                <a:path w="902274" h="277422">
                  <a:moveTo>
                    <a:pt x="25236" y="277422"/>
                  </a:moveTo>
                  <a:lnTo>
                    <a:pt x="877037" y="277422"/>
                  </a:lnTo>
                  <a:lnTo>
                    <a:pt x="876021" y="277402"/>
                  </a:lnTo>
                  <a:lnTo>
                    <a:pt x="880079" y="277238"/>
                  </a:lnTo>
                  <a:lnTo>
                    <a:pt x="884059" y="276426"/>
                  </a:lnTo>
                  <a:lnTo>
                    <a:pt x="887856" y="274985"/>
                  </a:lnTo>
                  <a:lnTo>
                    <a:pt x="891373" y="272955"/>
                  </a:lnTo>
                  <a:lnTo>
                    <a:pt x="894519" y="270386"/>
                  </a:lnTo>
                  <a:lnTo>
                    <a:pt x="897213" y="267346"/>
                  </a:lnTo>
                  <a:lnTo>
                    <a:pt x="899383" y="263913"/>
                  </a:lnTo>
                  <a:lnTo>
                    <a:pt x="900975" y="260177"/>
                  </a:lnTo>
                  <a:lnTo>
                    <a:pt x="901947" y="256234"/>
                  </a:lnTo>
                  <a:lnTo>
                    <a:pt x="902274" y="252185"/>
                  </a:lnTo>
                  <a:lnTo>
                    <a:pt x="902274" y="0"/>
                  </a:lnTo>
                  <a:lnTo>
                    <a:pt x="0" y="0"/>
                  </a:lnTo>
                  <a:lnTo>
                    <a:pt x="0" y="252185"/>
                  </a:lnTo>
                  <a:lnTo>
                    <a:pt x="81" y="250155"/>
                  </a:lnTo>
                  <a:lnTo>
                    <a:pt x="81" y="254216"/>
                  </a:lnTo>
                  <a:lnTo>
                    <a:pt x="733" y="258225"/>
                  </a:lnTo>
                  <a:lnTo>
                    <a:pt x="2019" y="262077"/>
                  </a:lnTo>
                  <a:lnTo>
                    <a:pt x="3906" y="265673"/>
                  </a:lnTo>
                  <a:lnTo>
                    <a:pt x="6346" y="268920"/>
                  </a:lnTo>
                  <a:lnTo>
                    <a:pt x="9275" y="271734"/>
                  </a:lnTo>
                  <a:lnTo>
                    <a:pt x="12618" y="274041"/>
                  </a:lnTo>
                  <a:lnTo>
                    <a:pt x="16287" y="275782"/>
                  </a:lnTo>
                  <a:lnTo>
                    <a:pt x="20188" y="276912"/>
                  </a:lnTo>
                  <a:lnTo>
                    <a:pt x="24220" y="277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tx1420"/>
            <p:cNvSpPr/>
            <p:nvPr/>
          </p:nvSpPr>
          <p:spPr>
            <a:xfrm>
              <a:off x="12279251" y="1371742"/>
              <a:ext cx="818152" cy="10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1421" name="tx1421"/>
            <p:cNvSpPr/>
            <p:nvPr/>
          </p:nvSpPr>
          <p:spPr>
            <a:xfrm>
              <a:off x="12450536" y="1544061"/>
              <a:ext cx="64686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189 (35%)</a:t>
              </a:r>
            </a:p>
          </p:txBody>
        </p:sp>
        <p:sp>
          <p:nvSpPr>
            <p:cNvPr id="1422" name="pg1422"/>
            <p:cNvSpPr/>
            <p:nvPr/>
          </p:nvSpPr>
          <p:spPr>
            <a:xfrm>
              <a:off x="12120194" y="3016008"/>
              <a:ext cx="1019270" cy="277422"/>
            </a:xfrm>
            <a:custGeom>
              <a:avLst/>
              <a:pathLst>
                <a:path w="1019270" h="277422">
                  <a:moveTo>
                    <a:pt x="1019270" y="277422"/>
                  </a:moveTo>
                  <a:lnTo>
                    <a:pt x="1019270" y="25236"/>
                  </a:lnTo>
                  <a:lnTo>
                    <a:pt x="1018943" y="21188"/>
                  </a:lnTo>
                  <a:lnTo>
                    <a:pt x="1017971" y="17245"/>
                  </a:lnTo>
                  <a:lnTo>
                    <a:pt x="1016379" y="13508"/>
                  </a:lnTo>
                  <a:lnTo>
                    <a:pt x="1014209" y="10075"/>
                  </a:lnTo>
                  <a:lnTo>
                    <a:pt x="1011516" y="7035"/>
                  </a:lnTo>
                  <a:lnTo>
                    <a:pt x="1008370" y="4467"/>
                  </a:lnTo>
                  <a:lnTo>
                    <a:pt x="1004852" y="2436"/>
                  </a:lnTo>
                  <a:lnTo>
                    <a:pt x="1001055" y="996"/>
                  </a:lnTo>
                  <a:lnTo>
                    <a:pt x="997075" y="184"/>
                  </a:lnTo>
                  <a:lnTo>
                    <a:pt x="994033" y="0"/>
                  </a:lnTo>
                  <a:lnTo>
                    <a:pt x="25236" y="0"/>
                  </a:lnTo>
                  <a:lnTo>
                    <a:pt x="28278" y="184"/>
                  </a:lnTo>
                  <a:lnTo>
                    <a:pt x="24220" y="20"/>
                  </a:lnTo>
                  <a:lnTo>
                    <a:pt x="20188" y="510"/>
                  </a:lnTo>
                  <a:lnTo>
                    <a:pt x="16287" y="1639"/>
                  </a:lnTo>
                  <a:lnTo>
                    <a:pt x="12618" y="3381"/>
                  </a:lnTo>
                  <a:lnTo>
                    <a:pt x="9275" y="5688"/>
                  </a:lnTo>
                  <a:lnTo>
                    <a:pt x="6346" y="8501"/>
                  </a:lnTo>
                  <a:lnTo>
                    <a:pt x="3906" y="11748"/>
                  </a:lnTo>
                  <a:lnTo>
                    <a:pt x="2019" y="15344"/>
                  </a:lnTo>
                  <a:lnTo>
                    <a:pt x="733" y="19197"/>
                  </a:lnTo>
                  <a:lnTo>
                    <a:pt x="81" y="23205"/>
                  </a:lnTo>
                  <a:lnTo>
                    <a:pt x="0" y="25236"/>
                  </a:lnTo>
                  <a:lnTo>
                    <a:pt x="0" y="277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tx1423"/>
            <p:cNvSpPr/>
            <p:nvPr/>
          </p:nvSpPr>
          <p:spPr>
            <a:xfrm>
              <a:off x="12162255" y="3028564"/>
              <a:ext cx="935148" cy="129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1424" name="tx1424"/>
            <p:cNvSpPr/>
            <p:nvPr/>
          </p:nvSpPr>
          <p:spPr>
            <a:xfrm>
              <a:off x="12411583" y="3228746"/>
              <a:ext cx="685821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 (13.9%)</a:t>
              </a:r>
            </a:p>
          </p:txBody>
        </p:sp>
        <p:sp>
          <p:nvSpPr>
            <p:cNvPr id="1425" name="rc1425"/>
            <p:cNvSpPr/>
            <p:nvPr/>
          </p:nvSpPr>
          <p:spPr>
            <a:xfrm>
              <a:off x="11193776" y="1440278"/>
              <a:ext cx="4372557" cy="185315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tx1426"/>
            <p:cNvSpPr/>
            <p:nvPr/>
          </p:nvSpPr>
          <p:spPr>
            <a:xfrm>
              <a:off x="10938567" y="3083271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1427" name="tx1427"/>
            <p:cNvSpPr/>
            <p:nvPr/>
          </p:nvSpPr>
          <p:spPr>
            <a:xfrm>
              <a:off x="10975784" y="2662099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428" name="tx1428"/>
            <p:cNvSpPr/>
            <p:nvPr/>
          </p:nvSpPr>
          <p:spPr>
            <a:xfrm>
              <a:off x="10975784" y="2240928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429" name="tx1429"/>
            <p:cNvSpPr/>
            <p:nvPr/>
          </p:nvSpPr>
          <p:spPr>
            <a:xfrm>
              <a:off x="10975784" y="1819757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430" name="tx1430"/>
            <p:cNvSpPr/>
            <p:nvPr/>
          </p:nvSpPr>
          <p:spPr>
            <a:xfrm>
              <a:off x="10975784" y="1399950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1431" name="pl1431"/>
            <p:cNvSpPr/>
            <p:nvPr/>
          </p:nvSpPr>
          <p:spPr>
            <a:xfrm>
              <a:off x="11158981" y="312496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11158981" y="27037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11158981" y="22826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11158981" y="186144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11158981" y="14402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11572174" y="32934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12617035" y="32934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13661895" y="32934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14706755" y="32934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tx1440"/>
            <p:cNvSpPr/>
            <p:nvPr/>
          </p:nvSpPr>
          <p:spPr>
            <a:xfrm>
              <a:off x="11541097" y="335436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41" name="tx1441"/>
            <p:cNvSpPr/>
            <p:nvPr/>
          </p:nvSpPr>
          <p:spPr>
            <a:xfrm>
              <a:off x="12554879" y="335436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442" name="tx1442"/>
            <p:cNvSpPr/>
            <p:nvPr/>
          </p:nvSpPr>
          <p:spPr>
            <a:xfrm>
              <a:off x="13599739" y="335436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443" name="tx1443"/>
            <p:cNvSpPr/>
            <p:nvPr/>
          </p:nvSpPr>
          <p:spPr>
            <a:xfrm>
              <a:off x="14644600" y="335431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444" name="tx1444"/>
            <p:cNvSpPr/>
            <p:nvPr/>
          </p:nvSpPr>
          <p:spPr>
            <a:xfrm>
              <a:off x="12522243" y="347405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1445" name="tx1445"/>
            <p:cNvSpPr/>
            <p:nvPr/>
          </p:nvSpPr>
          <p:spPr>
            <a:xfrm rot="-5400000">
              <a:off x="10018091" y="2301302"/>
              <a:ext cx="156821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pTau217 (Z)</a:t>
              </a:r>
            </a:p>
          </p:txBody>
        </p:sp>
        <p:sp>
          <p:nvSpPr>
            <p:cNvPr id="1446" name="tx1446"/>
            <p:cNvSpPr/>
            <p:nvPr/>
          </p:nvSpPr>
          <p:spPr>
            <a:xfrm>
              <a:off x="11193776" y="1208496"/>
              <a:ext cx="167640" cy="124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C.</a:t>
              </a:r>
            </a:p>
          </p:txBody>
        </p:sp>
        <p:sp>
          <p:nvSpPr>
            <p:cNvPr id="1447" name="pl1447"/>
            <p:cNvSpPr/>
            <p:nvPr/>
          </p:nvSpPr>
          <p:spPr>
            <a:xfrm>
              <a:off x="16724103" y="2916581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16724103" y="2536684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16724103" y="2156787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16724103" y="1776890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16990031" y="151096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17369928" y="151096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17749824" y="151096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18129721" y="151096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16724103" y="3106529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16724103" y="2726633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16724103" y="2346736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16724103" y="1966839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16724103" y="1586942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16800082" y="151096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17179979" y="151096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17559876" y="151096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17939773" y="151096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18319670" y="151096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16800082" y="1586942"/>
              <a:ext cx="1519587" cy="1519587"/>
            </a:xfrm>
            <a:custGeom>
              <a:avLst/>
              <a:pathLst>
                <a:path w="1519587" h="1519587">
                  <a:moveTo>
                    <a:pt x="0" y="1519587"/>
                  </a:moveTo>
                  <a:lnTo>
                    <a:pt x="0" y="1513831"/>
                  </a:lnTo>
                  <a:lnTo>
                    <a:pt x="0" y="1508075"/>
                  </a:lnTo>
                  <a:lnTo>
                    <a:pt x="0" y="1502319"/>
                  </a:lnTo>
                  <a:lnTo>
                    <a:pt x="5505" y="1502319"/>
                  </a:lnTo>
                  <a:lnTo>
                    <a:pt x="11011" y="1502319"/>
                  </a:lnTo>
                  <a:lnTo>
                    <a:pt x="16517" y="1502319"/>
                  </a:lnTo>
                  <a:lnTo>
                    <a:pt x="22023" y="1502319"/>
                  </a:lnTo>
                  <a:lnTo>
                    <a:pt x="22023" y="1496563"/>
                  </a:lnTo>
                  <a:lnTo>
                    <a:pt x="27528" y="1496563"/>
                  </a:lnTo>
                  <a:lnTo>
                    <a:pt x="33034" y="1496563"/>
                  </a:lnTo>
                  <a:lnTo>
                    <a:pt x="33034" y="1490807"/>
                  </a:lnTo>
                  <a:lnTo>
                    <a:pt x="38540" y="1490807"/>
                  </a:lnTo>
                  <a:lnTo>
                    <a:pt x="44046" y="1490807"/>
                  </a:lnTo>
                  <a:lnTo>
                    <a:pt x="44046" y="1485051"/>
                  </a:lnTo>
                  <a:lnTo>
                    <a:pt x="49551" y="1485051"/>
                  </a:lnTo>
                  <a:lnTo>
                    <a:pt x="55057" y="1485051"/>
                  </a:lnTo>
                  <a:lnTo>
                    <a:pt x="60563" y="1485051"/>
                  </a:lnTo>
                  <a:lnTo>
                    <a:pt x="60563" y="1479295"/>
                  </a:lnTo>
                  <a:lnTo>
                    <a:pt x="66069" y="1479295"/>
                  </a:lnTo>
                  <a:lnTo>
                    <a:pt x="66069" y="1473539"/>
                  </a:lnTo>
                  <a:lnTo>
                    <a:pt x="66069" y="1467783"/>
                  </a:lnTo>
                  <a:lnTo>
                    <a:pt x="66069" y="1462027"/>
                  </a:lnTo>
                  <a:lnTo>
                    <a:pt x="66069" y="1456271"/>
                  </a:lnTo>
                  <a:lnTo>
                    <a:pt x="71574" y="1456271"/>
                  </a:lnTo>
                  <a:lnTo>
                    <a:pt x="71574" y="1450515"/>
                  </a:lnTo>
                  <a:lnTo>
                    <a:pt x="71574" y="1444759"/>
                  </a:lnTo>
                  <a:lnTo>
                    <a:pt x="71574" y="1439003"/>
                  </a:lnTo>
                  <a:lnTo>
                    <a:pt x="77080" y="1439003"/>
                  </a:lnTo>
                  <a:lnTo>
                    <a:pt x="82586" y="1439003"/>
                  </a:lnTo>
                  <a:lnTo>
                    <a:pt x="82586" y="1433247"/>
                  </a:lnTo>
                  <a:lnTo>
                    <a:pt x="82586" y="1427491"/>
                  </a:lnTo>
                  <a:lnTo>
                    <a:pt x="82586" y="1421735"/>
                  </a:lnTo>
                  <a:lnTo>
                    <a:pt x="88092" y="1421735"/>
                  </a:lnTo>
                  <a:lnTo>
                    <a:pt x="93597" y="1421735"/>
                  </a:lnTo>
                  <a:lnTo>
                    <a:pt x="93597" y="1415979"/>
                  </a:lnTo>
                  <a:lnTo>
                    <a:pt x="99103" y="1415979"/>
                  </a:lnTo>
                  <a:lnTo>
                    <a:pt x="104609" y="1415979"/>
                  </a:lnTo>
                  <a:lnTo>
                    <a:pt x="110115" y="1415979"/>
                  </a:lnTo>
                  <a:lnTo>
                    <a:pt x="110115" y="1410223"/>
                  </a:lnTo>
                  <a:lnTo>
                    <a:pt x="115620" y="1410223"/>
                  </a:lnTo>
                  <a:lnTo>
                    <a:pt x="115620" y="1398711"/>
                  </a:lnTo>
                  <a:lnTo>
                    <a:pt x="115620" y="1387199"/>
                  </a:lnTo>
                  <a:lnTo>
                    <a:pt x="121126" y="1387199"/>
                  </a:lnTo>
                  <a:lnTo>
                    <a:pt x="126632" y="1387199"/>
                  </a:lnTo>
                  <a:lnTo>
                    <a:pt x="126632" y="1381443"/>
                  </a:lnTo>
                  <a:lnTo>
                    <a:pt x="126632" y="1375687"/>
                  </a:lnTo>
                  <a:lnTo>
                    <a:pt x="126632" y="1369931"/>
                  </a:lnTo>
                  <a:lnTo>
                    <a:pt x="126632" y="1364175"/>
                  </a:lnTo>
                  <a:lnTo>
                    <a:pt x="126632" y="1358419"/>
                  </a:lnTo>
                  <a:lnTo>
                    <a:pt x="132138" y="1358419"/>
                  </a:lnTo>
                  <a:lnTo>
                    <a:pt x="137643" y="1358419"/>
                  </a:lnTo>
                  <a:lnTo>
                    <a:pt x="143149" y="1358419"/>
                  </a:lnTo>
                  <a:lnTo>
                    <a:pt x="143149" y="1352662"/>
                  </a:lnTo>
                  <a:lnTo>
                    <a:pt x="148655" y="1352662"/>
                  </a:lnTo>
                  <a:lnTo>
                    <a:pt x="148655" y="1346906"/>
                  </a:lnTo>
                  <a:lnTo>
                    <a:pt x="154161" y="1346906"/>
                  </a:lnTo>
                  <a:lnTo>
                    <a:pt x="154161" y="1341150"/>
                  </a:lnTo>
                  <a:lnTo>
                    <a:pt x="154161" y="1335394"/>
                  </a:lnTo>
                  <a:lnTo>
                    <a:pt x="154161" y="1329638"/>
                  </a:lnTo>
                  <a:lnTo>
                    <a:pt x="154161" y="1323882"/>
                  </a:lnTo>
                  <a:lnTo>
                    <a:pt x="154161" y="1318126"/>
                  </a:lnTo>
                  <a:lnTo>
                    <a:pt x="159666" y="1318126"/>
                  </a:lnTo>
                  <a:lnTo>
                    <a:pt x="165172" y="1318126"/>
                  </a:lnTo>
                  <a:lnTo>
                    <a:pt x="165172" y="1312370"/>
                  </a:lnTo>
                  <a:lnTo>
                    <a:pt x="165172" y="1306614"/>
                  </a:lnTo>
                  <a:lnTo>
                    <a:pt x="165172" y="1295102"/>
                  </a:lnTo>
                  <a:lnTo>
                    <a:pt x="165172" y="1289346"/>
                  </a:lnTo>
                  <a:lnTo>
                    <a:pt x="165172" y="1283590"/>
                  </a:lnTo>
                  <a:lnTo>
                    <a:pt x="165172" y="1277834"/>
                  </a:lnTo>
                  <a:lnTo>
                    <a:pt x="170678" y="1277834"/>
                  </a:lnTo>
                  <a:lnTo>
                    <a:pt x="176184" y="1277834"/>
                  </a:lnTo>
                  <a:lnTo>
                    <a:pt x="181689" y="1277834"/>
                  </a:lnTo>
                  <a:lnTo>
                    <a:pt x="187195" y="1277834"/>
                  </a:lnTo>
                  <a:lnTo>
                    <a:pt x="192701" y="1277834"/>
                  </a:lnTo>
                  <a:lnTo>
                    <a:pt x="192701" y="1272078"/>
                  </a:lnTo>
                  <a:lnTo>
                    <a:pt x="198207" y="1272078"/>
                  </a:lnTo>
                  <a:lnTo>
                    <a:pt x="203712" y="1272078"/>
                  </a:lnTo>
                  <a:lnTo>
                    <a:pt x="203712" y="1266322"/>
                  </a:lnTo>
                  <a:lnTo>
                    <a:pt x="203712" y="1260566"/>
                  </a:lnTo>
                  <a:lnTo>
                    <a:pt x="203712" y="1254810"/>
                  </a:lnTo>
                  <a:lnTo>
                    <a:pt x="203712" y="1249054"/>
                  </a:lnTo>
                  <a:lnTo>
                    <a:pt x="209218" y="1249054"/>
                  </a:lnTo>
                  <a:lnTo>
                    <a:pt x="209218" y="1243298"/>
                  </a:lnTo>
                  <a:lnTo>
                    <a:pt x="209218" y="1231786"/>
                  </a:lnTo>
                  <a:lnTo>
                    <a:pt x="209218" y="1226030"/>
                  </a:lnTo>
                  <a:lnTo>
                    <a:pt x="209218" y="1220274"/>
                  </a:lnTo>
                  <a:lnTo>
                    <a:pt x="209218" y="1214518"/>
                  </a:lnTo>
                  <a:lnTo>
                    <a:pt x="209218" y="1208762"/>
                  </a:lnTo>
                  <a:lnTo>
                    <a:pt x="209218" y="1203006"/>
                  </a:lnTo>
                  <a:lnTo>
                    <a:pt x="214724" y="1203006"/>
                  </a:lnTo>
                  <a:lnTo>
                    <a:pt x="220230" y="1203006"/>
                  </a:lnTo>
                  <a:lnTo>
                    <a:pt x="225735" y="1203006"/>
                  </a:lnTo>
                  <a:lnTo>
                    <a:pt x="225735" y="1197250"/>
                  </a:lnTo>
                  <a:lnTo>
                    <a:pt x="225735" y="1191494"/>
                  </a:lnTo>
                  <a:lnTo>
                    <a:pt x="225735" y="1185738"/>
                  </a:lnTo>
                  <a:lnTo>
                    <a:pt x="225735" y="1179982"/>
                  </a:lnTo>
                  <a:lnTo>
                    <a:pt x="225735" y="1174226"/>
                  </a:lnTo>
                  <a:lnTo>
                    <a:pt x="225735" y="1168470"/>
                  </a:lnTo>
                  <a:lnTo>
                    <a:pt x="231241" y="1168470"/>
                  </a:lnTo>
                  <a:lnTo>
                    <a:pt x="231241" y="1162714"/>
                  </a:lnTo>
                  <a:lnTo>
                    <a:pt x="236747" y="1162714"/>
                  </a:lnTo>
                  <a:lnTo>
                    <a:pt x="236747" y="1156958"/>
                  </a:lnTo>
                  <a:lnTo>
                    <a:pt x="236747" y="1151202"/>
                  </a:lnTo>
                  <a:lnTo>
                    <a:pt x="242253" y="1151202"/>
                  </a:lnTo>
                  <a:lnTo>
                    <a:pt x="247758" y="1151202"/>
                  </a:lnTo>
                  <a:lnTo>
                    <a:pt x="253264" y="1151202"/>
                  </a:lnTo>
                  <a:lnTo>
                    <a:pt x="258770" y="1151202"/>
                  </a:lnTo>
                  <a:lnTo>
                    <a:pt x="264276" y="1151202"/>
                  </a:lnTo>
                  <a:lnTo>
                    <a:pt x="269781" y="1151202"/>
                  </a:lnTo>
                  <a:lnTo>
                    <a:pt x="275287" y="1151202"/>
                  </a:lnTo>
                  <a:lnTo>
                    <a:pt x="280793" y="1151202"/>
                  </a:lnTo>
                  <a:lnTo>
                    <a:pt x="280793" y="1145446"/>
                  </a:lnTo>
                  <a:lnTo>
                    <a:pt x="280793" y="1139690"/>
                  </a:lnTo>
                  <a:lnTo>
                    <a:pt x="280793" y="1133934"/>
                  </a:lnTo>
                  <a:lnTo>
                    <a:pt x="280793" y="1128178"/>
                  </a:lnTo>
                  <a:lnTo>
                    <a:pt x="286299" y="1128178"/>
                  </a:lnTo>
                  <a:lnTo>
                    <a:pt x="291804" y="1128178"/>
                  </a:lnTo>
                  <a:lnTo>
                    <a:pt x="291804" y="1122422"/>
                  </a:lnTo>
                  <a:lnTo>
                    <a:pt x="297310" y="1122422"/>
                  </a:lnTo>
                  <a:lnTo>
                    <a:pt x="297310" y="1116666"/>
                  </a:lnTo>
                  <a:lnTo>
                    <a:pt x="302816" y="1116666"/>
                  </a:lnTo>
                  <a:lnTo>
                    <a:pt x="302816" y="1110910"/>
                  </a:lnTo>
                  <a:lnTo>
                    <a:pt x="308322" y="1110910"/>
                  </a:lnTo>
                  <a:lnTo>
                    <a:pt x="313827" y="1110910"/>
                  </a:lnTo>
                  <a:lnTo>
                    <a:pt x="313827" y="1099398"/>
                  </a:lnTo>
                  <a:lnTo>
                    <a:pt x="313827" y="1093642"/>
                  </a:lnTo>
                  <a:lnTo>
                    <a:pt x="319333" y="1093642"/>
                  </a:lnTo>
                  <a:lnTo>
                    <a:pt x="324839" y="1093642"/>
                  </a:lnTo>
                  <a:lnTo>
                    <a:pt x="330345" y="1093642"/>
                  </a:lnTo>
                  <a:lnTo>
                    <a:pt x="335850" y="1093642"/>
                  </a:lnTo>
                  <a:lnTo>
                    <a:pt x="335850" y="1087886"/>
                  </a:lnTo>
                  <a:lnTo>
                    <a:pt x="335850" y="1082130"/>
                  </a:lnTo>
                  <a:lnTo>
                    <a:pt x="335850" y="1076374"/>
                  </a:lnTo>
                  <a:lnTo>
                    <a:pt x="335850" y="1070618"/>
                  </a:lnTo>
                  <a:lnTo>
                    <a:pt x="341356" y="1070618"/>
                  </a:lnTo>
                  <a:lnTo>
                    <a:pt x="341356" y="1064862"/>
                  </a:lnTo>
                  <a:lnTo>
                    <a:pt x="341356" y="1059106"/>
                  </a:lnTo>
                  <a:lnTo>
                    <a:pt x="346862" y="1059106"/>
                  </a:lnTo>
                  <a:lnTo>
                    <a:pt x="346862" y="1053350"/>
                  </a:lnTo>
                  <a:lnTo>
                    <a:pt x="346862" y="1047594"/>
                  </a:lnTo>
                  <a:lnTo>
                    <a:pt x="346862" y="1041838"/>
                  </a:lnTo>
                  <a:lnTo>
                    <a:pt x="346862" y="1036082"/>
                  </a:lnTo>
                  <a:lnTo>
                    <a:pt x="352368" y="1036082"/>
                  </a:lnTo>
                  <a:lnTo>
                    <a:pt x="352368" y="1030326"/>
                  </a:lnTo>
                  <a:lnTo>
                    <a:pt x="357873" y="1030326"/>
                  </a:lnTo>
                  <a:lnTo>
                    <a:pt x="357873" y="1024570"/>
                  </a:lnTo>
                  <a:lnTo>
                    <a:pt x="357873" y="1018814"/>
                  </a:lnTo>
                  <a:lnTo>
                    <a:pt x="357873" y="1013058"/>
                  </a:lnTo>
                  <a:lnTo>
                    <a:pt x="363379" y="1013058"/>
                  </a:lnTo>
                  <a:lnTo>
                    <a:pt x="368885" y="1013058"/>
                  </a:lnTo>
                  <a:lnTo>
                    <a:pt x="374391" y="1013058"/>
                  </a:lnTo>
                  <a:lnTo>
                    <a:pt x="379896" y="1013058"/>
                  </a:lnTo>
                  <a:lnTo>
                    <a:pt x="385402" y="1013058"/>
                  </a:lnTo>
                  <a:lnTo>
                    <a:pt x="385402" y="1007302"/>
                  </a:lnTo>
                  <a:lnTo>
                    <a:pt x="390908" y="1007302"/>
                  </a:lnTo>
                  <a:lnTo>
                    <a:pt x="396414" y="1007302"/>
                  </a:lnTo>
                  <a:lnTo>
                    <a:pt x="396414" y="1001546"/>
                  </a:lnTo>
                  <a:lnTo>
                    <a:pt x="396414" y="995790"/>
                  </a:lnTo>
                  <a:lnTo>
                    <a:pt x="396414" y="990034"/>
                  </a:lnTo>
                  <a:lnTo>
                    <a:pt x="401919" y="990034"/>
                  </a:lnTo>
                  <a:lnTo>
                    <a:pt x="401919" y="984278"/>
                  </a:lnTo>
                  <a:lnTo>
                    <a:pt x="401919" y="972766"/>
                  </a:lnTo>
                  <a:lnTo>
                    <a:pt x="407425" y="972766"/>
                  </a:lnTo>
                  <a:lnTo>
                    <a:pt x="407425" y="967010"/>
                  </a:lnTo>
                  <a:lnTo>
                    <a:pt x="407425" y="961254"/>
                  </a:lnTo>
                  <a:lnTo>
                    <a:pt x="412931" y="961254"/>
                  </a:lnTo>
                  <a:lnTo>
                    <a:pt x="412931" y="955498"/>
                  </a:lnTo>
                  <a:lnTo>
                    <a:pt x="412931" y="949742"/>
                  </a:lnTo>
                  <a:lnTo>
                    <a:pt x="412931" y="943986"/>
                  </a:lnTo>
                  <a:lnTo>
                    <a:pt x="418437" y="943986"/>
                  </a:lnTo>
                  <a:lnTo>
                    <a:pt x="423942" y="943986"/>
                  </a:lnTo>
                  <a:lnTo>
                    <a:pt x="429448" y="943986"/>
                  </a:lnTo>
                  <a:lnTo>
                    <a:pt x="429448" y="938230"/>
                  </a:lnTo>
                  <a:lnTo>
                    <a:pt x="434954" y="938230"/>
                  </a:lnTo>
                  <a:lnTo>
                    <a:pt x="440460" y="938230"/>
                  </a:lnTo>
                  <a:lnTo>
                    <a:pt x="445965" y="938230"/>
                  </a:lnTo>
                  <a:lnTo>
                    <a:pt x="445965" y="932474"/>
                  </a:lnTo>
                  <a:lnTo>
                    <a:pt x="445965" y="926718"/>
                  </a:lnTo>
                  <a:lnTo>
                    <a:pt x="445965" y="920962"/>
                  </a:lnTo>
                  <a:lnTo>
                    <a:pt x="451471" y="920962"/>
                  </a:lnTo>
                  <a:lnTo>
                    <a:pt x="451471" y="909450"/>
                  </a:lnTo>
                  <a:lnTo>
                    <a:pt x="451471" y="903693"/>
                  </a:lnTo>
                  <a:lnTo>
                    <a:pt x="456977" y="903693"/>
                  </a:lnTo>
                  <a:lnTo>
                    <a:pt x="456977" y="892181"/>
                  </a:lnTo>
                  <a:lnTo>
                    <a:pt x="456977" y="886425"/>
                  </a:lnTo>
                  <a:lnTo>
                    <a:pt x="462483" y="886425"/>
                  </a:lnTo>
                  <a:lnTo>
                    <a:pt x="462483" y="880669"/>
                  </a:lnTo>
                  <a:lnTo>
                    <a:pt x="467988" y="880669"/>
                  </a:lnTo>
                  <a:lnTo>
                    <a:pt x="467988" y="874913"/>
                  </a:lnTo>
                  <a:lnTo>
                    <a:pt x="467988" y="869157"/>
                  </a:lnTo>
                  <a:lnTo>
                    <a:pt x="467988" y="863401"/>
                  </a:lnTo>
                  <a:lnTo>
                    <a:pt x="467988" y="857645"/>
                  </a:lnTo>
                  <a:lnTo>
                    <a:pt x="473494" y="857645"/>
                  </a:lnTo>
                  <a:lnTo>
                    <a:pt x="473494" y="851889"/>
                  </a:lnTo>
                  <a:lnTo>
                    <a:pt x="479000" y="851889"/>
                  </a:lnTo>
                  <a:lnTo>
                    <a:pt x="479000" y="846133"/>
                  </a:lnTo>
                  <a:lnTo>
                    <a:pt x="479000" y="840377"/>
                  </a:lnTo>
                  <a:lnTo>
                    <a:pt x="484506" y="840377"/>
                  </a:lnTo>
                  <a:lnTo>
                    <a:pt x="484506" y="834621"/>
                  </a:lnTo>
                  <a:lnTo>
                    <a:pt x="490011" y="834621"/>
                  </a:lnTo>
                  <a:lnTo>
                    <a:pt x="490011" y="828865"/>
                  </a:lnTo>
                  <a:lnTo>
                    <a:pt x="495517" y="828865"/>
                  </a:lnTo>
                  <a:lnTo>
                    <a:pt x="495517" y="823109"/>
                  </a:lnTo>
                  <a:lnTo>
                    <a:pt x="495517" y="817353"/>
                  </a:lnTo>
                  <a:lnTo>
                    <a:pt x="495517" y="811597"/>
                  </a:lnTo>
                  <a:lnTo>
                    <a:pt x="495517" y="805841"/>
                  </a:lnTo>
                  <a:lnTo>
                    <a:pt x="495517" y="800085"/>
                  </a:lnTo>
                  <a:lnTo>
                    <a:pt x="495517" y="794329"/>
                  </a:lnTo>
                  <a:lnTo>
                    <a:pt x="495517" y="788573"/>
                  </a:lnTo>
                  <a:lnTo>
                    <a:pt x="495517" y="782817"/>
                  </a:lnTo>
                  <a:lnTo>
                    <a:pt x="501023" y="782817"/>
                  </a:lnTo>
                  <a:lnTo>
                    <a:pt x="501023" y="771305"/>
                  </a:lnTo>
                  <a:lnTo>
                    <a:pt x="501023" y="765549"/>
                  </a:lnTo>
                  <a:lnTo>
                    <a:pt x="501023" y="759793"/>
                  </a:lnTo>
                  <a:lnTo>
                    <a:pt x="501023" y="754037"/>
                  </a:lnTo>
                  <a:lnTo>
                    <a:pt x="506529" y="754037"/>
                  </a:lnTo>
                  <a:lnTo>
                    <a:pt x="506529" y="748281"/>
                  </a:lnTo>
                  <a:lnTo>
                    <a:pt x="512034" y="748281"/>
                  </a:lnTo>
                  <a:lnTo>
                    <a:pt x="517540" y="748281"/>
                  </a:lnTo>
                  <a:lnTo>
                    <a:pt x="517540" y="742525"/>
                  </a:lnTo>
                  <a:lnTo>
                    <a:pt x="523046" y="742525"/>
                  </a:lnTo>
                  <a:lnTo>
                    <a:pt x="523046" y="736769"/>
                  </a:lnTo>
                  <a:lnTo>
                    <a:pt x="523046" y="731013"/>
                  </a:lnTo>
                  <a:lnTo>
                    <a:pt x="523046" y="725257"/>
                  </a:lnTo>
                  <a:lnTo>
                    <a:pt x="528552" y="725257"/>
                  </a:lnTo>
                  <a:lnTo>
                    <a:pt x="534057" y="725257"/>
                  </a:lnTo>
                  <a:lnTo>
                    <a:pt x="539563" y="725257"/>
                  </a:lnTo>
                  <a:lnTo>
                    <a:pt x="545069" y="725257"/>
                  </a:lnTo>
                  <a:lnTo>
                    <a:pt x="545069" y="719501"/>
                  </a:lnTo>
                  <a:lnTo>
                    <a:pt x="545069" y="713745"/>
                  </a:lnTo>
                  <a:lnTo>
                    <a:pt x="545069" y="707989"/>
                  </a:lnTo>
                  <a:lnTo>
                    <a:pt x="550575" y="707989"/>
                  </a:lnTo>
                  <a:lnTo>
                    <a:pt x="556080" y="707989"/>
                  </a:lnTo>
                  <a:lnTo>
                    <a:pt x="561586" y="707989"/>
                  </a:lnTo>
                  <a:lnTo>
                    <a:pt x="561586" y="702233"/>
                  </a:lnTo>
                  <a:lnTo>
                    <a:pt x="567092" y="702233"/>
                  </a:lnTo>
                  <a:lnTo>
                    <a:pt x="567092" y="696477"/>
                  </a:lnTo>
                  <a:lnTo>
                    <a:pt x="567092" y="690721"/>
                  </a:lnTo>
                  <a:lnTo>
                    <a:pt x="567092" y="684965"/>
                  </a:lnTo>
                  <a:lnTo>
                    <a:pt x="567092" y="679209"/>
                  </a:lnTo>
                  <a:lnTo>
                    <a:pt x="572598" y="679209"/>
                  </a:lnTo>
                  <a:lnTo>
                    <a:pt x="578103" y="679209"/>
                  </a:lnTo>
                  <a:lnTo>
                    <a:pt x="578103" y="673453"/>
                  </a:lnTo>
                  <a:lnTo>
                    <a:pt x="583609" y="673453"/>
                  </a:lnTo>
                  <a:lnTo>
                    <a:pt x="583609" y="667697"/>
                  </a:lnTo>
                  <a:lnTo>
                    <a:pt x="589115" y="667697"/>
                  </a:lnTo>
                  <a:lnTo>
                    <a:pt x="594621" y="667697"/>
                  </a:lnTo>
                  <a:lnTo>
                    <a:pt x="594621" y="661941"/>
                  </a:lnTo>
                  <a:lnTo>
                    <a:pt x="594621" y="650429"/>
                  </a:lnTo>
                  <a:lnTo>
                    <a:pt x="594621" y="644673"/>
                  </a:lnTo>
                  <a:lnTo>
                    <a:pt x="600126" y="644673"/>
                  </a:lnTo>
                  <a:lnTo>
                    <a:pt x="605632" y="644673"/>
                  </a:lnTo>
                  <a:lnTo>
                    <a:pt x="605632" y="638917"/>
                  </a:lnTo>
                  <a:lnTo>
                    <a:pt x="611138" y="638917"/>
                  </a:lnTo>
                  <a:lnTo>
                    <a:pt x="611138" y="633161"/>
                  </a:lnTo>
                  <a:lnTo>
                    <a:pt x="616644" y="633161"/>
                  </a:lnTo>
                  <a:lnTo>
                    <a:pt x="622149" y="633161"/>
                  </a:lnTo>
                  <a:lnTo>
                    <a:pt x="622149" y="627405"/>
                  </a:lnTo>
                  <a:lnTo>
                    <a:pt x="627655" y="627405"/>
                  </a:lnTo>
                  <a:lnTo>
                    <a:pt x="633161" y="627405"/>
                  </a:lnTo>
                  <a:lnTo>
                    <a:pt x="638667" y="627405"/>
                  </a:lnTo>
                  <a:lnTo>
                    <a:pt x="638667" y="621649"/>
                  </a:lnTo>
                  <a:lnTo>
                    <a:pt x="644172" y="621649"/>
                  </a:lnTo>
                  <a:lnTo>
                    <a:pt x="649678" y="621649"/>
                  </a:lnTo>
                  <a:lnTo>
                    <a:pt x="649678" y="615893"/>
                  </a:lnTo>
                  <a:lnTo>
                    <a:pt x="655184" y="615893"/>
                  </a:lnTo>
                  <a:lnTo>
                    <a:pt x="660690" y="615893"/>
                  </a:lnTo>
                  <a:lnTo>
                    <a:pt x="660690" y="610137"/>
                  </a:lnTo>
                  <a:lnTo>
                    <a:pt x="660690" y="604381"/>
                  </a:lnTo>
                  <a:lnTo>
                    <a:pt x="660690" y="598625"/>
                  </a:lnTo>
                  <a:lnTo>
                    <a:pt x="666195" y="598625"/>
                  </a:lnTo>
                  <a:lnTo>
                    <a:pt x="671701" y="598625"/>
                  </a:lnTo>
                  <a:lnTo>
                    <a:pt x="671701" y="592869"/>
                  </a:lnTo>
                  <a:lnTo>
                    <a:pt x="677207" y="592869"/>
                  </a:lnTo>
                  <a:lnTo>
                    <a:pt x="677207" y="587113"/>
                  </a:lnTo>
                  <a:lnTo>
                    <a:pt x="677207" y="581357"/>
                  </a:lnTo>
                  <a:lnTo>
                    <a:pt x="677207" y="575601"/>
                  </a:lnTo>
                  <a:lnTo>
                    <a:pt x="677207" y="569845"/>
                  </a:lnTo>
                  <a:lnTo>
                    <a:pt x="677207" y="564089"/>
                  </a:lnTo>
                  <a:lnTo>
                    <a:pt x="677207" y="558333"/>
                  </a:lnTo>
                  <a:lnTo>
                    <a:pt x="677207" y="552577"/>
                  </a:lnTo>
                  <a:lnTo>
                    <a:pt x="682713" y="552577"/>
                  </a:lnTo>
                  <a:lnTo>
                    <a:pt x="682713" y="541065"/>
                  </a:lnTo>
                  <a:lnTo>
                    <a:pt x="682713" y="535309"/>
                  </a:lnTo>
                  <a:lnTo>
                    <a:pt x="682713" y="529553"/>
                  </a:lnTo>
                  <a:lnTo>
                    <a:pt x="682713" y="523797"/>
                  </a:lnTo>
                  <a:lnTo>
                    <a:pt x="688218" y="523797"/>
                  </a:lnTo>
                  <a:lnTo>
                    <a:pt x="688218" y="518041"/>
                  </a:lnTo>
                  <a:lnTo>
                    <a:pt x="688218" y="512285"/>
                  </a:lnTo>
                  <a:lnTo>
                    <a:pt x="693724" y="512285"/>
                  </a:lnTo>
                  <a:lnTo>
                    <a:pt x="699230" y="512285"/>
                  </a:lnTo>
                  <a:lnTo>
                    <a:pt x="699230" y="506529"/>
                  </a:lnTo>
                  <a:lnTo>
                    <a:pt x="699230" y="500773"/>
                  </a:lnTo>
                  <a:lnTo>
                    <a:pt x="704736" y="500773"/>
                  </a:lnTo>
                  <a:lnTo>
                    <a:pt x="704736" y="495017"/>
                  </a:lnTo>
                  <a:lnTo>
                    <a:pt x="704736" y="489261"/>
                  </a:lnTo>
                  <a:lnTo>
                    <a:pt x="704736" y="483505"/>
                  </a:lnTo>
                  <a:lnTo>
                    <a:pt x="710241" y="483505"/>
                  </a:lnTo>
                  <a:lnTo>
                    <a:pt x="715747" y="483505"/>
                  </a:lnTo>
                  <a:lnTo>
                    <a:pt x="721253" y="483505"/>
                  </a:lnTo>
                  <a:lnTo>
                    <a:pt x="721253" y="477749"/>
                  </a:lnTo>
                  <a:lnTo>
                    <a:pt x="721253" y="471993"/>
                  </a:lnTo>
                  <a:lnTo>
                    <a:pt x="726759" y="471993"/>
                  </a:lnTo>
                  <a:lnTo>
                    <a:pt x="726759" y="466237"/>
                  </a:lnTo>
                  <a:lnTo>
                    <a:pt x="732264" y="466237"/>
                  </a:lnTo>
                  <a:lnTo>
                    <a:pt x="732264" y="460481"/>
                  </a:lnTo>
                  <a:lnTo>
                    <a:pt x="732264" y="454725"/>
                  </a:lnTo>
                  <a:lnTo>
                    <a:pt x="732264" y="448968"/>
                  </a:lnTo>
                  <a:lnTo>
                    <a:pt x="732264" y="443212"/>
                  </a:lnTo>
                  <a:lnTo>
                    <a:pt x="737770" y="443212"/>
                  </a:lnTo>
                  <a:lnTo>
                    <a:pt x="743276" y="443212"/>
                  </a:lnTo>
                  <a:lnTo>
                    <a:pt x="743276" y="437456"/>
                  </a:lnTo>
                  <a:lnTo>
                    <a:pt x="743276" y="431700"/>
                  </a:lnTo>
                  <a:lnTo>
                    <a:pt x="748782" y="431700"/>
                  </a:lnTo>
                  <a:lnTo>
                    <a:pt x="754287" y="431700"/>
                  </a:lnTo>
                  <a:lnTo>
                    <a:pt x="759793" y="431700"/>
                  </a:lnTo>
                  <a:lnTo>
                    <a:pt x="765299" y="431700"/>
                  </a:lnTo>
                  <a:lnTo>
                    <a:pt x="770805" y="431700"/>
                  </a:lnTo>
                  <a:lnTo>
                    <a:pt x="776310" y="431700"/>
                  </a:lnTo>
                  <a:lnTo>
                    <a:pt x="776310" y="425944"/>
                  </a:lnTo>
                  <a:lnTo>
                    <a:pt x="781816" y="425944"/>
                  </a:lnTo>
                  <a:lnTo>
                    <a:pt x="787322" y="425944"/>
                  </a:lnTo>
                  <a:lnTo>
                    <a:pt x="792828" y="425944"/>
                  </a:lnTo>
                  <a:lnTo>
                    <a:pt x="792828" y="420188"/>
                  </a:lnTo>
                  <a:lnTo>
                    <a:pt x="798333" y="420188"/>
                  </a:lnTo>
                  <a:lnTo>
                    <a:pt x="798333" y="414432"/>
                  </a:lnTo>
                  <a:lnTo>
                    <a:pt x="803839" y="414432"/>
                  </a:lnTo>
                  <a:lnTo>
                    <a:pt x="803839" y="408676"/>
                  </a:lnTo>
                  <a:lnTo>
                    <a:pt x="803839" y="402920"/>
                  </a:lnTo>
                  <a:lnTo>
                    <a:pt x="809345" y="402920"/>
                  </a:lnTo>
                  <a:lnTo>
                    <a:pt x="809345" y="397164"/>
                  </a:lnTo>
                  <a:lnTo>
                    <a:pt x="809345" y="391408"/>
                  </a:lnTo>
                  <a:lnTo>
                    <a:pt x="809345" y="385652"/>
                  </a:lnTo>
                  <a:lnTo>
                    <a:pt x="809345" y="379896"/>
                  </a:lnTo>
                  <a:lnTo>
                    <a:pt x="814851" y="379896"/>
                  </a:lnTo>
                  <a:lnTo>
                    <a:pt x="820356" y="379896"/>
                  </a:lnTo>
                  <a:lnTo>
                    <a:pt x="825862" y="379896"/>
                  </a:lnTo>
                  <a:lnTo>
                    <a:pt x="825862" y="374140"/>
                  </a:lnTo>
                  <a:lnTo>
                    <a:pt x="831368" y="374140"/>
                  </a:lnTo>
                  <a:lnTo>
                    <a:pt x="831368" y="368384"/>
                  </a:lnTo>
                  <a:lnTo>
                    <a:pt x="836874" y="368384"/>
                  </a:lnTo>
                  <a:lnTo>
                    <a:pt x="842379" y="368384"/>
                  </a:lnTo>
                  <a:lnTo>
                    <a:pt x="842379" y="362628"/>
                  </a:lnTo>
                  <a:lnTo>
                    <a:pt x="842379" y="356872"/>
                  </a:lnTo>
                  <a:lnTo>
                    <a:pt x="842379" y="351116"/>
                  </a:lnTo>
                  <a:lnTo>
                    <a:pt x="847885" y="351116"/>
                  </a:lnTo>
                  <a:lnTo>
                    <a:pt x="853391" y="351116"/>
                  </a:lnTo>
                  <a:lnTo>
                    <a:pt x="858897" y="351116"/>
                  </a:lnTo>
                  <a:lnTo>
                    <a:pt x="864402" y="351116"/>
                  </a:lnTo>
                  <a:lnTo>
                    <a:pt x="869908" y="351116"/>
                  </a:lnTo>
                  <a:lnTo>
                    <a:pt x="875414" y="351116"/>
                  </a:lnTo>
                  <a:lnTo>
                    <a:pt x="880920" y="351116"/>
                  </a:lnTo>
                  <a:lnTo>
                    <a:pt x="886425" y="351116"/>
                  </a:lnTo>
                  <a:lnTo>
                    <a:pt x="891931" y="351116"/>
                  </a:lnTo>
                  <a:lnTo>
                    <a:pt x="891931" y="345360"/>
                  </a:lnTo>
                  <a:lnTo>
                    <a:pt x="897437" y="345360"/>
                  </a:lnTo>
                  <a:lnTo>
                    <a:pt x="897437" y="339604"/>
                  </a:lnTo>
                  <a:lnTo>
                    <a:pt x="897437" y="333848"/>
                  </a:lnTo>
                  <a:lnTo>
                    <a:pt x="897437" y="328092"/>
                  </a:lnTo>
                  <a:lnTo>
                    <a:pt x="908448" y="328092"/>
                  </a:lnTo>
                  <a:lnTo>
                    <a:pt x="908448" y="322336"/>
                  </a:lnTo>
                  <a:lnTo>
                    <a:pt x="908448" y="316580"/>
                  </a:lnTo>
                  <a:lnTo>
                    <a:pt x="913954" y="316580"/>
                  </a:lnTo>
                  <a:lnTo>
                    <a:pt x="919460" y="316580"/>
                  </a:lnTo>
                  <a:lnTo>
                    <a:pt x="919460" y="310824"/>
                  </a:lnTo>
                  <a:lnTo>
                    <a:pt x="919460" y="305068"/>
                  </a:lnTo>
                  <a:lnTo>
                    <a:pt x="924966" y="305068"/>
                  </a:lnTo>
                  <a:lnTo>
                    <a:pt x="924966" y="299312"/>
                  </a:lnTo>
                  <a:lnTo>
                    <a:pt x="924966" y="293556"/>
                  </a:lnTo>
                  <a:lnTo>
                    <a:pt x="930471" y="293556"/>
                  </a:lnTo>
                  <a:lnTo>
                    <a:pt x="930471" y="287800"/>
                  </a:lnTo>
                  <a:lnTo>
                    <a:pt x="935977" y="287800"/>
                  </a:lnTo>
                  <a:lnTo>
                    <a:pt x="935977" y="282044"/>
                  </a:lnTo>
                  <a:lnTo>
                    <a:pt x="935977" y="276288"/>
                  </a:lnTo>
                  <a:lnTo>
                    <a:pt x="935977" y="270532"/>
                  </a:lnTo>
                  <a:lnTo>
                    <a:pt x="941483" y="270532"/>
                  </a:lnTo>
                  <a:lnTo>
                    <a:pt x="941483" y="264776"/>
                  </a:lnTo>
                  <a:lnTo>
                    <a:pt x="946989" y="264776"/>
                  </a:lnTo>
                  <a:lnTo>
                    <a:pt x="952494" y="264776"/>
                  </a:lnTo>
                  <a:lnTo>
                    <a:pt x="952494" y="259020"/>
                  </a:lnTo>
                  <a:lnTo>
                    <a:pt x="958000" y="259020"/>
                  </a:lnTo>
                  <a:lnTo>
                    <a:pt x="963506" y="259020"/>
                  </a:lnTo>
                  <a:lnTo>
                    <a:pt x="969012" y="259020"/>
                  </a:lnTo>
                  <a:lnTo>
                    <a:pt x="974517" y="259020"/>
                  </a:lnTo>
                  <a:lnTo>
                    <a:pt x="974517" y="253264"/>
                  </a:lnTo>
                  <a:lnTo>
                    <a:pt x="974517" y="247508"/>
                  </a:lnTo>
                  <a:lnTo>
                    <a:pt x="980023" y="247508"/>
                  </a:lnTo>
                  <a:lnTo>
                    <a:pt x="985529" y="247508"/>
                  </a:lnTo>
                  <a:lnTo>
                    <a:pt x="991035" y="247508"/>
                  </a:lnTo>
                  <a:lnTo>
                    <a:pt x="996540" y="247508"/>
                  </a:lnTo>
                  <a:lnTo>
                    <a:pt x="996540" y="241752"/>
                  </a:lnTo>
                  <a:lnTo>
                    <a:pt x="996540" y="235996"/>
                  </a:lnTo>
                  <a:lnTo>
                    <a:pt x="996540" y="230240"/>
                  </a:lnTo>
                  <a:lnTo>
                    <a:pt x="1002046" y="230240"/>
                  </a:lnTo>
                  <a:lnTo>
                    <a:pt x="1002046" y="224484"/>
                  </a:lnTo>
                  <a:lnTo>
                    <a:pt x="1007552" y="224484"/>
                  </a:lnTo>
                  <a:lnTo>
                    <a:pt x="1013058" y="224484"/>
                  </a:lnTo>
                  <a:lnTo>
                    <a:pt x="1018563" y="224484"/>
                  </a:lnTo>
                  <a:lnTo>
                    <a:pt x="1024069" y="224484"/>
                  </a:lnTo>
                  <a:lnTo>
                    <a:pt x="1024069" y="218728"/>
                  </a:lnTo>
                  <a:lnTo>
                    <a:pt x="1024069" y="212972"/>
                  </a:lnTo>
                  <a:lnTo>
                    <a:pt x="1029575" y="212972"/>
                  </a:lnTo>
                  <a:lnTo>
                    <a:pt x="1035081" y="212972"/>
                  </a:lnTo>
                  <a:lnTo>
                    <a:pt x="1040586" y="212972"/>
                  </a:lnTo>
                  <a:lnTo>
                    <a:pt x="1040586" y="207216"/>
                  </a:lnTo>
                  <a:lnTo>
                    <a:pt x="1046092" y="207216"/>
                  </a:lnTo>
                  <a:lnTo>
                    <a:pt x="1046092" y="201460"/>
                  </a:lnTo>
                  <a:lnTo>
                    <a:pt x="1051598" y="201460"/>
                  </a:lnTo>
                  <a:lnTo>
                    <a:pt x="1057104" y="201460"/>
                  </a:lnTo>
                  <a:lnTo>
                    <a:pt x="1057104" y="195704"/>
                  </a:lnTo>
                  <a:lnTo>
                    <a:pt x="1057104" y="189948"/>
                  </a:lnTo>
                  <a:lnTo>
                    <a:pt x="1062610" y="189948"/>
                  </a:lnTo>
                  <a:lnTo>
                    <a:pt x="1068115" y="189948"/>
                  </a:lnTo>
                  <a:lnTo>
                    <a:pt x="1068115" y="184192"/>
                  </a:lnTo>
                  <a:lnTo>
                    <a:pt x="1073621" y="184192"/>
                  </a:lnTo>
                  <a:lnTo>
                    <a:pt x="1079127" y="184192"/>
                  </a:lnTo>
                  <a:lnTo>
                    <a:pt x="1084633" y="184192"/>
                  </a:lnTo>
                  <a:lnTo>
                    <a:pt x="1084633" y="178436"/>
                  </a:lnTo>
                  <a:lnTo>
                    <a:pt x="1090138" y="178436"/>
                  </a:lnTo>
                  <a:lnTo>
                    <a:pt x="1090138" y="172680"/>
                  </a:lnTo>
                  <a:lnTo>
                    <a:pt x="1095644" y="172680"/>
                  </a:lnTo>
                  <a:lnTo>
                    <a:pt x="1101150" y="172680"/>
                  </a:lnTo>
                  <a:lnTo>
                    <a:pt x="1106656" y="172680"/>
                  </a:lnTo>
                  <a:lnTo>
                    <a:pt x="1106656" y="166924"/>
                  </a:lnTo>
                  <a:lnTo>
                    <a:pt x="1112161" y="166924"/>
                  </a:lnTo>
                  <a:lnTo>
                    <a:pt x="1117667" y="166924"/>
                  </a:lnTo>
                  <a:lnTo>
                    <a:pt x="1117667" y="161168"/>
                  </a:lnTo>
                  <a:lnTo>
                    <a:pt x="1123173" y="161168"/>
                  </a:lnTo>
                  <a:lnTo>
                    <a:pt x="1123173" y="155412"/>
                  </a:lnTo>
                  <a:lnTo>
                    <a:pt x="1128679" y="155412"/>
                  </a:lnTo>
                  <a:lnTo>
                    <a:pt x="1128679" y="149656"/>
                  </a:lnTo>
                  <a:lnTo>
                    <a:pt x="1134184" y="149656"/>
                  </a:lnTo>
                  <a:lnTo>
                    <a:pt x="1134184" y="143900"/>
                  </a:lnTo>
                  <a:lnTo>
                    <a:pt x="1139690" y="143900"/>
                  </a:lnTo>
                  <a:lnTo>
                    <a:pt x="1139690" y="138144"/>
                  </a:lnTo>
                  <a:lnTo>
                    <a:pt x="1139690" y="132388"/>
                  </a:lnTo>
                  <a:lnTo>
                    <a:pt x="1139690" y="126632"/>
                  </a:lnTo>
                  <a:lnTo>
                    <a:pt x="1139690" y="120876"/>
                  </a:lnTo>
                  <a:lnTo>
                    <a:pt x="1139690" y="115120"/>
                  </a:lnTo>
                  <a:lnTo>
                    <a:pt x="1150702" y="115120"/>
                  </a:lnTo>
                  <a:lnTo>
                    <a:pt x="1156207" y="115120"/>
                  </a:lnTo>
                  <a:lnTo>
                    <a:pt x="1161713" y="115120"/>
                  </a:lnTo>
                  <a:lnTo>
                    <a:pt x="1161713" y="109364"/>
                  </a:lnTo>
                  <a:lnTo>
                    <a:pt x="1167219" y="109364"/>
                  </a:lnTo>
                  <a:lnTo>
                    <a:pt x="1172725" y="109364"/>
                  </a:lnTo>
                  <a:lnTo>
                    <a:pt x="1178230" y="109364"/>
                  </a:lnTo>
                  <a:lnTo>
                    <a:pt x="1183736" y="109364"/>
                  </a:lnTo>
                  <a:lnTo>
                    <a:pt x="1183736" y="103608"/>
                  </a:lnTo>
                  <a:lnTo>
                    <a:pt x="1183736" y="97852"/>
                  </a:lnTo>
                  <a:lnTo>
                    <a:pt x="1189242" y="97852"/>
                  </a:lnTo>
                  <a:lnTo>
                    <a:pt x="1194748" y="97852"/>
                  </a:lnTo>
                  <a:lnTo>
                    <a:pt x="1200253" y="97852"/>
                  </a:lnTo>
                  <a:lnTo>
                    <a:pt x="1205759" y="97852"/>
                  </a:lnTo>
                  <a:lnTo>
                    <a:pt x="1211265" y="97852"/>
                  </a:lnTo>
                  <a:lnTo>
                    <a:pt x="1216771" y="97852"/>
                  </a:lnTo>
                  <a:lnTo>
                    <a:pt x="1216771" y="92096"/>
                  </a:lnTo>
                  <a:lnTo>
                    <a:pt x="1222276" y="92096"/>
                  </a:lnTo>
                  <a:lnTo>
                    <a:pt x="1222276" y="86340"/>
                  </a:lnTo>
                  <a:lnTo>
                    <a:pt x="1227782" y="86340"/>
                  </a:lnTo>
                  <a:lnTo>
                    <a:pt x="1227782" y="80584"/>
                  </a:lnTo>
                  <a:lnTo>
                    <a:pt x="1233288" y="80584"/>
                  </a:lnTo>
                  <a:lnTo>
                    <a:pt x="1238794" y="80584"/>
                  </a:lnTo>
                  <a:lnTo>
                    <a:pt x="1244299" y="80584"/>
                  </a:lnTo>
                  <a:lnTo>
                    <a:pt x="1249805" y="80584"/>
                  </a:lnTo>
                  <a:lnTo>
                    <a:pt x="1249805" y="74828"/>
                  </a:lnTo>
                  <a:lnTo>
                    <a:pt x="1255311" y="74828"/>
                  </a:lnTo>
                  <a:lnTo>
                    <a:pt x="1260817" y="74828"/>
                  </a:lnTo>
                  <a:lnTo>
                    <a:pt x="1266322" y="74828"/>
                  </a:lnTo>
                  <a:lnTo>
                    <a:pt x="1271828" y="74828"/>
                  </a:lnTo>
                  <a:lnTo>
                    <a:pt x="1271828" y="69072"/>
                  </a:lnTo>
                  <a:lnTo>
                    <a:pt x="1271828" y="63316"/>
                  </a:lnTo>
                  <a:lnTo>
                    <a:pt x="1277334" y="63316"/>
                  </a:lnTo>
                  <a:lnTo>
                    <a:pt x="1277334" y="57560"/>
                  </a:lnTo>
                  <a:lnTo>
                    <a:pt x="1282840" y="57560"/>
                  </a:lnTo>
                  <a:lnTo>
                    <a:pt x="1282840" y="51804"/>
                  </a:lnTo>
                  <a:lnTo>
                    <a:pt x="1282840" y="46048"/>
                  </a:lnTo>
                  <a:lnTo>
                    <a:pt x="1288345" y="46048"/>
                  </a:lnTo>
                  <a:lnTo>
                    <a:pt x="1293851" y="46048"/>
                  </a:lnTo>
                  <a:lnTo>
                    <a:pt x="1299357" y="46048"/>
                  </a:lnTo>
                  <a:lnTo>
                    <a:pt x="1299357" y="40292"/>
                  </a:lnTo>
                  <a:lnTo>
                    <a:pt x="1310368" y="40292"/>
                  </a:lnTo>
                  <a:lnTo>
                    <a:pt x="1315874" y="40292"/>
                  </a:lnTo>
                  <a:lnTo>
                    <a:pt x="1321380" y="40292"/>
                  </a:lnTo>
                  <a:lnTo>
                    <a:pt x="1321380" y="34536"/>
                  </a:lnTo>
                  <a:lnTo>
                    <a:pt x="1321380" y="28780"/>
                  </a:lnTo>
                  <a:lnTo>
                    <a:pt x="1326886" y="28780"/>
                  </a:lnTo>
                  <a:lnTo>
                    <a:pt x="1332391" y="28780"/>
                  </a:lnTo>
                  <a:lnTo>
                    <a:pt x="1337897" y="28780"/>
                  </a:lnTo>
                  <a:lnTo>
                    <a:pt x="1337897" y="23024"/>
                  </a:lnTo>
                  <a:lnTo>
                    <a:pt x="1343403" y="23024"/>
                  </a:lnTo>
                  <a:lnTo>
                    <a:pt x="1343403" y="17268"/>
                  </a:lnTo>
                  <a:lnTo>
                    <a:pt x="1348909" y="17268"/>
                  </a:lnTo>
                  <a:lnTo>
                    <a:pt x="1354414" y="17268"/>
                  </a:lnTo>
                  <a:lnTo>
                    <a:pt x="1359920" y="17268"/>
                  </a:lnTo>
                  <a:lnTo>
                    <a:pt x="1365426" y="17268"/>
                  </a:lnTo>
                  <a:lnTo>
                    <a:pt x="1370932" y="17268"/>
                  </a:lnTo>
                  <a:lnTo>
                    <a:pt x="1376437" y="17268"/>
                  </a:lnTo>
                  <a:lnTo>
                    <a:pt x="1381943" y="17268"/>
                  </a:lnTo>
                  <a:lnTo>
                    <a:pt x="1387449" y="17268"/>
                  </a:lnTo>
                  <a:lnTo>
                    <a:pt x="1392955" y="17268"/>
                  </a:lnTo>
                  <a:lnTo>
                    <a:pt x="1398460" y="17268"/>
                  </a:lnTo>
                  <a:lnTo>
                    <a:pt x="1403966" y="17268"/>
                  </a:lnTo>
                  <a:lnTo>
                    <a:pt x="1409472" y="17268"/>
                  </a:lnTo>
                  <a:lnTo>
                    <a:pt x="1414978" y="17268"/>
                  </a:lnTo>
                  <a:lnTo>
                    <a:pt x="1420483" y="17268"/>
                  </a:lnTo>
                  <a:lnTo>
                    <a:pt x="1420483" y="11512"/>
                  </a:lnTo>
                  <a:lnTo>
                    <a:pt x="1425989" y="11512"/>
                  </a:lnTo>
                  <a:lnTo>
                    <a:pt x="1425989" y="5756"/>
                  </a:lnTo>
                  <a:lnTo>
                    <a:pt x="1431495" y="5756"/>
                  </a:lnTo>
                  <a:lnTo>
                    <a:pt x="1437001" y="5756"/>
                  </a:lnTo>
                  <a:lnTo>
                    <a:pt x="1437001" y="0"/>
                  </a:lnTo>
                  <a:lnTo>
                    <a:pt x="1442506" y="0"/>
                  </a:lnTo>
                  <a:lnTo>
                    <a:pt x="1448012" y="0"/>
                  </a:lnTo>
                  <a:lnTo>
                    <a:pt x="1453518" y="0"/>
                  </a:lnTo>
                  <a:lnTo>
                    <a:pt x="1459024" y="0"/>
                  </a:lnTo>
                  <a:lnTo>
                    <a:pt x="1464529" y="0"/>
                  </a:lnTo>
                  <a:lnTo>
                    <a:pt x="1470035" y="0"/>
                  </a:lnTo>
                  <a:lnTo>
                    <a:pt x="1475541" y="0"/>
                  </a:lnTo>
                  <a:lnTo>
                    <a:pt x="1481047" y="0"/>
                  </a:lnTo>
                  <a:lnTo>
                    <a:pt x="1486552" y="0"/>
                  </a:lnTo>
                  <a:lnTo>
                    <a:pt x="1492058" y="0"/>
                  </a:lnTo>
                  <a:lnTo>
                    <a:pt x="1497564" y="0"/>
                  </a:lnTo>
                  <a:lnTo>
                    <a:pt x="1503070" y="0"/>
                  </a:lnTo>
                  <a:lnTo>
                    <a:pt x="1508575" y="0"/>
                  </a:lnTo>
                  <a:lnTo>
                    <a:pt x="1514081" y="0"/>
                  </a:lnTo>
                  <a:lnTo>
                    <a:pt x="1519587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16724103" y="1510963"/>
              <a:ext cx="1671546" cy="1671546"/>
            </a:xfrm>
            <a:custGeom>
              <a:avLst/>
              <a:pathLst>
                <a:path w="1671546" h="1671546">
                  <a:moveTo>
                    <a:pt x="0" y="1671546"/>
                  </a:moveTo>
                  <a:lnTo>
                    <a:pt x="0" y="1671546"/>
                  </a:lnTo>
                  <a:lnTo>
                    <a:pt x="1671546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17179979" y="2374946"/>
              <a:ext cx="1215669" cy="807562"/>
            </a:xfrm>
            <a:custGeom>
              <a:avLst/>
              <a:pathLst>
                <a:path w="1215669" h="807562">
                  <a:moveTo>
                    <a:pt x="1215669" y="807562"/>
                  </a:moveTo>
                  <a:lnTo>
                    <a:pt x="1215669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807562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tx1468"/>
            <p:cNvSpPr/>
            <p:nvPr/>
          </p:nvSpPr>
          <p:spPr>
            <a:xfrm>
              <a:off x="17225509" y="2389871"/>
              <a:ext cx="216416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0.27 [-0.152, 0.510]</a:t>
              </a:r>
            </a:p>
          </p:txBody>
        </p:sp>
        <p:sp>
          <p:nvSpPr>
            <p:cNvPr id="1469" name="tx1469"/>
            <p:cNvSpPr/>
            <p:nvPr/>
          </p:nvSpPr>
          <p:spPr>
            <a:xfrm>
              <a:off x="17225509" y="2635315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0.621</a:t>
              </a:r>
            </a:p>
          </p:txBody>
        </p:sp>
        <p:sp>
          <p:nvSpPr>
            <p:cNvPr id="1470" name="tx1470"/>
            <p:cNvSpPr/>
            <p:nvPr/>
          </p:nvSpPr>
          <p:spPr>
            <a:xfrm>
              <a:off x="17225509" y="2855194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0.583</a:t>
              </a:r>
            </a:p>
          </p:txBody>
        </p:sp>
        <p:sp>
          <p:nvSpPr>
            <p:cNvPr id="1471" name="tx1471"/>
            <p:cNvSpPr/>
            <p:nvPr/>
          </p:nvSpPr>
          <p:spPr>
            <a:xfrm>
              <a:off x="17225509" y="3073812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0.716</a:t>
              </a:r>
            </a:p>
          </p:txBody>
        </p:sp>
        <p:sp>
          <p:nvSpPr>
            <p:cNvPr id="1472" name="tx1472"/>
            <p:cNvSpPr/>
            <p:nvPr/>
          </p:nvSpPr>
          <p:spPr>
            <a:xfrm>
              <a:off x="16367552" y="305346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473" name="tx1473"/>
            <p:cNvSpPr/>
            <p:nvPr/>
          </p:nvSpPr>
          <p:spPr>
            <a:xfrm>
              <a:off x="16367552" y="2673570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474" name="tx1474"/>
            <p:cNvSpPr/>
            <p:nvPr/>
          </p:nvSpPr>
          <p:spPr>
            <a:xfrm>
              <a:off x="16367552" y="229367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475" name="tx1475"/>
            <p:cNvSpPr/>
            <p:nvPr/>
          </p:nvSpPr>
          <p:spPr>
            <a:xfrm>
              <a:off x="16367552" y="191377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476" name="tx1476"/>
            <p:cNvSpPr/>
            <p:nvPr/>
          </p:nvSpPr>
          <p:spPr>
            <a:xfrm>
              <a:off x="16367552" y="1533880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477" name="tx1477"/>
            <p:cNvSpPr/>
            <p:nvPr/>
          </p:nvSpPr>
          <p:spPr>
            <a:xfrm>
              <a:off x="16661662" y="326006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478" name="tx1478"/>
            <p:cNvSpPr/>
            <p:nvPr/>
          </p:nvSpPr>
          <p:spPr>
            <a:xfrm>
              <a:off x="17041559" y="326006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479" name="tx1479"/>
            <p:cNvSpPr/>
            <p:nvPr/>
          </p:nvSpPr>
          <p:spPr>
            <a:xfrm>
              <a:off x="17421456" y="326006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480" name="tx1480"/>
            <p:cNvSpPr/>
            <p:nvPr/>
          </p:nvSpPr>
          <p:spPr>
            <a:xfrm>
              <a:off x="17801353" y="326006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481" name="tx1481"/>
            <p:cNvSpPr/>
            <p:nvPr/>
          </p:nvSpPr>
          <p:spPr>
            <a:xfrm>
              <a:off x="18181250" y="326006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482" name="tx1482"/>
            <p:cNvSpPr/>
            <p:nvPr/>
          </p:nvSpPr>
          <p:spPr>
            <a:xfrm>
              <a:off x="16181492" y="340979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1483" name="tx1483"/>
            <p:cNvSpPr/>
            <p:nvPr/>
          </p:nvSpPr>
          <p:spPr>
            <a:xfrm rot="-5400000">
              <a:off x="14996534" y="226330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1484" name="tx1484"/>
            <p:cNvSpPr/>
            <p:nvPr/>
          </p:nvSpPr>
          <p:spPr>
            <a:xfrm>
              <a:off x="16724103" y="123156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D.</a:t>
              </a:r>
            </a:p>
          </p:txBody>
        </p:sp>
        <p:sp>
          <p:nvSpPr>
            <p:cNvPr id="1485" name="rc1485"/>
            <p:cNvSpPr/>
            <p:nvPr/>
          </p:nvSpPr>
          <p:spPr>
            <a:xfrm>
              <a:off x="2468562" y="3703320"/>
              <a:ext cx="4937759" cy="25603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rc1486"/>
            <p:cNvSpPr/>
            <p:nvPr/>
          </p:nvSpPr>
          <p:spPr>
            <a:xfrm>
              <a:off x="2964176" y="4000598"/>
              <a:ext cx="4372557" cy="18531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2964176" y="538133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2964176" y="486375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2964176" y="434618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865005" y="400059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4909865" y="400059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5954725" y="400059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6999585" y="400059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2964176" y="564012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2964176" y="512254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2964176" y="4604969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2964176" y="408739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342574" y="400059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4387435" y="400059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5432295" y="400059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6477155" y="400059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3283789" y="5557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3553343" y="5589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5920217" y="4342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3259860" y="5622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3335166" y="5632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3302791" y="5627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3819379" y="5372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3417510" y="5631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3366837" y="5593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3631465" y="5114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5616176" y="5468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3256341" y="5624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3256341" y="5624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3278158" y="5622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4274736" y="5531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3303495" y="5585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3302087" y="5596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3240153" y="5622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3214816" y="5628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3314756" y="5621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3982660" y="5245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3964361" y="5164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4258549" y="4877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3490705" y="5510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3312644" y="5599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5174894" y="5542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5156596" y="5512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3531526" y="5556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3306310" y="5597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3236634" y="5631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3318979" y="5622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3201444" y="5627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3267601" y="5619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3354872" y="5616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3243672" y="5593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3251414" y="5596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3441439" y="5605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5892768" y="4972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3494224" y="5594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3881313" y="5558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3258452" y="5619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3354168" y="5613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3355576" y="5608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3480148" y="5602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3314756" y="5608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3368244" y="5603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3301384" y="5615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3342908" y="5602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4807512" y="4973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4908155" y="5103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3384432" y="5621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3459738" y="5609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3270417" y="5612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3246487" y="5621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4892671" y="4060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3219039" y="5608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3174700" y="5609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4262772" y="5442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5849837" y="4655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5994115" y="4498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3316867" y="5628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3322498" y="5611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4977127" y="4937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5003168" y="5044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3340796" y="5558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5441634" y="5305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4773026" y="5203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5067213" y="5101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5270611" y="5125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3290123" y="5624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3290123" y="5624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3283789" y="5600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3292234" y="5629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3347131" y="5605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3941136" y="5542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3240857" y="5602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4040372" y="4678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3599090" y="5547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3247895" y="5594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3387247" y="5608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3901723" y="5565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4742058" y="5445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3311237" y="5623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3349946" y="5612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3291530" y="5622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3340093" y="5594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3318275" y="5592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4663937" y="5552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3351353" y="5612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5445857" y="5464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5497938" y="5321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3582903" y="5610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3266194" y="5585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4632970" y="5147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4151572" y="4956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3318979" y="5619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3323201" y="5617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3280270" y="5611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3351353" y="5611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3255637" y="5628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3841901" y="5543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3364725" y="5620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3576569" y="5195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4404939" y="5192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3368948" y="5621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3374579" y="5604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3351353" y="5624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3331647" y="5592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3325313" y="5586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3337277" y="5614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3295753" y="5544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3337277" y="5501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3285900" y="5597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3324609" y="5627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3332351" y="5628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3681435" y="5260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3364725" y="5625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3385136" y="5621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3323201" y="5623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3351353" y="560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3159920" y="5605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4381010" y="5435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4693496" y="5419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3319682" y="5620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3327424" y="5583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3452700" y="5555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3332351" y="5600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3261971" y="5617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3212001" y="5624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3830640" y="5367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3330943" y="5628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3346427" y="5627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5761158" y="5260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5527497" y="5338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3223966" y="5616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4815253" y="4981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3264786" y="5626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3668766" y="5556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3832047" y="5510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3280270" y="5631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3344315" y="5631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3"/>
            <p:cNvSpPr/>
            <p:nvPr/>
          </p:nvSpPr>
          <p:spPr>
            <a:xfrm>
              <a:off x="3331647" y="5630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4"/>
            <p:cNvSpPr/>
            <p:nvPr/>
          </p:nvSpPr>
          <p:spPr>
            <a:xfrm>
              <a:off x="3342908" y="5628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5"/>
            <p:cNvSpPr/>
            <p:nvPr/>
          </p:nvSpPr>
          <p:spPr>
            <a:xfrm>
              <a:off x="3351353" y="5634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6"/>
            <p:cNvSpPr/>
            <p:nvPr/>
          </p:nvSpPr>
          <p:spPr>
            <a:xfrm>
              <a:off x="3288715" y="5628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7"/>
            <p:cNvSpPr/>
            <p:nvPr/>
          </p:nvSpPr>
          <p:spPr>
            <a:xfrm>
              <a:off x="3629354" y="5408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8"/>
            <p:cNvSpPr/>
            <p:nvPr/>
          </p:nvSpPr>
          <p:spPr>
            <a:xfrm>
              <a:off x="3245784" y="5618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9"/>
            <p:cNvSpPr/>
            <p:nvPr/>
          </p:nvSpPr>
          <p:spPr>
            <a:xfrm>
              <a:off x="3210594" y="5606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50"/>
            <p:cNvSpPr/>
            <p:nvPr/>
          </p:nvSpPr>
          <p:spPr>
            <a:xfrm>
              <a:off x="3242968" y="5593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1"/>
            <p:cNvSpPr/>
            <p:nvPr/>
          </p:nvSpPr>
          <p:spPr>
            <a:xfrm>
              <a:off x="3316163" y="5628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2"/>
            <p:cNvSpPr/>
            <p:nvPr/>
          </p:nvSpPr>
          <p:spPr>
            <a:xfrm>
              <a:off x="3286604" y="5613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3"/>
            <p:cNvSpPr/>
            <p:nvPr/>
          </p:nvSpPr>
          <p:spPr>
            <a:xfrm>
              <a:off x="3232411" y="5625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4"/>
            <p:cNvSpPr/>
            <p:nvPr/>
          </p:nvSpPr>
          <p:spPr>
            <a:xfrm>
              <a:off x="3254933" y="5635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5"/>
            <p:cNvSpPr/>
            <p:nvPr/>
          </p:nvSpPr>
          <p:spPr>
            <a:xfrm>
              <a:off x="3246487" y="5634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6"/>
            <p:cNvSpPr/>
            <p:nvPr/>
          </p:nvSpPr>
          <p:spPr>
            <a:xfrm>
              <a:off x="3364022" y="5567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7"/>
            <p:cNvSpPr/>
            <p:nvPr/>
          </p:nvSpPr>
          <p:spPr>
            <a:xfrm>
              <a:off x="3461146" y="5577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8"/>
            <p:cNvSpPr/>
            <p:nvPr/>
          </p:nvSpPr>
          <p:spPr>
            <a:xfrm>
              <a:off x="4170574" y="49295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9"/>
            <p:cNvSpPr/>
            <p:nvPr/>
          </p:nvSpPr>
          <p:spPr>
            <a:xfrm>
              <a:off x="3927764" y="5319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60"/>
            <p:cNvSpPr/>
            <p:nvPr/>
          </p:nvSpPr>
          <p:spPr>
            <a:xfrm>
              <a:off x="3299976" y="5600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1"/>
            <p:cNvSpPr/>
            <p:nvPr/>
          </p:nvSpPr>
          <p:spPr>
            <a:xfrm>
              <a:off x="3984068" y="5572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2"/>
            <p:cNvSpPr/>
            <p:nvPr/>
          </p:nvSpPr>
          <p:spPr>
            <a:xfrm>
              <a:off x="3955916" y="5494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3"/>
            <p:cNvSpPr/>
            <p:nvPr/>
          </p:nvSpPr>
          <p:spPr>
            <a:xfrm>
              <a:off x="3947470" y="5527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4"/>
            <p:cNvSpPr/>
            <p:nvPr/>
          </p:nvSpPr>
          <p:spPr>
            <a:xfrm>
              <a:off x="3963658" y="5315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5"/>
            <p:cNvSpPr/>
            <p:nvPr/>
          </p:nvSpPr>
          <p:spPr>
            <a:xfrm>
              <a:off x="3412584" y="5600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6"/>
            <p:cNvSpPr/>
            <p:nvPr/>
          </p:nvSpPr>
          <p:spPr>
            <a:xfrm>
              <a:off x="3905242" y="5608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7"/>
            <p:cNvSpPr/>
            <p:nvPr/>
          </p:nvSpPr>
          <p:spPr>
            <a:xfrm>
              <a:off x="3968584" y="5531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8"/>
            <p:cNvSpPr/>
            <p:nvPr/>
          </p:nvSpPr>
          <p:spPr>
            <a:xfrm>
              <a:off x="4290924" y="4899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9"/>
            <p:cNvSpPr/>
            <p:nvPr/>
          </p:nvSpPr>
          <p:spPr>
            <a:xfrm>
              <a:off x="3201444" y="5594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70"/>
            <p:cNvSpPr/>
            <p:nvPr/>
          </p:nvSpPr>
          <p:spPr>
            <a:xfrm>
              <a:off x="3278862" y="5277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1"/>
            <p:cNvSpPr/>
            <p:nvPr/>
          </p:nvSpPr>
          <p:spPr>
            <a:xfrm>
              <a:off x="3257748" y="5147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2"/>
            <p:cNvSpPr/>
            <p:nvPr/>
          </p:nvSpPr>
          <p:spPr>
            <a:xfrm>
              <a:off x="4870150" y="4907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3"/>
            <p:cNvSpPr/>
            <p:nvPr/>
          </p:nvSpPr>
          <p:spPr>
            <a:xfrm>
              <a:off x="4927157" y="4717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4"/>
            <p:cNvSpPr/>
            <p:nvPr/>
          </p:nvSpPr>
          <p:spPr>
            <a:xfrm>
              <a:off x="5338879" y="4301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5"/>
            <p:cNvSpPr/>
            <p:nvPr/>
          </p:nvSpPr>
          <p:spPr>
            <a:xfrm>
              <a:off x="3388655" y="5620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6"/>
            <p:cNvSpPr/>
            <p:nvPr/>
          </p:nvSpPr>
          <p:spPr>
            <a:xfrm>
              <a:off x="4014331" y="4404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7"/>
            <p:cNvSpPr/>
            <p:nvPr/>
          </p:nvSpPr>
          <p:spPr>
            <a:xfrm>
              <a:off x="4061486" y="4463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8"/>
            <p:cNvSpPr/>
            <p:nvPr/>
          </p:nvSpPr>
          <p:spPr>
            <a:xfrm>
              <a:off x="4615375" y="5340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9"/>
            <p:cNvSpPr/>
            <p:nvPr/>
          </p:nvSpPr>
          <p:spPr>
            <a:xfrm>
              <a:off x="4136792" y="5365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80"/>
            <p:cNvSpPr/>
            <p:nvPr/>
          </p:nvSpPr>
          <p:spPr>
            <a:xfrm>
              <a:off x="4011516" y="5272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1"/>
            <p:cNvSpPr/>
            <p:nvPr/>
          </p:nvSpPr>
          <p:spPr>
            <a:xfrm>
              <a:off x="3314052" y="5622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2"/>
            <p:cNvSpPr/>
            <p:nvPr/>
          </p:nvSpPr>
          <p:spPr>
            <a:xfrm>
              <a:off x="3330239" y="5627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3"/>
            <p:cNvSpPr/>
            <p:nvPr/>
          </p:nvSpPr>
          <p:spPr>
            <a:xfrm>
              <a:off x="3284492" y="5615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4"/>
            <p:cNvSpPr/>
            <p:nvPr/>
          </p:nvSpPr>
          <p:spPr>
            <a:xfrm>
              <a:off x="3234523" y="5612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5"/>
            <p:cNvSpPr/>
            <p:nvPr/>
          </p:nvSpPr>
          <p:spPr>
            <a:xfrm>
              <a:off x="4891264" y="4793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6"/>
            <p:cNvSpPr/>
            <p:nvPr/>
          </p:nvSpPr>
          <p:spPr>
            <a:xfrm>
              <a:off x="4891264" y="4793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7"/>
            <p:cNvSpPr/>
            <p:nvPr/>
          </p:nvSpPr>
          <p:spPr>
            <a:xfrm>
              <a:off x="3883425" y="5427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8"/>
            <p:cNvSpPr/>
            <p:nvPr/>
          </p:nvSpPr>
          <p:spPr>
            <a:xfrm>
              <a:off x="3211297" y="5637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9"/>
            <p:cNvSpPr/>
            <p:nvPr/>
          </p:nvSpPr>
          <p:spPr>
            <a:xfrm>
              <a:off x="3290827" y="5622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90"/>
            <p:cNvSpPr/>
            <p:nvPr/>
          </p:nvSpPr>
          <p:spPr>
            <a:xfrm>
              <a:off x="5019355" y="5029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1"/>
            <p:cNvSpPr/>
            <p:nvPr/>
          </p:nvSpPr>
          <p:spPr>
            <a:xfrm>
              <a:off x="5019355" y="5029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2"/>
            <p:cNvSpPr/>
            <p:nvPr/>
          </p:nvSpPr>
          <p:spPr>
            <a:xfrm>
              <a:off x="3474518" y="5587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3"/>
            <p:cNvSpPr/>
            <p:nvPr/>
          </p:nvSpPr>
          <p:spPr>
            <a:xfrm>
              <a:off x="3590645" y="5589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4"/>
            <p:cNvSpPr/>
            <p:nvPr/>
          </p:nvSpPr>
          <p:spPr>
            <a:xfrm>
              <a:off x="3374579" y="5620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5"/>
            <p:cNvSpPr/>
            <p:nvPr/>
          </p:nvSpPr>
          <p:spPr>
            <a:xfrm>
              <a:off x="3857384" y="5281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6"/>
            <p:cNvSpPr/>
            <p:nvPr/>
          </p:nvSpPr>
          <p:spPr>
            <a:xfrm>
              <a:off x="3244376" y="5613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7"/>
            <p:cNvSpPr/>
            <p:nvPr/>
          </p:nvSpPr>
          <p:spPr>
            <a:xfrm>
              <a:off x="3295049" y="5608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8"/>
            <p:cNvSpPr/>
            <p:nvPr/>
          </p:nvSpPr>
          <p:spPr>
            <a:xfrm>
              <a:off x="3295049" y="5593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9"/>
            <p:cNvSpPr/>
            <p:nvPr/>
          </p:nvSpPr>
          <p:spPr>
            <a:xfrm>
              <a:off x="3285196" y="5604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700"/>
            <p:cNvSpPr/>
            <p:nvPr/>
          </p:nvSpPr>
          <p:spPr>
            <a:xfrm>
              <a:off x="3356280" y="5616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1"/>
            <p:cNvSpPr/>
            <p:nvPr/>
          </p:nvSpPr>
          <p:spPr>
            <a:xfrm>
              <a:off x="3787708" y="5537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2"/>
            <p:cNvSpPr/>
            <p:nvPr/>
          </p:nvSpPr>
          <p:spPr>
            <a:xfrm>
              <a:off x="3995329" y="5502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3"/>
            <p:cNvSpPr/>
            <p:nvPr/>
          </p:nvSpPr>
          <p:spPr>
            <a:xfrm>
              <a:off x="4249400" y="5524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4"/>
            <p:cNvSpPr/>
            <p:nvPr/>
          </p:nvSpPr>
          <p:spPr>
            <a:xfrm>
              <a:off x="3399212" y="5620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5"/>
            <p:cNvSpPr/>
            <p:nvPr/>
          </p:nvSpPr>
          <p:spPr>
            <a:xfrm>
              <a:off x="3315460" y="4747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6"/>
            <p:cNvSpPr/>
            <p:nvPr/>
          </p:nvSpPr>
          <p:spPr>
            <a:xfrm>
              <a:off x="3326017" y="4896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7"/>
            <p:cNvSpPr/>
            <p:nvPr/>
          </p:nvSpPr>
          <p:spPr>
            <a:xfrm>
              <a:off x="3379505" y="5574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8"/>
            <p:cNvSpPr/>
            <p:nvPr/>
          </p:nvSpPr>
          <p:spPr>
            <a:xfrm>
              <a:off x="4278959" y="5476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9"/>
            <p:cNvSpPr/>
            <p:nvPr/>
          </p:nvSpPr>
          <p:spPr>
            <a:xfrm>
              <a:off x="3248599" y="5619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10"/>
            <p:cNvSpPr/>
            <p:nvPr/>
          </p:nvSpPr>
          <p:spPr>
            <a:xfrm>
              <a:off x="3273232" y="5624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1"/>
            <p:cNvSpPr/>
            <p:nvPr/>
          </p:nvSpPr>
          <p:spPr>
            <a:xfrm>
              <a:off x="3944655" y="5485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2"/>
            <p:cNvSpPr/>
            <p:nvPr/>
          </p:nvSpPr>
          <p:spPr>
            <a:xfrm>
              <a:off x="4964459" y="5324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3"/>
            <p:cNvSpPr/>
            <p:nvPr/>
          </p:nvSpPr>
          <p:spPr>
            <a:xfrm>
              <a:off x="5238940" y="5430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4"/>
            <p:cNvSpPr/>
            <p:nvPr/>
          </p:nvSpPr>
          <p:spPr>
            <a:xfrm>
              <a:off x="3917207" y="5491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5"/>
            <p:cNvSpPr/>
            <p:nvPr/>
          </p:nvSpPr>
          <p:spPr>
            <a:xfrm>
              <a:off x="5839280" y="4112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6"/>
            <p:cNvSpPr/>
            <p:nvPr/>
          </p:nvSpPr>
          <p:spPr>
            <a:xfrm>
              <a:off x="5839280" y="4112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7"/>
            <p:cNvSpPr/>
            <p:nvPr/>
          </p:nvSpPr>
          <p:spPr>
            <a:xfrm>
              <a:off x="3316163" y="5588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8"/>
            <p:cNvSpPr/>
            <p:nvPr/>
          </p:nvSpPr>
          <p:spPr>
            <a:xfrm>
              <a:off x="4762469" y="5171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9"/>
            <p:cNvSpPr/>
            <p:nvPr/>
          </p:nvSpPr>
          <p:spPr>
            <a:xfrm>
              <a:off x="3635688" y="5540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20"/>
            <p:cNvSpPr/>
            <p:nvPr/>
          </p:nvSpPr>
          <p:spPr>
            <a:xfrm>
              <a:off x="3687065" y="5497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1"/>
            <p:cNvSpPr/>
            <p:nvPr/>
          </p:nvSpPr>
          <p:spPr>
            <a:xfrm>
              <a:off x="3886240" y="5486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2"/>
            <p:cNvSpPr/>
            <p:nvPr/>
          </p:nvSpPr>
          <p:spPr>
            <a:xfrm>
              <a:off x="3896093" y="544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3"/>
            <p:cNvSpPr/>
            <p:nvPr/>
          </p:nvSpPr>
          <p:spPr>
            <a:xfrm>
              <a:off x="3316163" y="5612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4"/>
            <p:cNvSpPr/>
            <p:nvPr/>
          </p:nvSpPr>
          <p:spPr>
            <a:xfrm>
              <a:off x="5367031" y="5432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5"/>
            <p:cNvSpPr/>
            <p:nvPr/>
          </p:nvSpPr>
          <p:spPr>
            <a:xfrm>
              <a:off x="5352251" y="5196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6"/>
            <p:cNvSpPr/>
            <p:nvPr/>
          </p:nvSpPr>
          <p:spPr>
            <a:xfrm>
              <a:off x="3375282" y="5613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7"/>
            <p:cNvSpPr/>
            <p:nvPr/>
          </p:nvSpPr>
          <p:spPr>
            <a:xfrm>
              <a:off x="3264082" y="5595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8"/>
            <p:cNvSpPr/>
            <p:nvPr/>
          </p:nvSpPr>
          <p:spPr>
            <a:xfrm>
              <a:off x="3426660" y="5361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9"/>
            <p:cNvSpPr/>
            <p:nvPr/>
          </p:nvSpPr>
          <p:spPr>
            <a:xfrm>
              <a:off x="3246487" y="5603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30"/>
            <p:cNvSpPr/>
            <p:nvPr/>
          </p:nvSpPr>
          <p:spPr>
            <a:xfrm>
              <a:off x="3273936" y="5606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1"/>
            <p:cNvSpPr/>
            <p:nvPr/>
          </p:nvSpPr>
          <p:spPr>
            <a:xfrm>
              <a:off x="3276751" y="5600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2"/>
            <p:cNvSpPr/>
            <p:nvPr/>
          </p:nvSpPr>
          <p:spPr>
            <a:xfrm>
              <a:off x="3280270" y="5606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3"/>
            <p:cNvSpPr/>
            <p:nvPr/>
          </p:nvSpPr>
          <p:spPr>
            <a:xfrm>
              <a:off x="3328832" y="5606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4"/>
            <p:cNvSpPr/>
            <p:nvPr/>
          </p:nvSpPr>
          <p:spPr>
            <a:xfrm>
              <a:off x="3228892" y="5618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5"/>
            <p:cNvSpPr/>
            <p:nvPr/>
          </p:nvSpPr>
          <p:spPr>
            <a:xfrm>
              <a:off x="3313348" y="5628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6"/>
            <p:cNvSpPr/>
            <p:nvPr/>
          </p:nvSpPr>
          <p:spPr>
            <a:xfrm>
              <a:off x="3257748" y="5619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7"/>
            <p:cNvSpPr/>
            <p:nvPr/>
          </p:nvSpPr>
          <p:spPr>
            <a:xfrm>
              <a:off x="3328832" y="5619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8"/>
            <p:cNvSpPr/>
            <p:nvPr/>
          </p:nvSpPr>
          <p:spPr>
            <a:xfrm>
              <a:off x="3474518" y="5611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9"/>
            <p:cNvSpPr/>
            <p:nvPr/>
          </p:nvSpPr>
          <p:spPr>
            <a:xfrm>
              <a:off x="3777151" y="5509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40"/>
            <p:cNvSpPr/>
            <p:nvPr/>
          </p:nvSpPr>
          <p:spPr>
            <a:xfrm>
              <a:off x="3941136" y="5449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1"/>
            <p:cNvSpPr/>
            <p:nvPr/>
          </p:nvSpPr>
          <p:spPr>
            <a:xfrm>
              <a:off x="4180428" y="5366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2"/>
            <p:cNvSpPr/>
            <p:nvPr/>
          </p:nvSpPr>
          <p:spPr>
            <a:xfrm>
              <a:off x="3293642" y="5601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3"/>
            <p:cNvSpPr/>
            <p:nvPr/>
          </p:nvSpPr>
          <p:spPr>
            <a:xfrm>
              <a:off x="3297865" y="5577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4"/>
            <p:cNvSpPr/>
            <p:nvPr/>
          </p:nvSpPr>
          <p:spPr>
            <a:xfrm>
              <a:off x="3606832" y="5584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5"/>
            <p:cNvSpPr/>
            <p:nvPr/>
          </p:nvSpPr>
          <p:spPr>
            <a:xfrm>
              <a:off x="3325313" y="5616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6"/>
            <p:cNvSpPr/>
            <p:nvPr/>
          </p:nvSpPr>
          <p:spPr>
            <a:xfrm>
              <a:off x="3261267" y="5610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7"/>
            <p:cNvSpPr/>
            <p:nvPr/>
          </p:nvSpPr>
          <p:spPr>
            <a:xfrm>
              <a:off x="4846221" y="5116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8"/>
            <p:cNvSpPr/>
            <p:nvPr/>
          </p:nvSpPr>
          <p:spPr>
            <a:xfrm>
              <a:off x="5838576" y="4543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9"/>
            <p:cNvSpPr/>
            <p:nvPr/>
          </p:nvSpPr>
          <p:spPr>
            <a:xfrm>
              <a:off x="3338685" y="5583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50"/>
            <p:cNvSpPr/>
            <p:nvPr/>
          </p:nvSpPr>
          <p:spPr>
            <a:xfrm>
              <a:off x="3334462" y="5581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1"/>
            <p:cNvSpPr/>
            <p:nvPr/>
          </p:nvSpPr>
          <p:spPr>
            <a:xfrm>
              <a:off x="3359095" y="5593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2"/>
            <p:cNvSpPr/>
            <p:nvPr/>
          </p:nvSpPr>
          <p:spPr>
            <a:xfrm>
              <a:off x="4536549" y="5246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3"/>
            <p:cNvSpPr/>
            <p:nvPr/>
          </p:nvSpPr>
          <p:spPr>
            <a:xfrm>
              <a:off x="3254229" y="5611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3776571" y="400059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2964176" y="558637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2964176" y="4799963"/>
              <a:ext cx="639613" cy="386376"/>
            </a:xfrm>
            <a:custGeom>
              <a:avLst/>
              <a:pathLst>
                <a:path w="639613" h="386376">
                  <a:moveTo>
                    <a:pt x="0" y="386376"/>
                  </a:moveTo>
                  <a:lnTo>
                    <a:pt x="614377" y="386376"/>
                  </a:lnTo>
                  <a:lnTo>
                    <a:pt x="613360" y="386356"/>
                  </a:lnTo>
                  <a:lnTo>
                    <a:pt x="617418" y="386192"/>
                  </a:lnTo>
                  <a:lnTo>
                    <a:pt x="621398" y="385380"/>
                  </a:lnTo>
                  <a:lnTo>
                    <a:pt x="625195" y="383939"/>
                  </a:lnTo>
                  <a:lnTo>
                    <a:pt x="628713" y="381909"/>
                  </a:lnTo>
                  <a:lnTo>
                    <a:pt x="631859" y="379340"/>
                  </a:lnTo>
                  <a:lnTo>
                    <a:pt x="634552" y="376300"/>
                  </a:lnTo>
                  <a:lnTo>
                    <a:pt x="636723" y="372867"/>
                  </a:lnTo>
                  <a:lnTo>
                    <a:pt x="638314" y="369131"/>
                  </a:lnTo>
                  <a:lnTo>
                    <a:pt x="639286" y="365188"/>
                  </a:lnTo>
                  <a:lnTo>
                    <a:pt x="639613" y="361139"/>
                  </a:lnTo>
                  <a:lnTo>
                    <a:pt x="639613" y="25236"/>
                  </a:lnTo>
                  <a:lnTo>
                    <a:pt x="639286" y="21188"/>
                  </a:lnTo>
                  <a:lnTo>
                    <a:pt x="638314" y="17245"/>
                  </a:lnTo>
                  <a:lnTo>
                    <a:pt x="636723" y="13508"/>
                  </a:lnTo>
                  <a:lnTo>
                    <a:pt x="634552" y="10075"/>
                  </a:lnTo>
                  <a:lnTo>
                    <a:pt x="631859" y="7035"/>
                  </a:lnTo>
                  <a:lnTo>
                    <a:pt x="628713" y="4467"/>
                  </a:lnTo>
                  <a:lnTo>
                    <a:pt x="625195" y="2436"/>
                  </a:lnTo>
                  <a:lnTo>
                    <a:pt x="621398" y="996"/>
                  </a:lnTo>
                  <a:lnTo>
                    <a:pt x="617418" y="184"/>
                  </a:lnTo>
                  <a:lnTo>
                    <a:pt x="61437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tx1757"/>
            <p:cNvSpPr/>
            <p:nvPr/>
          </p:nvSpPr>
          <p:spPr>
            <a:xfrm>
              <a:off x="2689014" y="4840381"/>
              <a:ext cx="872713" cy="10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1758" name="tx1758"/>
            <p:cNvSpPr/>
            <p:nvPr/>
          </p:nvSpPr>
          <p:spPr>
            <a:xfrm>
              <a:off x="3070810" y="5012700"/>
              <a:ext cx="49091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 (6%)</a:t>
              </a:r>
            </a:p>
          </p:txBody>
        </p:sp>
        <p:sp>
          <p:nvSpPr>
            <p:cNvPr id="1759" name="pg1759"/>
            <p:cNvSpPr/>
            <p:nvPr/>
          </p:nvSpPr>
          <p:spPr>
            <a:xfrm>
              <a:off x="2964176" y="5576328"/>
              <a:ext cx="639613" cy="277422"/>
            </a:xfrm>
            <a:custGeom>
              <a:avLst/>
              <a:pathLst>
                <a:path w="639613" h="277422">
                  <a:moveTo>
                    <a:pt x="639613" y="277422"/>
                  </a:moveTo>
                  <a:lnTo>
                    <a:pt x="639613" y="25236"/>
                  </a:lnTo>
                  <a:lnTo>
                    <a:pt x="639286" y="21188"/>
                  </a:lnTo>
                  <a:lnTo>
                    <a:pt x="638314" y="17245"/>
                  </a:lnTo>
                  <a:lnTo>
                    <a:pt x="636723" y="13508"/>
                  </a:lnTo>
                  <a:lnTo>
                    <a:pt x="634552" y="10075"/>
                  </a:lnTo>
                  <a:lnTo>
                    <a:pt x="631859" y="7035"/>
                  </a:lnTo>
                  <a:lnTo>
                    <a:pt x="628713" y="4467"/>
                  </a:lnTo>
                  <a:lnTo>
                    <a:pt x="625195" y="2436"/>
                  </a:lnTo>
                  <a:lnTo>
                    <a:pt x="621398" y="996"/>
                  </a:lnTo>
                  <a:lnTo>
                    <a:pt x="617418" y="184"/>
                  </a:lnTo>
                  <a:lnTo>
                    <a:pt x="614377" y="0"/>
                  </a:lnTo>
                  <a:lnTo>
                    <a:pt x="0" y="0"/>
                  </a:lnTo>
                  <a:lnTo>
                    <a:pt x="0" y="277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tx1760"/>
            <p:cNvSpPr/>
            <p:nvPr/>
          </p:nvSpPr>
          <p:spPr>
            <a:xfrm>
              <a:off x="2681142" y="5588884"/>
              <a:ext cx="880586" cy="129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1761" name="tx1761"/>
            <p:cNvSpPr/>
            <p:nvPr/>
          </p:nvSpPr>
          <p:spPr>
            <a:xfrm>
              <a:off x="2797933" y="5789066"/>
              <a:ext cx="763795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145 (57.5%)</a:t>
              </a:r>
            </a:p>
          </p:txBody>
        </p:sp>
        <p:sp>
          <p:nvSpPr>
            <p:cNvPr id="1762" name="pg1762"/>
            <p:cNvSpPr/>
            <p:nvPr/>
          </p:nvSpPr>
          <p:spPr>
            <a:xfrm>
              <a:off x="4007590" y="4799963"/>
              <a:ext cx="902274" cy="386376"/>
            </a:xfrm>
            <a:custGeom>
              <a:avLst/>
              <a:pathLst>
                <a:path w="902274" h="386376">
                  <a:moveTo>
                    <a:pt x="25236" y="386376"/>
                  </a:moveTo>
                  <a:lnTo>
                    <a:pt x="877037" y="386376"/>
                  </a:lnTo>
                  <a:lnTo>
                    <a:pt x="876021" y="386356"/>
                  </a:lnTo>
                  <a:lnTo>
                    <a:pt x="880079" y="386192"/>
                  </a:lnTo>
                  <a:lnTo>
                    <a:pt x="884059" y="385380"/>
                  </a:lnTo>
                  <a:lnTo>
                    <a:pt x="887856" y="383939"/>
                  </a:lnTo>
                  <a:lnTo>
                    <a:pt x="891373" y="381909"/>
                  </a:lnTo>
                  <a:lnTo>
                    <a:pt x="894519" y="379340"/>
                  </a:lnTo>
                  <a:lnTo>
                    <a:pt x="897213" y="376300"/>
                  </a:lnTo>
                  <a:lnTo>
                    <a:pt x="899383" y="372867"/>
                  </a:lnTo>
                  <a:lnTo>
                    <a:pt x="900975" y="369131"/>
                  </a:lnTo>
                  <a:lnTo>
                    <a:pt x="901947" y="365188"/>
                  </a:lnTo>
                  <a:lnTo>
                    <a:pt x="902274" y="361139"/>
                  </a:lnTo>
                  <a:lnTo>
                    <a:pt x="902274" y="25236"/>
                  </a:lnTo>
                  <a:lnTo>
                    <a:pt x="901947" y="21188"/>
                  </a:lnTo>
                  <a:lnTo>
                    <a:pt x="900975" y="17245"/>
                  </a:lnTo>
                  <a:lnTo>
                    <a:pt x="899383" y="13508"/>
                  </a:lnTo>
                  <a:lnTo>
                    <a:pt x="897213" y="10075"/>
                  </a:lnTo>
                  <a:lnTo>
                    <a:pt x="894519" y="7035"/>
                  </a:lnTo>
                  <a:lnTo>
                    <a:pt x="891373" y="4467"/>
                  </a:lnTo>
                  <a:lnTo>
                    <a:pt x="887856" y="2436"/>
                  </a:lnTo>
                  <a:lnTo>
                    <a:pt x="884059" y="996"/>
                  </a:lnTo>
                  <a:lnTo>
                    <a:pt x="880079" y="184"/>
                  </a:lnTo>
                  <a:lnTo>
                    <a:pt x="877037" y="0"/>
                  </a:lnTo>
                  <a:lnTo>
                    <a:pt x="25236" y="0"/>
                  </a:lnTo>
                  <a:lnTo>
                    <a:pt x="28278" y="184"/>
                  </a:lnTo>
                  <a:lnTo>
                    <a:pt x="24220" y="20"/>
                  </a:lnTo>
                  <a:lnTo>
                    <a:pt x="20188" y="510"/>
                  </a:lnTo>
                  <a:lnTo>
                    <a:pt x="16287" y="1639"/>
                  </a:lnTo>
                  <a:lnTo>
                    <a:pt x="12618" y="3381"/>
                  </a:lnTo>
                  <a:lnTo>
                    <a:pt x="9275" y="5688"/>
                  </a:lnTo>
                  <a:lnTo>
                    <a:pt x="6346" y="8501"/>
                  </a:lnTo>
                  <a:lnTo>
                    <a:pt x="3906" y="11748"/>
                  </a:lnTo>
                  <a:lnTo>
                    <a:pt x="2019" y="15344"/>
                  </a:lnTo>
                  <a:lnTo>
                    <a:pt x="733" y="19197"/>
                  </a:lnTo>
                  <a:lnTo>
                    <a:pt x="81" y="23205"/>
                  </a:lnTo>
                  <a:lnTo>
                    <a:pt x="0" y="25236"/>
                  </a:lnTo>
                  <a:lnTo>
                    <a:pt x="0" y="361139"/>
                  </a:lnTo>
                  <a:lnTo>
                    <a:pt x="81" y="359109"/>
                  </a:lnTo>
                  <a:lnTo>
                    <a:pt x="81" y="363170"/>
                  </a:lnTo>
                  <a:lnTo>
                    <a:pt x="733" y="367179"/>
                  </a:lnTo>
                  <a:lnTo>
                    <a:pt x="2019" y="371031"/>
                  </a:lnTo>
                  <a:lnTo>
                    <a:pt x="3906" y="374627"/>
                  </a:lnTo>
                  <a:lnTo>
                    <a:pt x="6346" y="377874"/>
                  </a:lnTo>
                  <a:lnTo>
                    <a:pt x="9275" y="380688"/>
                  </a:lnTo>
                  <a:lnTo>
                    <a:pt x="12618" y="382995"/>
                  </a:lnTo>
                  <a:lnTo>
                    <a:pt x="16287" y="384736"/>
                  </a:lnTo>
                  <a:lnTo>
                    <a:pt x="20188" y="385866"/>
                  </a:lnTo>
                  <a:lnTo>
                    <a:pt x="24220" y="386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tx1763"/>
            <p:cNvSpPr/>
            <p:nvPr/>
          </p:nvSpPr>
          <p:spPr>
            <a:xfrm>
              <a:off x="4049651" y="4840381"/>
              <a:ext cx="818152" cy="10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1764" name="tx1764"/>
            <p:cNvSpPr/>
            <p:nvPr/>
          </p:nvSpPr>
          <p:spPr>
            <a:xfrm>
              <a:off x="4181983" y="5012700"/>
              <a:ext cx="685821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90 (35.7%)</a:t>
              </a:r>
            </a:p>
          </p:txBody>
        </p:sp>
        <p:sp>
          <p:nvSpPr>
            <p:cNvPr id="1765" name="pg1765"/>
            <p:cNvSpPr/>
            <p:nvPr/>
          </p:nvSpPr>
          <p:spPr>
            <a:xfrm>
              <a:off x="3890594" y="5576328"/>
              <a:ext cx="1019270" cy="277422"/>
            </a:xfrm>
            <a:custGeom>
              <a:avLst/>
              <a:pathLst>
                <a:path w="1019270" h="277422">
                  <a:moveTo>
                    <a:pt x="1019270" y="277422"/>
                  </a:moveTo>
                  <a:lnTo>
                    <a:pt x="1019270" y="25236"/>
                  </a:lnTo>
                  <a:lnTo>
                    <a:pt x="1018943" y="21188"/>
                  </a:lnTo>
                  <a:lnTo>
                    <a:pt x="1017971" y="17245"/>
                  </a:lnTo>
                  <a:lnTo>
                    <a:pt x="1016379" y="13508"/>
                  </a:lnTo>
                  <a:lnTo>
                    <a:pt x="1014209" y="10075"/>
                  </a:lnTo>
                  <a:lnTo>
                    <a:pt x="1011516" y="7035"/>
                  </a:lnTo>
                  <a:lnTo>
                    <a:pt x="1008370" y="4467"/>
                  </a:lnTo>
                  <a:lnTo>
                    <a:pt x="1004852" y="2436"/>
                  </a:lnTo>
                  <a:lnTo>
                    <a:pt x="1001055" y="996"/>
                  </a:lnTo>
                  <a:lnTo>
                    <a:pt x="997075" y="184"/>
                  </a:lnTo>
                  <a:lnTo>
                    <a:pt x="994033" y="0"/>
                  </a:lnTo>
                  <a:lnTo>
                    <a:pt x="25236" y="0"/>
                  </a:lnTo>
                  <a:lnTo>
                    <a:pt x="28278" y="184"/>
                  </a:lnTo>
                  <a:lnTo>
                    <a:pt x="24220" y="20"/>
                  </a:lnTo>
                  <a:lnTo>
                    <a:pt x="20188" y="510"/>
                  </a:lnTo>
                  <a:lnTo>
                    <a:pt x="16287" y="1639"/>
                  </a:lnTo>
                  <a:lnTo>
                    <a:pt x="12618" y="3381"/>
                  </a:lnTo>
                  <a:lnTo>
                    <a:pt x="9275" y="5688"/>
                  </a:lnTo>
                  <a:lnTo>
                    <a:pt x="6346" y="8501"/>
                  </a:lnTo>
                  <a:lnTo>
                    <a:pt x="3906" y="11748"/>
                  </a:lnTo>
                  <a:lnTo>
                    <a:pt x="2019" y="15344"/>
                  </a:lnTo>
                  <a:lnTo>
                    <a:pt x="733" y="19197"/>
                  </a:lnTo>
                  <a:lnTo>
                    <a:pt x="81" y="23205"/>
                  </a:lnTo>
                  <a:lnTo>
                    <a:pt x="0" y="25236"/>
                  </a:lnTo>
                  <a:lnTo>
                    <a:pt x="0" y="277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tx1766"/>
            <p:cNvSpPr/>
            <p:nvPr/>
          </p:nvSpPr>
          <p:spPr>
            <a:xfrm>
              <a:off x="3932655" y="5588884"/>
              <a:ext cx="935148" cy="129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1767" name="tx1767"/>
            <p:cNvSpPr/>
            <p:nvPr/>
          </p:nvSpPr>
          <p:spPr>
            <a:xfrm>
              <a:off x="4337932" y="5789066"/>
              <a:ext cx="529871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 (0.8%)</a:t>
              </a:r>
            </a:p>
          </p:txBody>
        </p:sp>
        <p:sp>
          <p:nvSpPr>
            <p:cNvPr id="1768" name="rc1768"/>
            <p:cNvSpPr/>
            <p:nvPr/>
          </p:nvSpPr>
          <p:spPr>
            <a:xfrm>
              <a:off x="2964176" y="4000598"/>
              <a:ext cx="4372557" cy="185315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tx1769"/>
            <p:cNvSpPr/>
            <p:nvPr/>
          </p:nvSpPr>
          <p:spPr>
            <a:xfrm>
              <a:off x="2839390" y="55984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770" name="tx1770"/>
            <p:cNvSpPr/>
            <p:nvPr/>
          </p:nvSpPr>
          <p:spPr>
            <a:xfrm>
              <a:off x="2777234" y="508085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771" name="tx1771"/>
            <p:cNvSpPr/>
            <p:nvPr/>
          </p:nvSpPr>
          <p:spPr>
            <a:xfrm>
              <a:off x="2777234" y="4563277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1772" name="tx1772"/>
            <p:cNvSpPr/>
            <p:nvPr/>
          </p:nvSpPr>
          <p:spPr>
            <a:xfrm>
              <a:off x="2715079" y="4045700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1773" name="pl1773"/>
            <p:cNvSpPr/>
            <p:nvPr/>
          </p:nvSpPr>
          <p:spPr>
            <a:xfrm>
              <a:off x="2929381" y="564012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2929381" y="51225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2929381" y="46049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2929381" y="408739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3342574" y="585375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387435" y="585375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5432295" y="585375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6477155" y="585375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tx1781"/>
            <p:cNvSpPr/>
            <p:nvPr/>
          </p:nvSpPr>
          <p:spPr>
            <a:xfrm>
              <a:off x="3311497" y="591468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782" name="tx1782"/>
            <p:cNvSpPr/>
            <p:nvPr/>
          </p:nvSpPr>
          <p:spPr>
            <a:xfrm>
              <a:off x="4325279" y="591468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83" name="tx1783"/>
            <p:cNvSpPr/>
            <p:nvPr/>
          </p:nvSpPr>
          <p:spPr>
            <a:xfrm>
              <a:off x="5370139" y="591468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784" name="tx1784"/>
            <p:cNvSpPr/>
            <p:nvPr/>
          </p:nvSpPr>
          <p:spPr>
            <a:xfrm>
              <a:off x="6415000" y="591463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785" name="tx1785"/>
            <p:cNvSpPr/>
            <p:nvPr/>
          </p:nvSpPr>
          <p:spPr>
            <a:xfrm>
              <a:off x="4292643" y="603437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1786" name="tx1786"/>
            <p:cNvSpPr/>
            <p:nvPr/>
          </p:nvSpPr>
          <p:spPr>
            <a:xfrm rot="-5400000">
              <a:off x="1734126" y="4861622"/>
              <a:ext cx="16769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pTau217 - Nico (Z)</a:t>
              </a:r>
            </a:p>
          </p:txBody>
        </p:sp>
        <p:sp>
          <p:nvSpPr>
            <p:cNvPr id="1787" name="tx1787"/>
            <p:cNvSpPr/>
            <p:nvPr/>
          </p:nvSpPr>
          <p:spPr>
            <a:xfrm>
              <a:off x="2964176" y="3772909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E.</a:t>
              </a:r>
            </a:p>
          </p:txBody>
        </p:sp>
        <p:sp>
          <p:nvSpPr>
            <p:cNvPr id="1788" name="pl1788"/>
            <p:cNvSpPr/>
            <p:nvPr/>
          </p:nvSpPr>
          <p:spPr>
            <a:xfrm>
              <a:off x="8494503" y="5476901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8494503" y="5097004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8494503" y="4717107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8494503" y="4337210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8760431" y="407128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9140328" y="407128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9520224" y="407128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9900121" y="407128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8494503" y="5666849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8494503" y="5286953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8494503" y="4907056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8494503" y="4527159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8494503" y="4147262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8570482" y="407128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8950379" y="407128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9330276" y="407128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9710173" y="407128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10090070" y="407128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8570482" y="4147262"/>
              <a:ext cx="1519587" cy="1519587"/>
            </a:xfrm>
            <a:custGeom>
              <a:avLst/>
              <a:pathLst>
                <a:path w="1519587" h="1519587">
                  <a:moveTo>
                    <a:pt x="0" y="1519587"/>
                  </a:moveTo>
                  <a:lnTo>
                    <a:pt x="0" y="1503070"/>
                  </a:lnTo>
                  <a:lnTo>
                    <a:pt x="0" y="1470035"/>
                  </a:lnTo>
                  <a:lnTo>
                    <a:pt x="0" y="1453518"/>
                  </a:lnTo>
                  <a:lnTo>
                    <a:pt x="0" y="1437001"/>
                  </a:lnTo>
                  <a:lnTo>
                    <a:pt x="0" y="1420483"/>
                  </a:lnTo>
                  <a:lnTo>
                    <a:pt x="0" y="1403966"/>
                  </a:lnTo>
                  <a:lnTo>
                    <a:pt x="0" y="1387449"/>
                  </a:lnTo>
                  <a:lnTo>
                    <a:pt x="0" y="1370932"/>
                  </a:lnTo>
                  <a:lnTo>
                    <a:pt x="0" y="1354414"/>
                  </a:lnTo>
                  <a:lnTo>
                    <a:pt x="0" y="1337897"/>
                  </a:lnTo>
                  <a:lnTo>
                    <a:pt x="0" y="1321380"/>
                  </a:lnTo>
                  <a:lnTo>
                    <a:pt x="9497" y="1321380"/>
                  </a:lnTo>
                  <a:lnTo>
                    <a:pt x="9497" y="1288345"/>
                  </a:lnTo>
                  <a:lnTo>
                    <a:pt x="9497" y="1271828"/>
                  </a:lnTo>
                  <a:lnTo>
                    <a:pt x="18994" y="1271828"/>
                  </a:lnTo>
                  <a:lnTo>
                    <a:pt x="18994" y="1255311"/>
                  </a:lnTo>
                  <a:lnTo>
                    <a:pt x="18994" y="1238794"/>
                  </a:lnTo>
                  <a:lnTo>
                    <a:pt x="18994" y="1222276"/>
                  </a:lnTo>
                  <a:lnTo>
                    <a:pt x="18994" y="1205759"/>
                  </a:lnTo>
                  <a:lnTo>
                    <a:pt x="18994" y="1189242"/>
                  </a:lnTo>
                  <a:lnTo>
                    <a:pt x="18994" y="1172725"/>
                  </a:lnTo>
                  <a:lnTo>
                    <a:pt x="18994" y="1156207"/>
                  </a:lnTo>
                  <a:lnTo>
                    <a:pt x="18994" y="1139690"/>
                  </a:lnTo>
                  <a:lnTo>
                    <a:pt x="18994" y="1106656"/>
                  </a:lnTo>
                  <a:lnTo>
                    <a:pt x="18994" y="1090138"/>
                  </a:lnTo>
                  <a:lnTo>
                    <a:pt x="18994" y="1073621"/>
                  </a:lnTo>
                  <a:lnTo>
                    <a:pt x="18994" y="1057104"/>
                  </a:lnTo>
                  <a:lnTo>
                    <a:pt x="18994" y="1040586"/>
                  </a:lnTo>
                  <a:lnTo>
                    <a:pt x="18994" y="1024069"/>
                  </a:lnTo>
                  <a:lnTo>
                    <a:pt x="18994" y="1007552"/>
                  </a:lnTo>
                  <a:lnTo>
                    <a:pt x="18994" y="991035"/>
                  </a:lnTo>
                  <a:lnTo>
                    <a:pt x="28492" y="991035"/>
                  </a:lnTo>
                  <a:lnTo>
                    <a:pt x="28492" y="974517"/>
                  </a:lnTo>
                  <a:lnTo>
                    <a:pt x="28492" y="958000"/>
                  </a:lnTo>
                  <a:lnTo>
                    <a:pt x="28492" y="941483"/>
                  </a:lnTo>
                  <a:lnTo>
                    <a:pt x="37989" y="941483"/>
                  </a:lnTo>
                  <a:lnTo>
                    <a:pt x="37989" y="924966"/>
                  </a:lnTo>
                  <a:lnTo>
                    <a:pt x="37989" y="908448"/>
                  </a:lnTo>
                  <a:lnTo>
                    <a:pt x="37989" y="891931"/>
                  </a:lnTo>
                  <a:lnTo>
                    <a:pt x="37989" y="875414"/>
                  </a:lnTo>
                  <a:lnTo>
                    <a:pt x="37989" y="858897"/>
                  </a:lnTo>
                  <a:lnTo>
                    <a:pt x="37989" y="842379"/>
                  </a:lnTo>
                  <a:lnTo>
                    <a:pt x="37989" y="825862"/>
                  </a:lnTo>
                  <a:lnTo>
                    <a:pt x="47487" y="825862"/>
                  </a:lnTo>
                  <a:lnTo>
                    <a:pt x="47487" y="809345"/>
                  </a:lnTo>
                  <a:lnTo>
                    <a:pt x="47487" y="792828"/>
                  </a:lnTo>
                  <a:lnTo>
                    <a:pt x="47487" y="776310"/>
                  </a:lnTo>
                  <a:lnTo>
                    <a:pt x="47487" y="759793"/>
                  </a:lnTo>
                  <a:lnTo>
                    <a:pt x="47487" y="743276"/>
                  </a:lnTo>
                  <a:lnTo>
                    <a:pt x="47487" y="726759"/>
                  </a:lnTo>
                  <a:lnTo>
                    <a:pt x="47487" y="710241"/>
                  </a:lnTo>
                  <a:lnTo>
                    <a:pt x="47487" y="693724"/>
                  </a:lnTo>
                  <a:lnTo>
                    <a:pt x="56984" y="693724"/>
                  </a:lnTo>
                  <a:lnTo>
                    <a:pt x="56984" y="677207"/>
                  </a:lnTo>
                  <a:lnTo>
                    <a:pt x="56984" y="660690"/>
                  </a:lnTo>
                  <a:lnTo>
                    <a:pt x="56984" y="644172"/>
                  </a:lnTo>
                  <a:lnTo>
                    <a:pt x="56984" y="627655"/>
                  </a:lnTo>
                  <a:lnTo>
                    <a:pt x="56984" y="611138"/>
                  </a:lnTo>
                  <a:lnTo>
                    <a:pt x="56984" y="594621"/>
                  </a:lnTo>
                  <a:lnTo>
                    <a:pt x="56984" y="578103"/>
                  </a:lnTo>
                  <a:lnTo>
                    <a:pt x="56984" y="561586"/>
                  </a:lnTo>
                  <a:lnTo>
                    <a:pt x="56984" y="545069"/>
                  </a:lnTo>
                  <a:lnTo>
                    <a:pt x="56984" y="528552"/>
                  </a:lnTo>
                  <a:lnTo>
                    <a:pt x="56984" y="512034"/>
                  </a:lnTo>
                  <a:lnTo>
                    <a:pt x="56984" y="495517"/>
                  </a:lnTo>
                  <a:lnTo>
                    <a:pt x="56984" y="479000"/>
                  </a:lnTo>
                  <a:lnTo>
                    <a:pt x="56984" y="462483"/>
                  </a:lnTo>
                  <a:lnTo>
                    <a:pt x="56984" y="445965"/>
                  </a:lnTo>
                  <a:lnTo>
                    <a:pt x="56984" y="429448"/>
                  </a:lnTo>
                  <a:lnTo>
                    <a:pt x="56984" y="412931"/>
                  </a:lnTo>
                  <a:lnTo>
                    <a:pt x="56984" y="396414"/>
                  </a:lnTo>
                  <a:lnTo>
                    <a:pt x="56984" y="379896"/>
                  </a:lnTo>
                  <a:lnTo>
                    <a:pt x="56984" y="363379"/>
                  </a:lnTo>
                  <a:lnTo>
                    <a:pt x="56984" y="346862"/>
                  </a:lnTo>
                  <a:lnTo>
                    <a:pt x="56984" y="330345"/>
                  </a:lnTo>
                  <a:lnTo>
                    <a:pt x="66481" y="330345"/>
                  </a:lnTo>
                  <a:lnTo>
                    <a:pt x="66481" y="313827"/>
                  </a:lnTo>
                  <a:lnTo>
                    <a:pt x="66481" y="297310"/>
                  </a:lnTo>
                  <a:lnTo>
                    <a:pt x="66481" y="280793"/>
                  </a:lnTo>
                  <a:lnTo>
                    <a:pt x="75979" y="280793"/>
                  </a:lnTo>
                  <a:lnTo>
                    <a:pt x="75979" y="264276"/>
                  </a:lnTo>
                  <a:lnTo>
                    <a:pt x="75979" y="247758"/>
                  </a:lnTo>
                  <a:lnTo>
                    <a:pt x="75979" y="231241"/>
                  </a:lnTo>
                  <a:lnTo>
                    <a:pt x="75979" y="214724"/>
                  </a:lnTo>
                  <a:lnTo>
                    <a:pt x="75979" y="198207"/>
                  </a:lnTo>
                  <a:lnTo>
                    <a:pt x="75979" y="181689"/>
                  </a:lnTo>
                  <a:lnTo>
                    <a:pt x="75979" y="165172"/>
                  </a:lnTo>
                  <a:lnTo>
                    <a:pt x="75979" y="148655"/>
                  </a:lnTo>
                  <a:lnTo>
                    <a:pt x="75979" y="132138"/>
                  </a:lnTo>
                  <a:lnTo>
                    <a:pt x="75979" y="115620"/>
                  </a:lnTo>
                  <a:lnTo>
                    <a:pt x="85476" y="115620"/>
                  </a:lnTo>
                  <a:lnTo>
                    <a:pt x="94974" y="115620"/>
                  </a:lnTo>
                  <a:lnTo>
                    <a:pt x="94974" y="99103"/>
                  </a:lnTo>
                  <a:lnTo>
                    <a:pt x="104471" y="99103"/>
                  </a:lnTo>
                  <a:lnTo>
                    <a:pt x="104471" y="82586"/>
                  </a:lnTo>
                  <a:lnTo>
                    <a:pt x="113969" y="82586"/>
                  </a:lnTo>
                  <a:lnTo>
                    <a:pt x="123466" y="82586"/>
                  </a:lnTo>
                  <a:lnTo>
                    <a:pt x="132963" y="82586"/>
                  </a:lnTo>
                  <a:lnTo>
                    <a:pt x="132963" y="66069"/>
                  </a:lnTo>
                  <a:lnTo>
                    <a:pt x="132963" y="49551"/>
                  </a:lnTo>
                  <a:lnTo>
                    <a:pt x="142461" y="49551"/>
                  </a:lnTo>
                  <a:lnTo>
                    <a:pt x="142461" y="33034"/>
                  </a:lnTo>
                  <a:lnTo>
                    <a:pt x="151958" y="33034"/>
                  </a:lnTo>
                  <a:lnTo>
                    <a:pt x="161456" y="33034"/>
                  </a:lnTo>
                  <a:lnTo>
                    <a:pt x="170953" y="33034"/>
                  </a:lnTo>
                  <a:lnTo>
                    <a:pt x="180450" y="33034"/>
                  </a:lnTo>
                  <a:lnTo>
                    <a:pt x="189948" y="33034"/>
                  </a:lnTo>
                  <a:lnTo>
                    <a:pt x="199445" y="33034"/>
                  </a:lnTo>
                  <a:lnTo>
                    <a:pt x="199445" y="16517"/>
                  </a:lnTo>
                  <a:lnTo>
                    <a:pt x="208943" y="16517"/>
                  </a:lnTo>
                  <a:lnTo>
                    <a:pt x="218440" y="16517"/>
                  </a:lnTo>
                  <a:lnTo>
                    <a:pt x="227938" y="16517"/>
                  </a:lnTo>
                  <a:lnTo>
                    <a:pt x="237435" y="16517"/>
                  </a:lnTo>
                  <a:lnTo>
                    <a:pt x="246932" y="16517"/>
                  </a:lnTo>
                  <a:lnTo>
                    <a:pt x="256430" y="16517"/>
                  </a:lnTo>
                  <a:lnTo>
                    <a:pt x="265927" y="16517"/>
                  </a:lnTo>
                  <a:lnTo>
                    <a:pt x="275425" y="16517"/>
                  </a:lnTo>
                  <a:lnTo>
                    <a:pt x="284922" y="16517"/>
                  </a:lnTo>
                  <a:lnTo>
                    <a:pt x="294420" y="16517"/>
                  </a:lnTo>
                  <a:lnTo>
                    <a:pt x="303917" y="16517"/>
                  </a:lnTo>
                  <a:lnTo>
                    <a:pt x="313414" y="16517"/>
                  </a:lnTo>
                  <a:lnTo>
                    <a:pt x="322912" y="16517"/>
                  </a:lnTo>
                  <a:lnTo>
                    <a:pt x="332409" y="16517"/>
                  </a:lnTo>
                  <a:lnTo>
                    <a:pt x="341907" y="16517"/>
                  </a:lnTo>
                  <a:lnTo>
                    <a:pt x="351404" y="16517"/>
                  </a:lnTo>
                  <a:lnTo>
                    <a:pt x="360901" y="16517"/>
                  </a:lnTo>
                  <a:lnTo>
                    <a:pt x="370399" y="16517"/>
                  </a:lnTo>
                  <a:lnTo>
                    <a:pt x="379896" y="16517"/>
                  </a:lnTo>
                  <a:lnTo>
                    <a:pt x="389394" y="16517"/>
                  </a:lnTo>
                  <a:lnTo>
                    <a:pt x="398891" y="16517"/>
                  </a:lnTo>
                  <a:lnTo>
                    <a:pt x="408389" y="16517"/>
                  </a:lnTo>
                  <a:lnTo>
                    <a:pt x="417886" y="16517"/>
                  </a:lnTo>
                  <a:lnTo>
                    <a:pt x="427383" y="16517"/>
                  </a:lnTo>
                  <a:lnTo>
                    <a:pt x="436881" y="16517"/>
                  </a:lnTo>
                  <a:lnTo>
                    <a:pt x="446378" y="16517"/>
                  </a:lnTo>
                  <a:lnTo>
                    <a:pt x="455876" y="16517"/>
                  </a:lnTo>
                  <a:lnTo>
                    <a:pt x="465373" y="16517"/>
                  </a:lnTo>
                  <a:lnTo>
                    <a:pt x="474871" y="16517"/>
                  </a:lnTo>
                  <a:lnTo>
                    <a:pt x="484368" y="16517"/>
                  </a:lnTo>
                  <a:lnTo>
                    <a:pt x="493865" y="16517"/>
                  </a:lnTo>
                  <a:lnTo>
                    <a:pt x="503363" y="16517"/>
                  </a:lnTo>
                  <a:lnTo>
                    <a:pt x="512860" y="16517"/>
                  </a:lnTo>
                  <a:lnTo>
                    <a:pt x="522358" y="16517"/>
                  </a:lnTo>
                  <a:lnTo>
                    <a:pt x="531855" y="16517"/>
                  </a:lnTo>
                  <a:lnTo>
                    <a:pt x="541352" y="16517"/>
                  </a:lnTo>
                  <a:lnTo>
                    <a:pt x="550850" y="16517"/>
                  </a:lnTo>
                  <a:lnTo>
                    <a:pt x="560347" y="16517"/>
                  </a:lnTo>
                  <a:lnTo>
                    <a:pt x="569845" y="16517"/>
                  </a:lnTo>
                  <a:lnTo>
                    <a:pt x="579342" y="16517"/>
                  </a:lnTo>
                  <a:lnTo>
                    <a:pt x="588840" y="16517"/>
                  </a:lnTo>
                  <a:lnTo>
                    <a:pt x="598337" y="16517"/>
                  </a:lnTo>
                  <a:lnTo>
                    <a:pt x="607834" y="16517"/>
                  </a:lnTo>
                  <a:lnTo>
                    <a:pt x="617332" y="16517"/>
                  </a:lnTo>
                  <a:lnTo>
                    <a:pt x="626829" y="16517"/>
                  </a:lnTo>
                  <a:lnTo>
                    <a:pt x="636327" y="16517"/>
                  </a:lnTo>
                  <a:lnTo>
                    <a:pt x="645824" y="16517"/>
                  </a:lnTo>
                  <a:lnTo>
                    <a:pt x="655322" y="16517"/>
                  </a:lnTo>
                  <a:lnTo>
                    <a:pt x="664819" y="16517"/>
                  </a:lnTo>
                  <a:lnTo>
                    <a:pt x="664819" y="0"/>
                  </a:lnTo>
                  <a:lnTo>
                    <a:pt x="674316" y="0"/>
                  </a:lnTo>
                  <a:lnTo>
                    <a:pt x="683814" y="0"/>
                  </a:lnTo>
                  <a:lnTo>
                    <a:pt x="693311" y="0"/>
                  </a:lnTo>
                  <a:lnTo>
                    <a:pt x="702809" y="0"/>
                  </a:lnTo>
                  <a:lnTo>
                    <a:pt x="712306" y="0"/>
                  </a:lnTo>
                  <a:lnTo>
                    <a:pt x="721803" y="0"/>
                  </a:lnTo>
                  <a:lnTo>
                    <a:pt x="731301" y="0"/>
                  </a:lnTo>
                  <a:lnTo>
                    <a:pt x="740798" y="0"/>
                  </a:lnTo>
                  <a:lnTo>
                    <a:pt x="750296" y="0"/>
                  </a:lnTo>
                  <a:lnTo>
                    <a:pt x="759793" y="0"/>
                  </a:lnTo>
                  <a:lnTo>
                    <a:pt x="769291" y="0"/>
                  </a:lnTo>
                  <a:lnTo>
                    <a:pt x="778788" y="0"/>
                  </a:lnTo>
                  <a:lnTo>
                    <a:pt x="788285" y="0"/>
                  </a:lnTo>
                  <a:lnTo>
                    <a:pt x="797783" y="0"/>
                  </a:lnTo>
                  <a:lnTo>
                    <a:pt x="807280" y="0"/>
                  </a:lnTo>
                  <a:lnTo>
                    <a:pt x="816778" y="0"/>
                  </a:lnTo>
                  <a:lnTo>
                    <a:pt x="826275" y="0"/>
                  </a:lnTo>
                  <a:lnTo>
                    <a:pt x="835773" y="0"/>
                  </a:lnTo>
                  <a:lnTo>
                    <a:pt x="845270" y="0"/>
                  </a:lnTo>
                  <a:lnTo>
                    <a:pt x="854767" y="0"/>
                  </a:lnTo>
                  <a:lnTo>
                    <a:pt x="864265" y="0"/>
                  </a:lnTo>
                  <a:lnTo>
                    <a:pt x="873762" y="0"/>
                  </a:lnTo>
                  <a:lnTo>
                    <a:pt x="883260" y="0"/>
                  </a:lnTo>
                  <a:lnTo>
                    <a:pt x="892757" y="0"/>
                  </a:lnTo>
                  <a:lnTo>
                    <a:pt x="902254" y="0"/>
                  </a:lnTo>
                  <a:lnTo>
                    <a:pt x="911752" y="0"/>
                  </a:lnTo>
                  <a:lnTo>
                    <a:pt x="921249" y="0"/>
                  </a:lnTo>
                  <a:lnTo>
                    <a:pt x="930747" y="0"/>
                  </a:lnTo>
                  <a:lnTo>
                    <a:pt x="940244" y="0"/>
                  </a:lnTo>
                  <a:lnTo>
                    <a:pt x="949742" y="0"/>
                  </a:lnTo>
                  <a:lnTo>
                    <a:pt x="959239" y="0"/>
                  </a:lnTo>
                  <a:lnTo>
                    <a:pt x="968736" y="0"/>
                  </a:lnTo>
                  <a:lnTo>
                    <a:pt x="978234" y="0"/>
                  </a:lnTo>
                  <a:lnTo>
                    <a:pt x="987731" y="0"/>
                  </a:lnTo>
                  <a:lnTo>
                    <a:pt x="997229" y="0"/>
                  </a:lnTo>
                  <a:lnTo>
                    <a:pt x="1006726" y="0"/>
                  </a:lnTo>
                  <a:lnTo>
                    <a:pt x="1016224" y="0"/>
                  </a:lnTo>
                  <a:lnTo>
                    <a:pt x="1025721" y="0"/>
                  </a:lnTo>
                  <a:lnTo>
                    <a:pt x="1035218" y="0"/>
                  </a:lnTo>
                  <a:lnTo>
                    <a:pt x="1044716" y="0"/>
                  </a:lnTo>
                  <a:lnTo>
                    <a:pt x="1054213" y="0"/>
                  </a:lnTo>
                  <a:lnTo>
                    <a:pt x="1063711" y="0"/>
                  </a:lnTo>
                  <a:lnTo>
                    <a:pt x="1073208" y="0"/>
                  </a:lnTo>
                  <a:lnTo>
                    <a:pt x="1082705" y="0"/>
                  </a:lnTo>
                  <a:lnTo>
                    <a:pt x="1092203" y="0"/>
                  </a:lnTo>
                  <a:lnTo>
                    <a:pt x="1101700" y="0"/>
                  </a:lnTo>
                  <a:lnTo>
                    <a:pt x="1111198" y="0"/>
                  </a:lnTo>
                  <a:lnTo>
                    <a:pt x="1120695" y="0"/>
                  </a:lnTo>
                  <a:lnTo>
                    <a:pt x="1130193" y="0"/>
                  </a:lnTo>
                  <a:lnTo>
                    <a:pt x="1139690" y="0"/>
                  </a:lnTo>
                  <a:lnTo>
                    <a:pt x="1149187" y="0"/>
                  </a:lnTo>
                  <a:lnTo>
                    <a:pt x="1158685" y="0"/>
                  </a:lnTo>
                  <a:lnTo>
                    <a:pt x="1168182" y="0"/>
                  </a:lnTo>
                  <a:lnTo>
                    <a:pt x="1177680" y="0"/>
                  </a:lnTo>
                  <a:lnTo>
                    <a:pt x="1187177" y="0"/>
                  </a:lnTo>
                  <a:lnTo>
                    <a:pt x="1196675" y="0"/>
                  </a:lnTo>
                  <a:lnTo>
                    <a:pt x="1206172" y="0"/>
                  </a:lnTo>
                  <a:lnTo>
                    <a:pt x="1225167" y="0"/>
                  </a:lnTo>
                  <a:lnTo>
                    <a:pt x="1234664" y="0"/>
                  </a:lnTo>
                  <a:lnTo>
                    <a:pt x="1253659" y="0"/>
                  </a:lnTo>
                  <a:lnTo>
                    <a:pt x="1263156" y="0"/>
                  </a:lnTo>
                  <a:lnTo>
                    <a:pt x="1272654" y="0"/>
                  </a:lnTo>
                  <a:lnTo>
                    <a:pt x="1282151" y="0"/>
                  </a:lnTo>
                  <a:lnTo>
                    <a:pt x="1291649" y="0"/>
                  </a:lnTo>
                  <a:lnTo>
                    <a:pt x="1301146" y="0"/>
                  </a:lnTo>
                  <a:lnTo>
                    <a:pt x="1310644" y="0"/>
                  </a:lnTo>
                  <a:lnTo>
                    <a:pt x="1320141" y="0"/>
                  </a:lnTo>
                  <a:lnTo>
                    <a:pt x="1329638" y="0"/>
                  </a:lnTo>
                  <a:lnTo>
                    <a:pt x="1339136" y="0"/>
                  </a:lnTo>
                  <a:lnTo>
                    <a:pt x="1348633" y="0"/>
                  </a:lnTo>
                  <a:lnTo>
                    <a:pt x="1358131" y="0"/>
                  </a:lnTo>
                  <a:lnTo>
                    <a:pt x="1367628" y="0"/>
                  </a:lnTo>
                  <a:lnTo>
                    <a:pt x="1377126" y="0"/>
                  </a:lnTo>
                  <a:lnTo>
                    <a:pt x="1386623" y="0"/>
                  </a:lnTo>
                  <a:lnTo>
                    <a:pt x="1396120" y="0"/>
                  </a:lnTo>
                  <a:lnTo>
                    <a:pt x="1405618" y="0"/>
                  </a:lnTo>
                  <a:lnTo>
                    <a:pt x="1415115" y="0"/>
                  </a:lnTo>
                  <a:lnTo>
                    <a:pt x="1424613" y="0"/>
                  </a:lnTo>
                  <a:lnTo>
                    <a:pt x="1434110" y="0"/>
                  </a:lnTo>
                  <a:lnTo>
                    <a:pt x="1443607" y="0"/>
                  </a:lnTo>
                  <a:lnTo>
                    <a:pt x="1453105" y="0"/>
                  </a:lnTo>
                  <a:lnTo>
                    <a:pt x="1462602" y="0"/>
                  </a:lnTo>
                  <a:lnTo>
                    <a:pt x="1472100" y="0"/>
                  </a:lnTo>
                  <a:lnTo>
                    <a:pt x="1481597" y="0"/>
                  </a:lnTo>
                  <a:lnTo>
                    <a:pt x="1491095" y="0"/>
                  </a:lnTo>
                  <a:lnTo>
                    <a:pt x="1500592" y="0"/>
                  </a:lnTo>
                  <a:lnTo>
                    <a:pt x="1510089" y="0"/>
                  </a:lnTo>
                  <a:lnTo>
                    <a:pt x="1519587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8494503" y="4071283"/>
              <a:ext cx="1671546" cy="1671546"/>
            </a:xfrm>
            <a:custGeom>
              <a:avLst/>
              <a:pathLst>
                <a:path w="1671546" h="1671546">
                  <a:moveTo>
                    <a:pt x="0" y="1671546"/>
                  </a:moveTo>
                  <a:lnTo>
                    <a:pt x="1671546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8950379" y="4935266"/>
              <a:ext cx="1215669" cy="807562"/>
            </a:xfrm>
            <a:custGeom>
              <a:avLst/>
              <a:pathLst>
                <a:path w="1215669" h="807562">
                  <a:moveTo>
                    <a:pt x="1215669" y="807562"/>
                  </a:moveTo>
                  <a:lnTo>
                    <a:pt x="1215669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807562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tx1809"/>
            <p:cNvSpPr/>
            <p:nvPr/>
          </p:nvSpPr>
          <p:spPr>
            <a:xfrm>
              <a:off x="8995909" y="4950191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3.87 [3.294, 5.644]</a:t>
              </a:r>
            </a:p>
          </p:txBody>
        </p:sp>
        <p:sp>
          <p:nvSpPr>
            <p:cNvPr id="1810" name="tx1810"/>
            <p:cNvSpPr/>
            <p:nvPr/>
          </p:nvSpPr>
          <p:spPr>
            <a:xfrm>
              <a:off x="8995909" y="5195635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0.966</a:t>
              </a:r>
            </a:p>
          </p:txBody>
        </p:sp>
        <p:sp>
          <p:nvSpPr>
            <p:cNvPr id="1811" name="tx1811"/>
            <p:cNvSpPr/>
            <p:nvPr/>
          </p:nvSpPr>
          <p:spPr>
            <a:xfrm>
              <a:off x="8995909" y="5415588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0.857</a:t>
              </a:r>
            </a:p>
          </p:txBody>
        </p:sp>
        <p:sp>
          <p:nvSpPr>
            <p:cNvPr id="1812" name="tx1812"/>
            <p:cNvSpPr/>
            <p:nvPr/>
          </p:nvSpPr>
          <p:spPr>
            <a:xfrm>
              <a:off x="8995909" y="5634132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0.978</a:t>
              </a:r>
            </a:p>
          </p:txBody>
        </p:sp>
        <p:sp>
          <p:nvSpPr>
            <p:cNvPr id="1813" name="tx1813"/>
            <p:cNvSpPr/>
            <p:nvPr/>
          </p:nvSpPr>
          <p:spPr>
            <a:xfrm>
              <a:off x="8137952" y="56137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814" name="tx1814"/>
            <p:cNvSpPr/>
            <p:nvPr/>
          </p:nvSpPr>
          <p:spPr>
            <a:xfrm>
              <a:off x="8137952" y="5233890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815" name="tx1815"/>
            <p:cNvSpPr/>
            <p:nvPr/>
          </p:nvSpPr>
          <p:spPr>
            <a:xfrm>
              <a:off x="8137952" y="485399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816" name="tx1816"/>
            <p:cNvSpPr/>
            <p:nvPr/>
          </p:nvSpPr>
          <p:spPr>
            <a:xfrm>
              <a:off x="8137952" y="447409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817" name="tx1817"/>
            <p:cNvSpPr/>
            <p:nvPr/>
          </p:nvSpPr>
          <p:spPr>
            <a:xfrm>
              <a:off x="8137952" y="4094200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818" name="tx1818"/>
            <p:cNvSpPr/>
            <p:nvPr/>
          </p:nvSpPr>
          <p:spPr>
            <a:xfrm>
              <a:off x="8432062" y="58203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819" name="tx1819"/>
            <p:cNvSpPr/>
            <p:nvPr/>
          </p:nvSpPr>
          <p:spPr>
            <a:xfrm>
              <a:off x="8811959" y="58203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820" name="tx1820"/>
            <p:cNvSpPr/>
            <p:nvPr/>
          </p:nvSpPr>
          <p:spPr>
            <a:xfrm>
              <a:off x="9191856" y="58203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821" name="tx1821"/>
            <p:cNvSpPr/>
            <p:nvPr/>
          </p:nvSpPr>
          <p:spPr>
            <a:xfrm>
              <a:off x="9571753" y="58203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822" name="tx1822"/>
            <p:cNvSpPr/>
            <p:nvPr/>
          </p:nvSpPr>
          <p:spPr>
            <a:xfrm>
              <a:off x="9951650" y="58203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823" name="tx1823"/>
            <p:cNvSpPr/>
            <p:nvPr/>
          </p:nvSpPr>
          <p:spPr>
            <a:xfrm>
              <a:off x="7951892" y="597011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1824" name="tx1824"/>
            <p:cNvSpPr/>
            <p:nvPr/>
          </p:nvSpPr>
          <p:spPr>
            <a:xfrm rot="-5400000">
              <a:off x="6766934" y="482362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1825" name="tx1825"/>
            <p:cNvSpPr/>
            <p:nvPr/>
          </p:nvSpPr>
          <p:spPr>
            <a:xfrm>
              <a:off x="8494503" y="3791887"/>
              <a:ext cx="18960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F.</a:t>
              </a:r>
            </a:p>
          </p:txBody>
        </p:sp>
        <p:sp>
          <p:nvSpPr>
            <p:cNvPr id="1826" name="rc1826"/>
            <p:cNvSpPr/>
            <p:nvPr/>
          </p:nvSpPr>
          <p:spPr>
            <a:xfrm>
              <a:off x="10698162" y="3703320"/>
              <a:ext cx="4937759" cy="25603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rc1827"/>
            <p:cNvSpPr/>
            <p:nvPr/>
          </p:nvSpPr>
          <p:spPr>
            <a:xfrm>
              <a:off x="11193776" y="4000598"/>
              <a:ext cx="4372557" cy="18531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11193776" y="547469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11193776" y="505352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11193776" y="463235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11193776" y="4211183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12094605" y="400059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13139465" y="400059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14184325" y="400059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15229185" y="400059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11193776" y="568528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11193776" y="526411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11193776" y="484294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11193776" y="4421769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11193776" y="400059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11572174" y="400059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12617035" y="400059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13661895" y="400059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14706755" y="400059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11991268" y="5133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12170032" y="5316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11782943" y="5398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12711253" y="5097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12716884" y="5036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12888610" y="5000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12139769" y="5167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11969450" y="5207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11861065" y="5191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13232064" y="5325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11972969" y="5107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12410028" y="5147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12193961" y="5150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11535206" y="5234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11510573" y="5470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13136347" y="4972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13350302" y="5339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13404494" y="5414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11761126" y="5422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12113025" y="5421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12017308" y="4971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12044052" y="4969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12044052" y="4969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12110913" y="5238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12483223" y="5267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12524043" y="5148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12524043" y="5148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12405805" y="4937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12321349" y="4883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13666307" y="5030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14262424" y="5003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14262424" y="5003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13280626" y="4903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13019517" y="4853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13240509" y="5192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13225026" y="5222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12492372" y="5334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14079437" y="4931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14511569" y="4833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12031384" y="5300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12317126" y="5399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11744938" y="5017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11570396" y="4907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12886499" y="5072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13002626" y="4803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13296813" y="4826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13423497" y="48370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13500211" y="4837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13503730" y="4845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14135037" y="4811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14447523" y="4828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12269972" y="5022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11638665" y="5484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11828690" y="5291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11647110" y="5196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11642888" y="5244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14037209" y="5029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13886596" y="5000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13675457" y="5344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12027161" y="5293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12151734" y="5189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12268564" y="5209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12453663" y="4918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12490964" y="5232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12195369" y="4921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12241116" y="4889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12241116" y="4889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12347389" y="5052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12526154" y="5051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12362873" y="5099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13510768" y="5352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13491061" y="5094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13485431" y="5202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11732270" y="4943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11766756" y="5355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11842062" y="5281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14014687" y="5127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14379959" y="5063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14197675" y="5153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14206824" y="5103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11991268" y="5305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11987749" y="5285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11809688" y="5157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11884290" y="5128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11911035" y="5136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12610610" y="5301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12923096" y="523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12035607" y="5266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12146807" y="4937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13398160" y="5116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12060240" y="5238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12642985" y="4987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12457182" y="4849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13221507" y="5196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13990758" y="5093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13700793" y="5124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13757097" y="5061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11963819" y="5436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11951151" y="4955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11818133" y="5347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11898366" y="5094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12061647" y="5371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12305162" y="5416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12082058" y="4916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11934964" y="5341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12949137" y="5129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13392530" y="5288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13717684" y="5259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11610513" y="5159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12287567" y="5347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12559937" y="5367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12391025" y="5357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12676767" y="4925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12791486" y="4856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13189132" y="4847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13189132" y="4847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12876646" y="4788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12173551" y="5129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12172144" y="5352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12213668" y="5428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12185516" y="5395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12177070" y="5020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12193258" y="5333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12174959" y="5345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14200490" y="4799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14160374" y="4801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14495381" y="4775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11597844" y="5512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11687931" y="5214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12134842" y="5408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11852619" y="5057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11863176" y="5399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12280529" y="5001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12520524" y="5055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11941298" y="5401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12056721" y="5216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12412139" y="5266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12412139" y="5266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12436068" y="5025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13099750" y="5182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13156757" y="5164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11602067" y="5347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11592214" y="5496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12779522" y="5091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12243931" y="4923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12294605" y="4954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12291086" y="4827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12117247" y="5385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12235486" y="5189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12366392" y="5251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12239005" y="5298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12241116" y="5244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12203111" y="5035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12288270" y="4888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13120864" y="5066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13120864" y="5066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12990661" y="5104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12856236" y="5058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13248955" y="4902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13248955" y="4902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12737294" y="5372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11704118" y="5042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11793500" y="5073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11820245" y="5074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11604179" y="5326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11830098" y="5370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12317126" y="5146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12198184" y="5272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12999810" y="4889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13069486" y="4876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14109700" y="5276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13830292" y="5271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14015391" y="5211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14439781" y="5322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14439781" y="5322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11562655" y="5221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11609105" y="5457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11804761" y="5074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13059633" y="4987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13194059" y="5247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13468540" y="5359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13339041" y="5242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14068880" y="4996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14068880" y="4996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13301740" y="5041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12522635" y="4865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11549986" y="504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13091304" y="5191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12965324" y="5118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12965324" y="5118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12992069" y="5165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13410828" y="5039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11863880" y="5302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12815415" y="5111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11560543" y="5229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11626700" y="5090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11663298" y="5446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13596631" y="5235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13581851" y="5076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13377750" y="5099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14051285" y="4873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11503536" y="5311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11506351" y="5068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11509870" y="5014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12199592" y="5369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13075821" y="5222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11965931" y="5382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12766149" y="5246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11611495" y="400059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11193776" y="5200713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11193776" y="4000598"/>
              <a:ext cx="639613" cy="277422"/>
            </a:xfrm>
            <a:custGeom>
              <a:avLst/>
              <a:pathLst>
                <a:path w="639613" h="277422">
                  <a:moveTo>
                    <a:pt x="0" y="277422"/>
                  </a:moveTo>
                  <a:lnTo>
                    <a:pt x="614377" y="277422"/>
                  </a:lnTo>
                  <a:lnTo>
                    <a:pt x="613360" y="277402"/>
                  </a:lnTo>
                  <a:lnTo>
                    <a:pt x="617418" y="277238"/>
                  </a:lnTo>
                  <a:lnTo>
                    <a:pt x="621398" y="276426"/>
                  </a:lnTo>
                  <a:lnTo>
                    <a:pt x="625195" y="274985"/>
                  </a:lnTo>
                  <a:lnTo>
                    <a:pt x="628713" y="272955"/>
                  </a:lnTo>
                  <a:lnTo>
                    <a:pt x="631859" y="270386"/>
                  </a:lnTo>
                  <a:lnTo>
                    <a:pt x="634552" y="267346"/>
                  </a:lnTo>
                  <a:lnTo>
                    <a:pt x="636723" y="263913"/>
                  </a:lnTo>
                  <a:lnTo>
                    <a:pt x="638314" y="260177"/>
                  </a:lnTo>
                  <a:lnTo>
                    <a:pt x="639286" y="256234"/>
                  </a:lnTo>
                  <a:lnTo>
                    <a:pt x="639613" y="25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tx2056"/>
            <p:cNvSpPr/>
            <p:nvPr/>
          </p:nvSpPr>
          <p:spPr>
            <a:xfrm>
              <a:off x="10918614" y="3932062"/>
              <a:ext cx="872713" cy="10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2057" name="tx2057"/>
            <p:cNvSpPr/>
            <p:nvPr/>
          </p:nvSpPr>
          <p:spPr>
            <a:xfrm>
              <a:off x="11378384" y="4104381"/>
              <a:ext cx="412944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 (1%)</a:t>
              </a:r>
            </a:p>
          </p:txBody>
        </p:sp>
        <p:sp>
          <p:nvSpPr>
            <p:cNvPr id="2058" name="pg2058"/>
            <p:cNvSpPr/>
            <p:nvPr/>
          </p:nvSpPr>
          <p:spPr>
            <a:xfrm>
              <a:off x="11193776" y="5576328"/>
              <a:ext cx="639613" cy="277422"/>
            </a:xfrm>
            <a:custGeom>
              <a:avLst/>
              <a:pathLst>
                <a:path w="639613" h="277422">
                  <a:moveTo>
                    <a:pt x="639613" y="277422"/>
                  </a:moveTo>
                  <a:lnTo>
                    <a:pt x="639613" y="25236"/>
                  </a:lnTo>
                  <a:lnTo>
                    <a:pt x="639286" y="21188"/>
                  </a:lnTo>
                  <a:lnTo>
                    <a:pt x="638314" y="17245"/>
                  </a:lnTo>
                  <a:lnTo>
                    <a:pt x="636723" y="13508"/>
                  </a:lnTo>
                  <a:lnTo>
                    <a:pt x="634552" y="10075"/>
                  </a:lnTo>
                  <a:lnTo>
                    <a:pt x="631859" y="7035"/>
                  </a:lnTo>
                  <a:lnTo>
                    <a:pt x="628713" y="4467"/>
                  </a:lnTo>
                  <a:lnTo>
                    <a:pt x="625195" y="2436"/>
                  </a:lnTo>
                  <a:lnTo>
                    <a:pt x="621398" y="996"/>
                  </a:lnTo>
                  <a:lnTo>
                    <a:pt x="617418" y="184"/>
                  </a:lnTo>
                  <a:lnTo>
                    <a:pt x="614377" y="0"/>
                  </a:lnTo>
                  <a:lnTo>
                    <a:pt x="0" y="0"/>
                  </a:lnTo>
                  <a:lnTo>
                    <a:pt x="0" y="277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tx2059"/>
            <p:cNvSpPr/>
            <p:nvPr/>
          </p:nvSpPr>
          <p:spPr>
            <a:xfrm>
              <a:off x="10910742" y="5588884"/>
              <a:ext cx="880586" cy="129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2060" name="tx2060"/>
            <p:cNvSpPr/>
            <p:nvPr/>
          </p:nvSpPr>
          <p:spPr>
            <a:xfrm>
              <a:off x="11105507" y="5789066"/>
              <a:ext cx="685821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 (14.9%)</a:t>
              </a:r>
            </a:p>
          </p:txBody>
        </p:sp>
        <p:sp>
          <p:nvSpPr>
            <p:cNvPr id="2061" name="pg2061"/>
            <p:cNvSpPr/>
            <p:nvPr/>
          </p:nvSpPr>
          <p:spPr>
            <a:xfrm>
              <a:off x="12237190" y="4000598"/>
              <a:ext cx="902274" cy="277422"/>
            </a:xfrm>
            <a:custGeom>
              <a:avLst/>
              <a:pathLst>
                <a:path w="902274" h="277422">
                  <a:moveTo>
                    <a:pt x="25236" y="277422"/>
                  </a:moveTo>
                  <a:lnTo>
                    <a:pt x="877037" y="277422"/>
                  </a:lnTo>
                  <a:lnTo>
                    <a:pt x="876021" y="277402"/>
                  </a:lnTo>
                  <a:lnTo>
                    <a:pt x="880079" y="277238"/>
                  </a:lnTo>
                  <a:lnTo>
                    <a:pt x="884059" y="276426"/>
                  </a:lnTo>
                  <a:lnTo>
                    <a:pt x="887856" y="274985"/>
                  </a:lnTo>
                  <a:lnTo>
                    <a:pt x="891373" y="272955"/>
                  </a:lnTo>
                  <a:lnTo>
                    <a:pt x="894519" y="270386"/>
                  </a:lnTo>
                  <a:lnTo>
                    <a:pt x="897213" y="267346"/>
                  </a:lnTo>
                  <a:lnTo>
                    <a:pt x="899383" y="263913"/>
                  </a:lnTo>
                  <a:lnTo>
                    <a:pt x="900975" y="260177"/>
                  </a:lnTo>
                  <a:lnTo>
                    <a:pt x="901947" y="256234"/>
                  </a:lnTo>
                  <a:lnTo>
                    <a:pt x="902274" y="252185"/>
                  </a:lnTo>
                  <a:lnTo>
                    <a:pt x="902274" y="0"/>
                  </a:lnTo>
                  <a:lnTo>
                    <a:pt x="0" y="0"/>
                  </a:lnTo>
                  <a:lnTo>
                    <a:pt x="0" y="252185"/>
                  </a:lnTo>
                  <a:lnTo>
                    <a:pt x="81" y="250155"/>
                  </a:lnTo>
                  <a:lnTo>
                    <a:pt x="81" y="254216"/>
                  </a:lnTo>
                  <a:lnTo>
                    <a:pt x="733" y="258225"/>
                  </a:lnTo>
                  <a:lnTo>
                    <a:pt x="2019" y="262077"/>
                  </a:lnTo>
                  <a:lnTo>
                    <a:pt x="3906" y="265673"/>
                  </a:lnTo>
                  <a:lnTo>
                    <a:pt x="6346" y="268920"/>
                  </a:lnTo>
                  <a:lnTo>
                    <a:pt x="9275" y="271734"/>
                  </a:lnTo>
                  <a:lnTo>
                    <a:pt x="12618" y="274041"/>
                  </a:lnTo>
                  <a:lnTo>
                    <a:pt x="16287" y="275782"/>
                  </a:lnTo>
                  <a:lnTo>
                    <a:pt x="20188" y="276912"/>
                  </a:lnTo>
                  <a:lnTo>
                    <a:pt x="24220" y="277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tx2062"/>
            <p:cNvSpPr/>
            <p:nvPr/>
          </p:nvSpPr>
          <p:spPr>
            <a:xfrm>
              <a:off x="12279251" y="3932062"/>
              <a:ext cx="818152" cy="10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2063" name="tx2063"/>
            <p:cNvSpPr/>
            <p:nvPr/>
          </p:nvSpPr>
          <p:spPr>
            <a:xfrm>
              <a:off x="12528510" y="4104381"/>
              <a:ext cx="568893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52 (25%)</a:t>
              </a:r>
            </a:p>
          </p:txBody>
        </p:sp>
        <p:sp>
          <p:nvSpPr>
            <p:cNvPr id="2064" name="pg2064"/>
            <p:cNvSpPr/>
            <p:nvPr/>
          </p:nvSpPr>
          <p:spPr>
            <a:xfrm>
              <a:off x="12120194" y="5576328"/>
              <a:ext cx="1019270" cy="277422"/>
            </a:xfrm>
            <a:custGeom>
              <a:avLst/>
              <a:pathLst>
                <a:path w="1019270" h="277422">
                  <a:moveTo>
                    <a:pt x="1019270" y="277422"/>
                  </a:moveTo>
                  <a:lnTo>
                    <a:pt x="1019270" y="25236"/>
                  </a:lnTo>
                  <a:lnTo>
                    <a:pt x="1018943" y="21188"/>
                  </a:lnTo>
                  <a:lnTo>
                    <a:pt x="1017971" y="17245"/>
                  </a:lnTo>
                  <a:lnTo>
                    <a:pt x="1016379" y="13508"/>
                  </a:lnTo>
                  <a:lnTo>
                    <a:pt x="1014209" y="10075"/>
                  </a:lnTo>
                  <a:lnTo>
                    <a:pt x="1011516" y="7035"/>
                  </a:lnTo>
                  <a:lnTo>
                    <a:pt x="1008370" y="4467"/>
                  </a:lnTo>
                  <a:lnTo>
                    <a:pt x="1004852" y="2436"/>
                  </a:lnTo>
                  <a:lnTo>
                    <a:pt x="1001055" y="996"/>
                  </a:lnTo>
                  <a:lnTo>
                    <a:pt x="997075" y="184"/>
                  </a:lnTo>
                  <a:lnTo>
                    <a:pt x="994033" y="0"/>
                  </a:lnTo>
                  <a:lnTo>
                    <a:pt x="25236" y="0"/>
                  </a:lnTo>
                  <a:lnTo>
                    <a:pt x="28278" y="184"/>
                  </a:lnTo>
                  <a:lnTo>
                    <a:pt x="24220" y="20"/>
                  </a:lnTo>
                  <a:lnTo>
                    <a:pt x="20188" y="510"/>
                  </a:lnTo>
                  <a:lnTo>
                    <a:pt x="16287" y="1639"/>
                  </a:lnTo>
                  <a:lnTo>
                    <a:pt x="12618" y="3381"/>
                  </a:lnTo>
                  <a:lnTo>
                    <a:pt x="9275" y="5688"/>
                  </a:lnTo>
                  <a:lnTo>
                    <a:pt x="6346" y="8501"/>
                  </a:lnTo>
                  <a:lnTo>
                    <a:pt x="3906" y="11748"/>
                  </a:lnTo>
                  <a:lnTo>
                    <a:pt x="2019" y="15344"/>
                  </a:lnTo>
                  <a:lnTo>
                    <a:pt x="733" y="19197"/>
                  </a:lnTo>
                  <a:lnTo>
                    <a:pt x="81" y="23205"/>
                  </a:lnTo>
                  <a:lnTo>
                    <a:pt x="0" y="25236"/>
                  </a:lnTo>
                  <a:lnTo>
                    <a:pt x="0" y="277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tx2065"/>
            <p:cNvSpPr/>
            <p:nvPr/>
          </p:nvSpPr>
          <p:spPr>
            <a:xfrm>
              <a:off x="12162255" y="5588884"/>
              <a:ext cx="935148" cy="129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2066" name="tx2066"/>
            <p:cNvSpPr/>
            <p:nvPr/>
          </p:nvSpPr>
          <p:spPr>
            <a:xfrm>
              <a:off x="12333608" y="5789066"/>
              <a:ext cx="763795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123 (59.1%)</a:t>
              </a:r>
            </a:p>
          </p:txBody>
        </p:sp>
        <p:sp>
          <p:nvSpPr>
            <p:cNvPr id="2067" name="rc2067"/>
            <p:cNvSpPr/>
            <p:nvPr/>
          </p:nvSpPr>
          <p:spPr>
            <a:xfrm>
              <a:off x="11193776" y="4000598"/>
              <a:ext cx="4372557" cy="185315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tx2068"/>
            <p:cNvSpPr/>
            <p:nvPr/>
          </p:nvSpPr>
          <p:spPr>
            <a:xfrm>
              <a:off x="10938567" y="5643591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2069" name="tx2069"/>
            <p:cNvSpPr/>
            <p:nvPr/>
          </p:nvSpPr>
          <p:spPr>
            <a:xfrm>
              <a:off x="10975784" y="5222419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070" name="tx2070"/>
            <p:cNvSpPr/>
            <p:nvPr/>
          </p:nvSpPr>
          <p:spPr>
            <a:xfrm>
              <a:off x="10975784" y="4801248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2071" name="tx2071"/>
            <p:cNvSpPr/>
            <p:nvPr/>
          </p:nvSpPr>
          <p:spPr>
            <a:xfrm>
              <a:off x="10975784" y="4380077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2072" name="tx2072"/>
            <p:cNvSpPr/>
            <p:nvPr/>
          </p:nvSpPr>
          <p:spPr>
            <a:xfrm>
              <a:off x="10975784" y="3960270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2073" name="pl2073"/>
            <p:cNvSpPr/>
            <p:nvPr/>
          </p:nvSpPr>
          <p:spPr>
            <a:xfrm>
              <a:off x="11158981" y="56852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11158981" y="52641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11158981" y="48429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11158981" y="44217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11158981" y="40005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11572174" y="585375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12617035" y="585375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13661895" y="585375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14706755" y="585375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tx2082"/>
            <p:cNvSpPr/>
            <p:nvPr/>
          </p:nvSpPr>
          <p:spPr>
            <a:xfrm>
              <a:off x="11541097" y="591468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83" name="tx2083"/>
            <p:cNvSpPr/>
            <p:nvPr/>
          </p:nvSpPr>
          <p:spPr>
            <a:xfrm>
              <a:off x="12554879" y="591468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084" name="tx2084"/>
            <p:cNvSpPr/>
            <p:nvPr/>
          </p:nvSpPr>
          <p:spPr>
            <a:xfrm>
              <a:off x="13599739" y="591468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085" name="tx2085"/>
            <p:cNvSpPr/>
            <p:nvPr/>
          </p:nvSpPr>
          <p:spPr>
            <a:xfrm>
              <a:off x="14644600" y="591463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086" name="tx2086"/>
            <p:cNvSpPr/>
            <p:nvPr/>
          </p:nvSpPr>
          <p:spPr>
            <a:xfrm>
              <a:off x="12522243" y="603437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2087" name="tx2087"/>
            <p:cNvSpPr/>
            <p:nvPr/>
          </p:nvSpPr>
          <p:spPr>
            <a:xfrm rot="-5400000">
              <a:off x="10177198" y="4861622"/>
              <a:ext cx="125000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pTau217 (Z)</a:t>
              </a:r>
            </a:p>
          </p:txBody>
        </p:sp>
        <p:sp>
          <p:nvSpPr>
            <p:cNvPr id="2088" name="tx2088"/>
            <p:cNvSpPr/>
            <p:nvPr/>
          </p:nvSpPr>
          <p:spPr>
            <a:xfrm>
              <a:off x="11193776" y="3768816"/>
              <a:ext cx="176971" cy="124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G.</a:t>
              </a:r>
            </a:p>
          </p:txBody>
        </p:sp>
        <p:sp>
          <p:nvSpPr>
            <p:cNvPr id="2089" name="pl2089"/>
            <p:cNvSpPr/>
            <p:nvPr/>
          </p:nvSpPr>
          <p:spPr>
            <a:xfrm>
              <a:off x="16724103" y="5476901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16724103" y="5097004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16724103" y="4717107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16724103" y="4337210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16990031" y="407128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17369928" y="407128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17749824" y="407128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18129721" y="407128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16724103" y="5666849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16724103" y="5286953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16724103" y="4907056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16724103" y="4527159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16724103" y="4147262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16800082" y="407128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17179979" y="407128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17559876" y="407128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17939773" y="407128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18319670" y="407128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16800082" y="4147262"/>
              <a:ext cx="1519587" cy="1519587"/>
            </a:xfrm>
            <a:custGeom>
              <a:avLst/>
              <a:pathLst>
                <a:path w="1519587" h="1519587">
                  <a:moveTo>
                    <a:pt x="0" y="1519587"/>
                  </a:moveTo>
                  <a:lnTo>
                    <a:pt x="0" y="1510904"/>
                  </a:lnTo>
                  <a:lnTo>
                    <a:pt x="0" y="1502220"/>
                  </a:lnTo>
                  <a:lnTo>
                    <a:pt x="0" y="1493537"/>
                  </a:lnTo>
                  <a:lnTo>
                    <a:pt x="0" y="1484853"/>
                  </a:lnTo>
                  <a:lnTo>
                    <a:pt x="0" y="1476170"/>
                  </a:lnTo>
                  <a:lnTo>
                    <a:pt x="0" y="1467487"/>
                  </a:lnTo>
                  <a:lnTo>
                    <a:pt x="0" y="1458803"/>
                  </a:lnTo>
                  <a:lnTo>
                    <a:pt x="0" y="1450120"/>
                  </a:lnTo>
                  <a:lnTo>
                    <a:pt x="0" y="1441437"/>
                  </a:lnTo>
                  <a:lnTo>
                    <a:pt x="0" y="1432753"/>
                  </a:lnTo>
                  <a:lnTo>
                    <a:pt x="0" y="1424070"/>
                  </a:lnTo>
                  <a:lnTo>
                    <a:pt x="0" y="1415387"/>
                  </a:lnTo>
                  <a:lnTo>
                    <a:pt x="0" y="1406703"/>
                  </a:lnTo>
                  <a:lnTo>
                    <a:pt x="0" y="1389337"/>
                  </a:lnTo>
                  <a:lnTo>
                    <a:pt x="0" y="1380653"/>
                  </a:lnTo>
                  <a:lnTo>
                    <a:pt x="0" y="1371970"/>
                  </a:lnTo>
                  <a:lnTo>
                    <a:pt x="0" y="1363286"/>
                  </a:lnTo>
                  <a:lnTo>
                    <a:pt x="0" y="1354603"/>
                  </a:lnTo>
                  <a:lnTo>
                    <a:pt x="0" y="1345920"/>
                  </a:lnTo>
                  <a:lnTo>
                    <a:pt x="0" y="1337236"/>
                  </a:lnTo>
                  <a:lnTo>
                    <a:pt x="0" y="1328553"/>
                  </a:lnTo>
                  <a:lnTo>
                    <a:pt x="0" y="1319870"/>
                  </a:lnTo>
                  <a:lnTo>
                    <a:pt x="0" y="1302503"/>
                  </a:lnTo>
                  <a:lnTo>
                    <a:pt x="0" y="1293820"/>
                  </a:lnTo>
                  <a:lnTo>
                    <a:pt x="0" y="1276453"/>
                  </a:lnTo>
                  <a:lnTo>
                    <a:pt x="0" y="1267770"/>
                  </a:lnTo>
                  <a:lnTo>
                    <a:pt x="46048" y="1267770"/>
                  </a:lnTo>
                  <a:lnTo>
                    <a:pt x="46048" y="1259086"/>
                  </a:lnTo>
                  <a:lnTo>
                    <a:pt x="46048" y="1250403"/>
                  </a:lnTo>
                  <a:lnTo>
                    <a:pt x="46048" y="1241719"/>
                  </a:lnTo>
                  <a:lnTo>
                    <a:pt x="46048" y="1233036"/>
                  </a:lnTo>
                  <a:lnTo>
                    <a:pt x="46048" y="1224353"/>
                  </a:lnTo>
                  <a:lnTo>
                    <a:pt x="46048" y="1215669"/>
                  </a:lnTo>
                  <a:lnTo>
                    <a:pt x="46048" y="1206986"/>
                  </a:lnTo>
                  <a:lnTo>
                    <a:pt x="46048" y="1198303"/>
                  </a:lnTo>
                  <a:lnTo>
                    <a:pt x="92096" y="1198303"/>
                  </a:lnTo>
                  <a:lnTo>
                    <a:pt x="92096" y="1189619"/>
                  </a:lnTo>
                  <a:lnTo>
                    <a:pt x="92096" y="1180936"/>
                  </a:lnTo>
                  <a:lnTo>
                    <a:pt x="92096" y="1163569"/>
                  </a:lnTo>
                  <a:lnTo>
                    <a:pt x="92096" y="1154886"/>
                  </a:lnTo>
                  <a:lnTo>
                    <a:pt x="92096" y="1146203"/>
                  </a:lnTo>
                  <a:lnTo>
                    <a:pt x="92096" y="1137519"/>
                  </a:lnTo>
                  <a:lnTo>
                    <a:pt x="92096" y="1128836"/>
                  </a:lnTo>
                  <a:lnTo>
                    <a:pt x="92096" y="1111469"/>
                  </a:lnTo>
                  <a:lnTo>
                    <a:pt x="92096" y="1102786"/>
                  </a:lnTo>
                  <a:lnTo>
                    <a:pt x="92096" y="1094102"/>
                  </a:lnTo>
                  <a:lnTo>
                    <a:pt x="92096" y="1085419"/>
                  </a:lnTo>
                  <a:lnTo>
                    <a:pt x="92096" y="1068052"/>
                  </a:lnTo>
                  <a:lnTo>
                    <a:pt x="138144" y="1068052"/>
                  </a:lnTo>
                  <a:lnTo>
                    <a:pt x="184192" y="1068052"/>
                  </a:lnTo>
                  <a:lnTo>
                    <a:pt x="184192" y="1059369"/>
                  </a:lnTo>
                  <a:lnTo>
                    <a:pt x="184192" y="1050686"/>
                  </a:lnTo>
                  <a:lnTo>
                    <a:pt x="184192" y="1042002"/>
                  </a:lnTo>
                  <a:lnTo>
                    <a:pt x="184192" y="1033319"/>
                  </a:lnTo>
                  <a:lnTo>
                    <a:pt x="184192" y="1024636"/>
                  </a:lnTo>
                  <a:lnTo>
                    <a:pt x="184192" y="1015952"/>
                  </a:lnTo>
                  <a:lnTo>
                    <a:pt x="184192" y="1007269"/>
                  </a:lnTo>
                  <a:lnTo>
                    <a:pt x="184192" y="998585"/>
                  </a:lnTo>
                  <a:lnTo>
                    <a:pt x="230240" y="998585"/>
                  </a:lnTo>
                  <a:lnTo>
                    <a:pt x="230240" y="989902"/>
                  </a:lnTo>
                  <a:lnTo>
                    <a:pt x="276288" y="989902"/>
                  </a:lnTo>
                  <a:lnTo>
                    <a:pt x="276288" y="981219"/>
                  </a:lnTo>
                  <a:lnTo>
                    <a:pt x="276288" y="972535"/>
                  </a:lnTo>
                  <a:lnTo>
                    <a:pt x="276288" y="963852"/>
                  </a:lnTo>
                  <a:lnTo>
                    <a:pt x="276288" y="955169"/>
                  </a:lnTo>
                  <a:lnTo>
                    <a:pt x="276288" y="946485"/>
                  </a:lnTo>
                  <a:lnTo>
                    <a:pt x="276288" y="937802"/>
                  </a:lnTo>
                  <a:lnTo>
                    <a:pt x="276288" y="929119"/>
                  </a:lnTo>
                  <a:lnTo>
                    <a:pt x="276288" y="911752"/>
                  </a:lnTo>
                  <a:lnTo>
                    <a:pt x="322336" y="911752"/>
                  </a:lnTo>
                  <a:lnTo>
                    <a:pt x="322336" y="903069"/>
                  </a:lnTo>
                  <a:lnTo>
                    <a:pt x="368384" y="903069"/>
                  </a:lnTo>
                  <a:lnTo>
                    <a:pt x="414432" y="903069"/>
                  </a:lnTo>
                  <a:lnTo>
                    <a:pt x="460481" y="903069"/>
                  </a:lnTo>
                  <a:lnTo>
                    <a:pt x="460481" y="894385"/>
                  </a:lnTo>
                  <a:lnTo>
                    <a:pt x="506529" y="894385"/>
                  </a:lnTo>
                  <a:lnTo>
                    <a:pt x="506529" y="885702"/>
                  </a:lnTo>
                  <a:lnTo>
                    <a:pt x="506529" y="877018"/>
                  </a:lnTo>
                  <a:lnTo>
                    <a:pt x="506529" y="868335"/>
                  </a:lnTo>
                  <a:lnTo>
                    <a:pt x="506529" y="859652"/>
                  </a:lnTo>
                  <a:lnTo>
                    <a:pt x="506529" y="850968"/>
                  </a:lnTo>
                  <a:lnTo>
                    <a:pt x="506529" y="842285"/>
                  </a:lnTo>
                  <a:lnTo>
                    <a:pt x="506529" y="833602"/>
                  </a:lnTo>
                  <a:lnTo>
                    <a:pt x="506529" y="824918"/>
                  </a:lnTo>
                  <a:lnTo>
                    <a:pt x="506529" y="816235"/>
                  </a:lnTo>
                  <a:lnTo>
                    <a:pt x="506529" y="807552"/>
                  </a:lnTo>
                  <a:lnTo>
                    <a:pt x="506529" y="798868"/>
                  </a:lnTo>
                  <a:lnTo>
                    <a:pt x="506529" y="790185"/>
                  </a:lnTo>
                  <a:lnTo>
                    <a:pt x="506529" y="772818"/>
                  </a:lnTo>
                  <a:lnTo>
                    <a:pt x="506529" y="764135"/>
                  </a:lnTo>
                  <a:lnTo>
                    <a:pt x="506529" y="755452"/>
                  </a:lnTo>
                  <a:lnTo>
                    <a:pt x="506529" y="746768"/>
                  </a:lnTo>
                  <a:lnTo>
                    <a:pt x="506529" y="738085"/>
                  </a:lnTo>
                  <a:lnTo>
                    <a:pt x="506529" y="729401"/>
                  </a:lnTo>
                  <a:lnTo>
                    <a:pt x="506529" y="720718"/>
                  </a:lnTo>
                  <a:lnTo>
                    <a:pt x="506529" y="712035"/>
                  </a:lnTo>
                  <a:lnTo>
                    <a:pt x="506529" y="703351"/>
                  </a:lnTo>
                  <a:lnTo>
                    <a:pt x="506529" y="694668"/>
                  </a:lnTo>
                  <a:lnTo>
                    <a:pt x="506529" y="677301"/>
                  </a:lnTo>
                  <a:lnTo>
                    <a:pt x="506529" y="668618"/>
                  </a:lnTo>
                  <a:lnTo>
                    <a:pt x="506529" y="659935"/>
                  </a:lnTo>
                  <a:lnTo>
                    <a:pt x="552577" y="659935"/>
                  </a:lnTo>
                  <a:lnTo>
                    <a:pt x="598625" y="659935"/>
                  </a:lnTo>
                  <a:lnTo>
                    <a:pt x="598625" y="651251"/>
                  </a:lnTo>
                  <a:lnTo>
                    <a:pt x="598625" y="642568"/>
                  </a:lnTo>
                  <a:lnTo>
                    <a:pt x="598625" y="633885"/>
                  </a:lnTo>
                  <a:lnTo>
                    <a:pt x="598625" y="625201"/>
                  </a:lnTo>
                  <a:lnTo>
                    <a:pt x="598625" y="616518"/>
                  </a:lnTo>
                  <a:lnTo>
                    <a:pt x="598625" y="607834"/>
                  </a:lnTo>
                  <a:lnTo>
                    <a:pt x="598625" y="599151"/>
                  </a:lnTo>
                  <a:lnTo>
                    <a:pt x="598625" y="590468"/>
                  </a:lnTo>
                  <a:lnTo>
                    <a:pt x="598625" y="581784"/>
                  </a:lnTo>
                  <a:lnTo>
                    <a:pt x="598625" y="573101"/>
                  </a:lnTo>
                  <a:lnTo>
                    <a:pt x="644673" y="573101"/>
                  </a:lnTo>
                  <a:lnTo>
                    <a:pt x="644673" y="564418"/>
                  </a:lnTo>
                  <a:lnTo>
                    <a:pt x="644673" y="555734"/>
                  </a:lnTo>
                  <a:lnTo>
                    <a:pt x="644673" y="547051"/>
                  </a:lnTo>
                  <a:lnTo>
                    <a:pt x="644673" y="538368"/>
                  </a:lnTo>
                  <a:lnTo>
                    <a:pt x="690721" y="538368"/>
                  </a:lnTo>
                  <a:lnTo>
                    <a:pt x="690721" y="529684"/>
                  </a:lnTo>
                  <a:lnTo>
                    <a:pt x="736769" y="529684"/>
                  </a:lnTo>
                  <a:lnTo>
                    <a:pt x="736769" y="521001"/>
                  </a:lnTo>
                  <a:lnTo>
                    <a:pt x="736769" y="512318"/>
                  </a:lnTo>
                  <a:lnTo>
                    <a:pt x="782817" y="512318"/>
                  </a:lnTo>
                  <a:lnTo>
                    <a:pt x="782817" y="503634"/>
                  </a:lnTo>
                  <a:lnTo>
                    <a:pt x="828865" y="503634"/>
                  </a:lnTo>
                  <a:lnTo>
                    <a:pt x="828865" y="494951"/>
                  </a:lnTo>
                  <a:lnTo>
                    <a:pt x="828865" y="486267"/>
                  </a:lnTo>
                  <a:lnTo>
                    <a:pt x="828865" y="477584"/>
                  </a:lnTo>
                  <a:lnTo>
                    <a:pt x="828865" y="468901"/>
                  </a:lnTo>
                  <a:lnTo>
                    <a:pt x="828865" y="460217"/>
                  </a:lnTo>
                  <a:lnTo>
                    <a:pt x="828865" y="451534"/>
                  </a:lnTo>
                  <a:lnTo>
                    <a:pt x="874913" y="451534"/>
                  </a:lnTo>
                  <a:lnTo>
                    <a:pt x="874913" y="442851"/>
                  </a:lnTo>
                  <a:lnTo>
                    <a:pt x="874913" y="434167"/>
                  </a:lnTo>
                  <a:lnTo>
                    <a:pt x="874913" y="425484"/>
                  </a:lnTo>
                  <a:lnTo>
                    <a:pt x="874913" y="416801"/>
                  </a:lnTo>
                  <a:lnTo>
                    <a:pt x="874913" y="408117"/>
                  </a:lnTo>
                  <a:lnTo>
                    <a:pt x="874913" y="390751"/>
                  </a:lnTo>
                  <a:lnTo>
                    <a:pt x="874913" y="382067"/>
                  </a:lnTo>
                  <a:lnTo>
                    <a:pt x="874913" y="373384"/>
                  </a:lnTo>
                  <a:lnTo>
                    <a:pt x="874913" y="364700"/>
                  </a:lnTo>
                  <a:lnTo>
                    <a:pt x="874913" y="356017"/>
                  </a:lnTo>
                  <a:lnTo>
                    <a:pt x="874913" y="347334"/>
                  </a:lnTo>
                  <a:lnTo>
                    <a:pt x="874913" y="338650"/>
                  </a:lnTo>
                  <a:lnTo>
                    <a:pt x="874913" y="329967"/>
                  </a:lnTo>
                  <a:lnTo>
                    <a:pt x="920962" y="329967"/>
                  </a:lnTo>
                  <a:lnTo>
                    <a:pt x="920962" y="321284"/>
                  </a:lnTo>
                  <a:lnTo>
                    <a:pt x="920962" y="312600"/>
                  </a:lnTo>
                  <a:lnTo>
                    <a:pt x="920962" y="303917"/>
                  </a:lnTo>
                  <a:lnTo>
                    <a:pt x="920962" y="295234"/>
                  </a:lnTo>
                  <a:lnTo>
                    <a:pt x="920962" y="286550"/>
                  </a:lnTo>
                  <a:lnTo>
                    <a:pt x="920962" y="277867"/>
                  </a:lnTo>
                  <a:lnTo>
                    <a:pt x="967010" y="277867"/>
                  </a:lnTo>
                  <a:lnTo>
                    <a:pt x="967010" y="269184"/>
                  </a:lnTo>
                  <a:lnTo>
                    <a:pt x="967010" y="251817"/>
                  </a:lnTo>
                  <a:lnTo>
                    <a:pt x="967010" y="243133"/>
                  </a:lnTo>
                  <a:lnTo>
                    <a:pt x="1013058" y="243133"/>
                  </a:lnTo>
                  <a:lnTo>
                    <a:pt x="1013058" y="234450"/>
                  </a:lnTo>
                  <a:lnTo>
                    <a:pt x="1013058" y="225767"/>
                  </a:lnTo>
                  <a:lnTo>
                    <a:pt x="1013058" y="217083"/>
                  </a:lnTo>
                  <a:lnTo>
                    <a:pt x="1013058" y="208400"/>
                  </a:lnTo>
                  <a:lnTo>
                    <a:pt x="1013058" y="199717"/>
                  </a:lnTo>
                  <a:lnTo>
                    <a:pt x="1013058" y="191033"/>
                  </a:lnTo>
                  <a:lnTo>
                    <a:pt x="1013058" y="182350"/>
                  </a:lnTo>
                  <a:lnTo>
                    <a:pt x="1059106" y="182350"/>
                  </a:lnTo>
                  <a:lnTo>
                    <a:pt x="1105154" y="182350"/>
                  </a:lnTo>
                  <a:lnTo>
                    <a:pt x="1105154" y="173667"/>
                  </a:lnTo>
                  <a:lnTo>
                    <a:pt x="1105154" y="164983"/>
                  </a:lnTo>
                  <a:lnTo>
                    <a:pt x="1151202" y="164983"/>
                  </a:lnTo>
                  <a:lnTo>
                    <a:pt x="1151202" y="156300"/>
                  </a:lnTo>
                  <a:lnTo>
                    <a:pt x="1151202" y="147617"/>
                  </a:lnTo>
                  <a:lnTo>
                    <a:pt x="1151202" y="138933"/>
                  </a:lnTo>
                  <a:lnTo>
                    <a:pt x="1151202" y="130250"/>
                  </a:lnTo>
                  <a:lnTo>
                    <a:pt x="1151202" y="121566"/>
                  </a:lnTo>
                  <a:lnTo>
                    <a:pt x="1151202" y="112883"/>
                  </a:lnTo>
                  <a:lnTo>
                    <a:pt x="1151202" y="104200"/>
                  </a:lnTo>
                  <a:lnTo>
                    <a:pt x="1151202" y="95516"/>
                  </a:lnTo>
                  <a:lnTo>
                    <a:pt x="1151202" y="86833"/>
                  </a:lnTo>
                  <a:lnTo>
                    <a:pt x="1151202" y="78150"/>
                  </a:lnTo>
                  <a:lnTo>
                    <a:pt x="1197250" y="78150"/>
                  </a:lnTo>
                  <a:lnTo>
                    <a:pt x="1197250" y="69466"/>
                  </a:lnTo>
                  <a:lnTo>
                    <a:pt x="1197250" y="60783"/>
                  </a:lnTo>
                  <a:lnTo>
                    <a:pt x="1197250" y="52100"/>
                  </a:lnTo>
                  <a:lnTo>
                    <a:pt x="1197250" y="43416"/>
                  </a:lnTo>
                  <a:lnTo>
                    <a:pt x="1197250" y="34733"/>
                  </a:lnTo>
                  <a:lnTo>
                    <a:pt x="1197250" y="26050"/>
                  </a:lnTo>
                  <a:lnTo>
                    <a:pt x="1197250" y="17366"/>
                  </a:lnTo>
                  <a:lnTo>
                    <a:pt x="1243298" y="17366"/>
                  </a:lnTo>
                  <a:lnTo>
                    <a:pt x="1243298" y="8683"/>
                  </a:lnTo>
                  <a:lnTo>
                    <a:pt x="1243298" y="0"/>
                  </a:lnTo>
                  <a:lnTo>
                    <a:pt x="1289346" y="0"/>
                  </a:lnTo>
                  <a:lnTo>
                    <a:pt x="1335394" y="0"/>
                  </a:lnTo>
                  <a:lnTo>
                    <a:pt x="1381443" y="0"/>
                  </a:lnTo>
                  <a:lnTo>
                    <a:pt x="1427491" y="0"/>
                  </a:lnTo>
                  <a:lnTo>
                    <a:pt x="1473539" y="0"/>
                  </a:lnTo>
                  <a:lnTo>
                    <a:pt x="1519587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16724103" y="4071283"/>
              <a:ext cx="1671546" cy="1671546"/>
            </a:xfrm>
            <a:custGeom>
              <a:avLst/>
              <a:pathLst>
                <a:path w="1671546" h="1671546">
                  <a:moveTo>
                    <a:pt x="0" y="1671546"/>
                  </a:moveTo>
                  <a:lnTo>
                    <a:pt x="1671546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17179979" y="4935266"/>
              <a:ext cx="1215669" cy="807562"/>
            </a:xfrm>
            <a:custGeom>
              <a:avLst/>
              <a:pathLst>
                <a:path w="1215669" h="807562">
                  <a:moveTo>
                    <a:pt x="1215669" y="807562"/>
                  </a:moveTo>
                  <a:lnTo>
                    <a:pt x="1215669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807562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tx2110"/>
            <p:cNvSpPr/>
            <p:nvPr/>
          </p:nvSpPr>
          <p:spPr>
            <a:xfrm>
              <a:off x="17225509" y="4950191"/>
              <a:ext cx="216416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0.51 [-1.085, 1.400]</a:t>
              </a:r>
            </a:p>
          </p:txBody>
        </p:sp>
        <p:sp>
          <p:nvSpPr>
            <p:cNvPr id="2111" name="tx2111"/>
            <p:cNvSpPr/>
            <p:nvPr/>
          </p:nvSpPr>
          <p:spPr>
            <a:xfrm>
              <a:off x="17225509" y="5195635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0.661</a:t>
              </a:r>
            </a:p>
          </p:txBody>
        </p:sp>
        <p:sp>
          <p:nvSpPr>
            <p:cNvPr id="2112" name="tx2112"/>
            <p:cNvSpPr/>
            <p:nvPr/>
          </p:nvSpPr>
          <p:spPr>
            <a:xfrm>
              <a:off x="17225509" y="5415514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0.963</a:t>
              </a:r>
            </a:p>
          </p:txBody>
        </p:sp>
        <p:sp>
          <p:nvSpPr>
            <p:cNvPr id="2113" name="tx2113"/>
            <p:cNvSpPr/>
            <p:nvPr/>
          </p:nvSpPr>
          <p:spPr>
            <a:xfrm>
              <a:off x="17225509" y="5634132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0.297</a:t>
              </a:r>
            </a:p>
          </p:txBody>
        </p:sp>
        <p:sp>
          <p:nvSpPr>
            <p:cNvPr id="2114" name="tx2114"/>
            <p:cNvSpPr/>
            <p:nvPr/>
          </p:nvSpPr>
          <p:spPr>
            <a:xfrm>
              <a:off x="16367552" y="56137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115" name="tx2115"/>
            <p:cNvSpPr/>
            <p:nvPr/>
          </p:nvSpPr>
          <p:spPr>
            <a:xfrm>
              <a:off x="16367552" y="5233890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116" name="tx2116"/>
            <p:cNvSpPr/>
            <p:nvPr/>
          </p:nvSpPr>
          <p:spPr>
            <a:xfrm>
              <a:off x="16367552" y="485399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117" name="tx2117"/>
            <p:cNvSpPr/>
            <p:nvPr/>
          </p:nvSpPr>
          <p:spPr>
            <a:xfrm>
              <a:off x="16367552" y="447409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118" name="tx2118"/>
            <p:cNvSpPr/>
            <p:nvPr/>
          </p:nvSpPr>
          <p:spPr>
            <a:xfrm>
              <a:off x="16367552" y="4094200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119" name="tx2119"/>
            <p:cNvSpPr/>
            <p:nvPr/>
          </p:nvSpPr>
          <p:spPr>
            <a:xfrm>
              <a:off x="16661662" y="58203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120" name="tx2120"/>
            <p:cNvSpPr/>
            <p:nvPr/>
          </p:nvSpPr>
          <p:spPr>
            <a:xfrm>
              <a:off x="17041559" y="58203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121" name="tx2121"/>
            <p:cNvSpPr/>
            <p:nvPr/>
          </p:nvSpPr>
          <p:spPr>
            <a:xfrm>
              <a:off x="17421456" y="58203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122" name="tx2122"/>
            <p:cNvSpPr/>
            <p:nvPr/>
          </p:nvSpPr>
          <p:spPr>
            <a:xfrm>
              <a:off x="17801353" y="58203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123" name="tx2123"/>
            <p:cNvSpPr/>
            <p:nvPr/>
          </p:nvSpPr>
          <p:spPr>
            <a:xfrm>
              <a:off x="18181250" y="58203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124" name="tx2124"/>
            <p:cNvSpPr/>
            <p:nvPr/>
          </p:nvSpPr>
          <p:spPr>
            <a:xfrm>
              <a:off x="16181492" y="597011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2125" name="tx2125"/>
            <p:cNvSpPr/>
            <p:nvPr/>
          </p:nvSpPr>
          <p:spPr>
            <a:xfrm rot="-5400000">
              <a:off x="14996534" y="482362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2126" name="tx2126"/>
            <p:cNvSpPr/>
            <p:nvPr/>
          </p:nvSpPr>
          <p:spPr>
            <a:xfrm>
              <a:off x="16724103" y="379188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H.</a:t>
              </a:r>
            </a:p>
          </p:txBody>
        </p:sp>
        <p:sp>
          <p:nvSpPr>
            <p:cNvPr id="2127" name="rc2127"/>
            <p:cNvSpPr/>
            <p:nvPr/>
          </p:nvSpPr>
          <p:spPr>
            <a:xfrm>
              <a:off x="2468562" y="6263639"/>
              <a:ext cx="4937759" cy="25603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rc2128"/>
            <p:cNvSpPr/>
            <p:nvPr/>
          </p:nvSpPr>
          <p:spPr>
            <a:xfrm>
              <a:off x="2897501" y="6560918"/>
              <a:ext cx="4439232" cy="18531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2897501" y="829818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2897501" y="798162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2897501" y="76650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2897501" y="734849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2897501" y="703193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2897501" y="671537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3812066" y="656091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4872859" y="656091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5933651" y="656091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6994444" y="656091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2897501" y="813990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2897501" y="782333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2897501" y="750677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2897501" y="719021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2897501" y="687365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3281669" y="656091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4342462" y="656091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5403255" y="656091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464048" y="656091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8"/>
            <p:cNvSpPr/>
            <p:nvPr/>
          </p:nvSpPr>
          <p:spPr>
            <a:xfrm>
              <a:off x="3260950" y="8050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9"/>
            <p:cNvSpPr/>
            <p:nvPr/>
          </p:nvSpPr>
          <p:spPr>
            <a:xfrm>
              <a:off x="3239515" y="8136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50"/>
            <p:cNvSpPr/>
            <p:nvPr/>
          </p:nvSpPr>
          <p:spPr>
            <a:xfrm>
              <a:off x="3373846" y="8072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1"/>
            <p:cNvSpPr/>
            <p:nvPr/>
          </p:nvSpPr>
          <p:spPr>
            <a:xfrm>
              <a:off x="3433152" y="8028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2"/>
            <p:cNvSpPr/>
            <p:nvPr/>
          </p:nvSpPr>
          <p:spPr>
            <a:xfrm>
              <a:off x="3219508" y="8150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3"/>
            <p:cNvSpPr/>
            <p:nvPr/>
          </p:nvSpPr>
          <p:spPr>
            <a:xfrm>
              <a:off x="3211648" y="8157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4"/>
            <p:cNvSpPr/>
            <p:nvPr/>
          </p:nvSpPr>
          <p:spPr>
            <a:xfrm>
              <a:off x="3200215" y="8053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5"/>
            <p:cNvSpPr/>
            <p:nvPr/>
          </p:nvSpPr>
          <p:spPr>
            <a:xfrm>
              <a:off x="3185210" y="8185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6"/>
            <p:cNvSpPr/>
            <p:nvPr/>
          </p:nvSpPr>
          <p:spPr>
            <a:xfrm>
              <a:off x="3222366" y="8151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7"/>
            <p:cNvSpPr/>
            <p:nvPr/>
          </p:nvSpPr>
          <p:spPr>
            <a:xfrm>
              <a:off x="3889022" y="7941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8"/>
            <p:cNvSpPr/>
            <p:nvPr/>
          </p:nvSpPr>
          <p:spPr>
            <a:xfrm>
              <a:off x="5718219" y="7645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9"/>
            <p:cNvSpPr/>
            <p:nvPr/>
          </p:nvSpPr>
          <p:spPr>
            <a:xfrm>
              <a:off x="5817539" y="7648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60"/>
            <p:cNvSpPr/>
            <p:nvPr/>
          </p:nvSpPr>
          <p:spPr>
            <a:xfrm>
              <a:off x="5811108" y="7636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1"/>
            <p:cNvSpPr/>
            <p:nvPr/>
          </p:nvSpPr>
          <p:spPr>
            <a:xfrm>
              <a:off x="3496031" y="8039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2"/>
            <p:cNvSpPr/>
            <p:nvPr/>
          </p:nvSpPr>
          <p:spPr>
            <a:xfrm>
              <a:off x="3716106" y="7876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3"/>
            <p:cNvSpPr/>
            <p:nvPr/>
          </p:nvSpPr>
          <p:spPr>
            <a:xfrm>
              <a:off x="3225939" y="8071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4"/>
            <p:cNvSpPr/>
            <p:nvPr/>
          </p:nvSpPr>
          <p:spPr>
            <a:xfrm>
              <a:off x="5898995" y="7629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5"/>
            <p:cNvSpPr/>
            <p:nvPr/>
          </p:nvSpPr>
          <p:spPr>
            <a:xfrm>
              <a:off x="3159487" y="8144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6"/>
            <p:cNvSpPr/>
            <p:nvPr/>
          </p:nvSpPr>
          <p:spPr>
            <a:xfrm>
              <a:off x="3131621" y="8118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7"/>
            <p:cNvSpPr/>
            <p:nvPr/>
          </p:nvSpPr>
          <p:spPr>
            <a:xfrm>
              <a:off x="3254520" y="8080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8"/>
            <p:cNvSpPr/>
            <p:nvPr/>
          </p:nvSpPr>
          <p:spPr>
            <a:xfrm>
              <a:off x="3198072" y="8136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9"/>
            <p:cNvSpPr/>
            <p:nvPr/>
          </p:nvSpPr>
          <p:spPr>
            <a:xfrm>
              <a:off x="3274527" y="8071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3241658" y="8083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3245231" y="8079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4438496" y="7348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4444212" y="7268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4618558" y="7430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3859727" y="7980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3434581" y="7837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3238086" y="8170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3858298" y="7892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3879019" y="7583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4279156" y="7879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4279156" y="7862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3358127" y="8167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3233798" y="8103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4020496" y="7326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4020496" y="7277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3685381" y="7223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3298106" y="8067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4967248" y="7914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5590318" y="7902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3958332" y="7977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4208417" y="7862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3194499" y="8119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3194499" y="8079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3265952" y="8045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3243087" y="7979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3437439" y="8098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3688954" y="7986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3216650" y="81364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3895453" y="8010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3678951" y="8077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4128390" y="7997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4249860" y="8011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4228424" y="7996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3370274" y="7970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3298821" y="8142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3240944" y="8002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3170205" y="8068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3178065" y="8097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3152342" y="8102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3253805" y="8068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3230226" y="8035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3303822" y="8114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3158058" y="8158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3224509" y="8129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3244516" y="8109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3830431" y="6708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3767552" y="6683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3767552" y="6620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4132677" y="7420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3913316" y="7380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4102667" y="7621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3919033" y="744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4003347" y="7419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3243087" y="8141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3334547" y="8042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4211990" y="7475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4483511" y="7677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3253091" y="8076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3432438" y="8045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3251662" y="8167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3244516" y="8061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3219508" y="8109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3737542" y="7614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3706817" y="7773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4870072" y="8013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5087289" y="7892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5142308" y="7899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5123730" y="7842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3831145" y="8143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3257378" y="8105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3144482" y="8105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3307395" y="8091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3245231" y="8163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3247374" y="8140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3174492" y="8217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3251662" y="8128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3607498" y="7175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3238086" y="8099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3205932" y="8087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3229511" y="8182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3229511" y="8181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3294533" y="8057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3551764" y="8075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3753262" y="7965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3844007" y="8073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3964048" y="8031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4322028" y="7746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4322028" y="7778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3267381" y="8103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3331689" y="8230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3266667" y="8031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3290961" y="8072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3214506" y="8115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3181638" y="8131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3189497" y="8089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6133361" y="7511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6144794" y="7622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3310968" y="8115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3733969" y="6919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3761121" y="6933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3761121" y="6900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3436010" y="8083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3829002" y="8041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3225224" y="8086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3196643" y="8085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3203788" y="8132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3293819" y="8148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3295248" y="8115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3398855" y="8142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3421720" y="8081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3253805" y="8122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3308109" y="8100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3152342" y="8099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3240229" y="8089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3282386" y="8124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3235942" y="8083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3324544" y="8121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3400998" y="8119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3170205" y="8159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3208790" y="8168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4248431" y="7818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4248431" y="7793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4128390" y="7462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4042646" y="7494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5408113" y="7584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5390250" y="7728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6013320" y="7693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6013320" y="7701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3208790" y="8097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3184496" y="8096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5016551" y="7662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4751460" y="7315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4855782" y="7372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4735026" y="7441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4975823" y="7653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4960103" y="7625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4346322" y="7815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4471364" y="7727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3156629" y="8184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3111614" y="8202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3658944" y="7827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3610356" y="7729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3376704" y="8082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3385279" y="8084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3466021" y="8121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3558909" y="8014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3686810" y="8077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3875446" y="8034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3317398" y="8004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4216277" y="7837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5827542" y="7464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6266264" y="7239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3748260" y="7944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4038359" y="8015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3190212" y="8116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3457446" y="8141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5170175" y="7904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5067997" y="8023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3255949" y="8162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3261665" y="8118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4941525" y="7800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4967963" y="7902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3581060" y="8059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3690383" y="8011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3280243" y="7767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4616414" y="7550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4734311" y="7581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5032985" y="7651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5161600" y="7663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5239484" y="7814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3228797" y="8166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3228797" y="8166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3260236" y="8218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3222366" y="8181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3230940" y="8181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3746831" y="7465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7110124" y="7684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3229511" y="8120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3518181" y="7876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3881163" y="7850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4156257" y="7824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4196270" y="7698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3286674" y="8196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3240944" y="8146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3235942" y="8120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3889737" y="7896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5243057" y="7069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5883990" y="7335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6201242" y="7377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3188783" y="7953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3259521" y="8047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3202359" y="8149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3178780" y="8131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3283815" y="8092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3511751" y="7944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3990486" y="8168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3542475" y="8005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3185925" y="8115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3187354" y="8120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3259521" y="8055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3138766" y="8129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3144482" y="8140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3162345" y="8150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3296677" y="8122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3392424" y="8053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3392424" y="8064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3358127" y="8177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3253805" y="8149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3261665" y="8121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3327402" y="8126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3322400" y="8114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3223795" y="8144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3245231" y="8114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4079802" y="7799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3892595" y="7628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3950472" y="7774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3934038" y="7750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4059795" y="7785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5521009" y="7560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3273097" y="8079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3140195" y="8090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3192356" y="8069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3308824" y="8040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3353839" y="8123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3229511" y="8066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3182352" y="8038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5784671" y="7560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5631761" y="764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3266667" y="8063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3218793" y="8058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3223795" y="8073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3288817" y="8209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4650711" y="7863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3279528" y="8136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3216650" y="8119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3257378" y="8130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4475652" y="7798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4623559" y="7745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3315969" y="8028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3318113" y="7976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3249518" y="8101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3283101" y="8168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3233084" y="8244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5417402" y="7857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3526041" y="8168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3204503" y="8051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4592120" y="7766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3554622" y="7054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3622503" y="7920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3580345" y="7956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3564626" y="7615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3216650" y="8187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3277385" y="8070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3275241" y="8074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3178780" y="8152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3743973" y="7932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3870445" y="7727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3989057" y="7680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4176978" y="7665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4214848" y="7671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4103381" y="7432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4310595" y="7506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3258092" y="815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3262380" y="8210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3249518" y="8162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3185925" y="8080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3210933" y="7962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3218793" y="806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3914745" y="722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3961190" y="7256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3961190" y="7259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3290961" y="8185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3074458" y="7998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3230226" y="8028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3193785" y="8158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3199501" y="8145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3207361" y="8096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3788988" y="7979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3754691" y="7902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4069084" y="7579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4250575" y="7655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4192698" y="7675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4121245" y="7753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3230226" y="8039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3238086" y="8135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3283815" y="8093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3304537" y="8099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3293104" y="8180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4084804" y="7848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3232369" y="8077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3233798" y="8159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3250947" y="8128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3228797" y="8149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3646797" y="7459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3664660" y="7146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3519610" y="7223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3323115" y="8151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3828287" y="7465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4360612" y="7532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4182694" y="7545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3399569" y="8058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3239515" y="8053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3269525" y="8104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3217364" y="8152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3395997" y="8123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5250202" y="7381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5230195" y="7407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5224479" y="7367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5149453" y="7684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3308824" y="8107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3314540" y="8085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5012264" y="76820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3240229" y="8125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3534615" y="7932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3594636" y="7909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3479597" y="7885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3556051" y="7898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5761806" y="7869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6132647" y="7925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5947583" y="799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5956872" y="7969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5956158" y="7969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3288103" y="8076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3290961" y="8044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3707532" y="7859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3703959" y="7847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3280957" y="8078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3264523" y="8204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3234513" y="8134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3270239" y="8123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3220937" y="8090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3234513" y="8132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3"/>
            <p:cNvSpPr/>
            <p:nvPr/>
          </p:nvSpPr>
          <p:spPr>
            <a:xfrm>
              <a:off x="3276670" y="8082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4"/>
            <p:cNvSpPr/>
            <p:nvPr/>
          </p:nvSpPr>
          <p:spPr>
            <a:xfrm>
              <a:off x="3310253" y="8140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5"/>
            <p:cNvSpPr/>
            <p:nvPr/>
          </p:nvSpPr>
          <p:spPr>
            <a:xfrm>
              <a:off x="3266667" y="8084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6"/>
            <p:cNvSpPr/>
            <p:nvPr/>
          </p:nvSpPr>
          <p:spPr>
            <a:xfrm>
              <a:off x="3285959" y="8082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7"/>
            <p:cNvSpPr/>
            <p:nvPr/>
          </p:nvSpPr>
          <p:spPr>
            <a:xfrm>
              <a:off x="3279528" y="8115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8"/>
            <p:cNvSpPr/>
            <p:nvPr/>
          </p:nvSpPr>
          <p:spPr>
            <a:xfrm>
              <a:off x="3263809" y="8160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9"/>
            <p:cNvSpPr/>
            <p:nvPr/>
          </p:nvSpPr>
          <p:spPr>
            <a:xfrm>
              <a:off x="3271668" y="8132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10"/>
            <p:cNvSpPr/>
            <p:nvPr/>
          </p:nvSpPr>
          <p:spPr>
            <a:xfrm>
              <a:off x="3523183" y="7808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1"/>
            <p:cNvSpPr/>
            <p:nvPr/>
          </p:nvSpPr>
          <p:spPr>
            <a:xfrm>
              <a:off x="3598923" y="7755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2"/>
            <p:cNvSpPr/>
            <p:nvPr/>
          </p:nvSpPr>
          <p:spPr>
            <a:xfrm>
              <a:off x="3626075" y="7910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3"/>
            <p:cNvSpPr/>
            <p:nvPr/>
          </p:nvSpPr>
          <p:spPr>
            <a:xfrm>
              <a:off x="3304537" y="8081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4"/>
            <p:cNvSpPr/>
            <p:nvPr/>
          </p:nvSpPr>
          <p:spPr>
            <a:xfrm>
              <a:off x="3340978" y="8175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5"/>
            <p:cNvSpPr/>
            <p:nvPr/>
          </p:nvSpPr>
          <p:spPr>
            <a:xfrm>
              <a:off x="3325258" y="8093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6"/>
            <p:cNvSpPr/>
            <p:nvPr/>
          </p:nvSpPr>
          <p:spPr>
            <a:xfrm>
              <a:off x="3228797" y="8086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7"/>
            <p:cNvSpPr/>
            <p:nvPr/>
          </p:nvSpPr>
          <p:spPr>
            <a:xfrm>
              <a:off x="3356698" y="8097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8"/>
            <p:cNvSpPr/>
            <p:nvPr/>
          </p:nvSpPr>
          <p:spPr>
            <a:xfrm>
              <a:off x="3329545" y="8135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9"/>
            <p:cNvSpPr/>
            <p:nvPr/>
          </p:nvSpPr>
          <p:spPr>
            <a:xfrm>
              <a:off x="3241658" y="8120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20"/>
            <p:cNvSpPr/>
            <p:nvPr/>
          </p:nvSpPr>
          <p:spPr>
            <a:xfrm>
              <a:off x="3240229" y="8212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1"/>
            <p:cNvSpPr/>
            <p:nvPr/>
          </p:nvSpPr>
          <p:spPr>
            <a:xfrm>
              <a:off x="3290961" y="8107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2"/>
            <p:cNvSpPr/>
            <p:nvPr/>
          </p:nvSpPr>
          <p:spPr>
            <a:xfrm>
              <a:off x="3412431" y="7934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3"/>
            <p:cNvSpPr/>
            <p:nvPr/>
          </p:nvSpPr>
          <p:spPr>
            <a:xfrm>
              <a:off x="3350981" y="8131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4"/>
            <p:cNvSpPr/>
            <p:nvPr/>
          </p:nvSpPr>
          <p:spPr>
            <a:xfrm>
              <a:off x="3266667" y="8105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5"/>
            <p:cNvSpPr/>
            <p:nvPr/>
          </p:nvSpPr>
          <p:spPr>
            <a:xfrm>
              <a:off x="3242373" y="8121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6"/>
            <p:cNvSpPr/>
            <p:nvPr/>
          </p:nvSpPr>
          <p:spPr>
            <a:xfrm>
              <a:off x="4041217" y="7071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7"/>
            <p:cNvSpPr/>
            <p:nvPr/>
          </p:nvSpPr>
          <p:spPr>
            <a:xfrm>
              <a:off x="4046219" y="7021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8"/>
            <p:cNvSpPr/>
            <p:nvPr/>
          </p:nvSpPr>
          <p:spPr>
            <a:xfrm>
              <a:off x="4106954" y="7109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9"/>
            <p:cNvSpPr/>
            <p:nvPr/>
          </p:nvSpPr>
          <p:spPr>
            <a:xfrm>
              <a:off x="4111956" y="7362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30"/>
            <p:cNvSpPr/>
            <p:nvPr/>
          </p:nvSpPr>
          <p:spPr>
            <a:xfrm>
              <a:off x="4336318" y="7774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1"/>
            <p:cNvSpPr/>
            <p:nvPr/>
          </p:nvSpPr>
          <p:spPr>
            <a:xfrm>
              <a:off x="4653570" y="7792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2"/>
            <p:cNvSpPr/>
            <p:nvPr/>
          </p:nvSpPr>
          <p:spPr>
            <a:xfrm>
              <a:off x="3215221" y="8098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3"/>
            <p:cNvSpPr/>
            <p:nvPr/>
          </p:nvSpPr>
          <p:spPr>
            <a:xfrm>
              <a:off x="3222366" y="8095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4"/>
            <p:cNvSpPr/>
            <p:nvPr/>
          </p:nvSpPr>
          <p:spPr>
            <a:xfrm>
              <a:off x="3288817" y="8029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5"/>
            <p:cNvSpPr/>
            <p:nvPr/>
          </p:nvSpPr>
          <p:spPr>
            <a:xfrm>
              <a:off x="3258807" y="8176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6"/>
            <p:cNvSpPr/>
            <p:nvPr/>
          </p:nvSpPr>
          <p:spPr>
            <a:xfrm>
              <a:off x="3266667" y="8073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7"/>
            <p:cNvSpPr/>
            <p:nvPr/>
          </p:nvSpPr>
          <p:spPr>
            <a:xfrm>
              <a:off x="3285959" y="8114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8"/>
            <p:cNvSpPr/>
            <p:nvPr/>
          </p:nvSpPr>
          <p:spPr>
            <a:xfrm>
              <a:off x="3213077" y="8074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9"/>
            <p:cNvSpPr/>
            <p:nvPr/>
          </p:nvSpPr>
          <p:spPr>
            <a:xfrm>
              <a:off x="3195214" y="8065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40"/>
            <p:cNvSpPr/>
            <p:nvPr/>
          </p:nvSpPr>
          <p:spPr>
            <a:xfrm>
              <a:off x="3403142" y="8103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1"/>
            <p:cNvSpPr/>
            <p:nvPr/>
          </p:nvSpPr>
          <p:spPr>
            <a:xfrm>
              <a:off x="3271668" y="8155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2"/>
            <p:cNvSpPr/>
            <p:nvPr/>
          </p:nvSpPr>
          <p:spPr>
            <a:xfrm>
              <a:off x="3200215" y="8144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3"/>
            <p:cNvSpPr/>
            <p:nvPr/>
          </p:nvSpPr>
          <p:spPr>
            <a:xfrm>
              <a:off x="3264523" y="8174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4"/>
            <p:cNvSpPr/>
            <p:nvPr/>
          </p:nvSpPr>
          <p:spPr>
            <a:xfrm>
              <a:off x="3752547" y="7195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5"/>
            <p:cNvSpPr/>
            <p:nvPr/>
          </p:nvSpPr>
          <p:spPr>
            <a:xfrm>
              <a:off x="3865443" y="7483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6"/>
            <p:cNvSpPr/>
            <p:nvPr/>
          </p:nvSpPr>
          <p:spPr>
            <a:xfrm>
              <a:off x="3786845" y="777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7"/>
            <p:cNvSpPr/>
            <p:nvPr/>
          </p:nvSpPr>
          <p:spPr>
            <a:xfrm>
              <a:off x="5135877" y="7579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8"/>
            <p:cNvSpPr/>
            <p:nvPr/>
          </p:nvSpPr>
          <p:spPr>
            <a:xfrm>
              <a:off x="3225224" y="8100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9"/>
            <p:cNvSpPr/>
            <p:nvPr/>
          </p:nvSpPr>
          <p:spPr>
            <a:xfrm>
              <a:off x="3228797" y="8208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50"/>
            <p:cNvSpPr/>
            <p:nvPr/>
          </p:nvSpPr>
          <p:spPr>
            <a:xfrm>
              <a:off x="3271668" y="8127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1"/>
            <p:cNvSpPr/>
            <p:nvPr/>
          </p:nvSpPr>
          <p:spPr>
            <a:xfrm>
              <a:off x="3777556" y="7858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2"/>
            <p:cNvSpPr/>
            <p:nvPr/>
          </p:nvSpPr>
          <p:spPr>
            <a:xfrm>
              <a:off x="3262380" y="8191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3"/>
            <p:cNvSpPr/>
            <p:nvPr/>
          </p:nvSpPr>
          <p:spPr>
            <a:xfrm>
              <a:off x="3274527" y="8107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4"/>
            <p:cNvSpPr/>
            <p:nvPr/>
          </p:nvSpPr>
          <p:spPr>
            <a:xfrm>
              <a:off x="3256663" y="8147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5"/>
            <p:cNvSpPr/>
            <p:nvPr/>
          </p:nvSpPr>
          <p:spPr>
            <a:xfrm>
              <a:off x="3175921" y="8148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6"/>
            <p:cNvSpPr/>
            <p:nvPr/>
          </p:nvSpPr>
          <p:spPr>
            <a:xfrm>
              <a:off x="3207361" y="8118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7"/>
            <p:cNvSpPr/>
            <p:nvPr/>
          </p:nvSpPr>
          <p:spPr>
            <a:xfrm>
              <a:off x="3270239" y="8147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8"/>
            <p:cNvSpPr/>
            <p:nvPr/>
          </p:nvSpPr>
          <p:spPr>
            <a:xfrm>
              <a:off x="4180551" y="7162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9"/>
            <p:cNvSpPr/>
            <p:nvPr/>
          </p:nvSpPr>
          <p:spPr>
            <a:xfrm>
              <a:off x="3346694" y="8057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60"/>
            <p:cNvSpPr/>
            <p:nvPr/>
          </p:nvSpPr>
          <p:spPr>
            <a:xfrm>
              <a:off x="4956530" y="7703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1"/>
            <p:cNvSpPr/>
            <p:nvPr/>
          </p:nvSpPr>
          <p:spPr>
            <a:xfrm>
              <a:off x="5737512" y="7683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2"/>
            <p:cNvSpPr/>
            <p:nvPr/>
          </p:nvSpPr>
          <p:spPr>
            <a:xfrm>
              <a:off x="5443125" y="7739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3"/>
            <p:cNvSpPr/>
            <p:nvPr/>
          </p:nvSpPr>
          <p:spPr>
            <a:xfrm>
              <a:off x="5500288" y="7756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4"/>
            <p:cNvSpPr/>
            <p:nvPr/>
          </p:nvSpPr>
          <p:spPr>
            <a:xfrm>
              <a:off x="3679665" y="7799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5"/>
            <p:cNvSpPr/>
            <p:nvPr/>
          </p:nvSpPr>
          <p:spPr>
            <a:xfrm>
              <a:off x="3401713" y="8016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6"/>
            <p:cNvSpPr/>
            <p:nvPr/>
          </p:nvSpPr>
          <p:spPr>
            <a:xfrm>
              <a:off x="3168776" y="8210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7"/>
            <p:cNvSpPr/>
            <p:nvPr/>
          </p:nvSpPr>
          <p:spPr>
            <a:xfrm>
              <a:off x="3161631" y="8184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8"/>
            <p:cNvSpPr/>
            <p:nvPr/>
          </p:nvSpPr>
          <p:spPr>
            <a:xfrm>
              <a:off x="3178065" y="8132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9"/>
            <p:cNvSpPr/>
            <p:nvPr/>
          </p:nvSpPr>
          <p:spPr>
            <a:xfrm>
              <a:off x="3211648" y="8195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70"/>
            <p:cNvSpPr/>
            <p:nvPr/>
          </p:nvSpPr>
          <p:spPr>
            <a:xfrm>
              <a:off x="3208075" y="8206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1"/>
            <p:cNvSpPr/>
            <p:nvPr/>
          </p:nvSpPr>
          <p:spPr>
            <a:xfrm>
              <a:off x="4800048" y="7646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2"/>
            <p:cNvSpPr/>
            <p:nvPr/>
          </p:nvSpPr>
          <p:spPr>
            <a:xfrm>
              <a:off x="4777183" y="7736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3"/>
            <p:cNvSpPr/>
            <p:nvPr/>
          </p:nvSpPr>
          <p:spPr>
            <a:xfrm>
              <a:off x="3220937" y="8077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4"/>
            <p:cNvSpPr/>
            <p:nvPr/>
          </p:nvSpPr>
          <p:spPr>
            <a:xfrm>
              <a:off x="3304537" y="8123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5"/>
            <p:cNvSpPr/>
            <p:nvPr/>
          </p:nvSpPr>
          <p:spPr>
            <a:xfrm>
              <a:off x="3203074" y="8196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6"/>
            <p:cNvSpPr/>
            <p:nvPr/>
          </p:nvSpPr>
          <p:spPr>
            <a:xfrm>
              <a:off x="3235227" y="8171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7"/>
            <p:cNvSpPr/>
            <p:nvPr/>
          </p:nvSpPr>
          <p:spPr>
            <a:xfrm>
              <a:off x="3531757" y="7915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8"/>
            <p:cNvSpPr/>
            <p:nvPr/>
          </p:nvSpPr>
          <p:spPr>
            <a:xfrm>
              <a:off x="3778985" y="7783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9"/>
            <p:cNvSpPr/>
            <p:nvPr/>
          </p:nvSpPr>
          <p:spPr>
            <a:xfrm>
              <a:off x="4349894" y="7546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80"/>
            <p:cNvSpPr/>
            <p:nvPr/>
          </p:nvSpPr>
          <p:spPr>
            <a:xfrm>
              <a:off x="3146626" y="8123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1"/>
            <p:cNvSpPr/>
            <p:nvPr/>
          </p:nvSpPr>
          <p:spPr>
            <a:xfrm>
              <a:off x="3382421" y="8190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2"/>
            <p:cNvSpPr/>
            <p:nvPr/>
          </p:nvSpPr>
          <p:spPr>
            <a:xfrm>
              <a:off x="3343836" y="8127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3"/>
            <p:cNvSpPr/>
            <p:nvPr/>
          </p:nvSpPr>
          <p:spPr>
            <a:xfrm>
              <a:off x="4475652" y="8005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4"/>
            <p:cNvSpPr/>
            <p:nvPr/>
          </p:nvSpPr>
          <p:spPr>
            <a:xfrm>
              <a:off x="3218793" y="8090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5"/>
            <p:cNvSpPr/>
            <p:nvPr/>
          </p:nvSpPr>
          <p:spPr>
            <a:xfrm>
              <a:off x="3644653" y="7577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6"/>
            <p:cNvSpPr/>
            <p:nvPr/>
          </p:nvSpPr>
          <p:spPr>
            <a:xfrm>
              <a:off x="5074428" y="7943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7"/>
            <p:cNvSpPr/>
            <p:nvPr/>
          </p:nvSpPr>
          <p:spPr>
            <a:xfrm>
              <a:off x="3223795" y="8088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8"/>
            <p:cNvSpPr/>
            <p:nvPr/>
          </p:nvSpPr>
          <p:spPr>
            <a:xfrm>
              <a:off x="3192356" y="8123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9"/>
            <p:cNvSpPr/>
            <p:nvPr/>
          </p:nvSpPr>
          <p:spPr>
            <a:xfrm>
              <a:off x="3232369" y="8178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90"/>
            <p:cNvSpPr/>
            <p:nvPr/>
          </p:nvSpPr>
          <p:spPr>
            <a:xfrm>
              <a:off x="3787559" y="7997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1"/>
            <p:cNvSpPr/>
            <p:nvPr/>
          </p:nvSpPr>
          <p:spPr>
            <a:xfrm>
              <a:off x="3283815" y="8165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2"/>
            <p:cNvSpPr/>
            <p:nvPr/>
          </p:nvSpPr>
          <p:spPr>
            <a:xfrm>
              <a:off x="3270954" y="8182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3"/>
            <p:cNvSpPr/>
            <p:nvPr/>
          </p:nvSpPr>
          <p:spPr>
            <a:xfrm>
              <a:off x="3090178" y="8113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4"/>
            <p:cNvSpPr/>
            <p:nvPr/>
          </p:nvSpPr>
          <p:spPr>
            <a:xfrm>
              <a:off x="3106612" y="81535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5"/>
            <p:cNvSpPr/>
            <p:nvPr/>
          </p:nvSpPr>
          <p:spPr>
            <a:xfrm>
              <a:off x="3290961" y="8152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6"/>
            <p:cNvSpPr/>
            <p:nvPr/>
          </p:nvSpPr>
          <p:spPr>
            <a:xfrm>
              <a:off x="3206646" y="8130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7"/>
            <p:cNvSpPr/>
            <p:nvPr/>
          </p:nvSpPr>
          <p:spPr>
            <a:xfrm>
              <a:off x="3243087" y="8082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8"/>
            <p:cNvSpPr/>
            <p:nvPr/>
          </p:nvSpPr>
          <p:spPr>
            <a:xfrm>
              <a:off x="3235942" y="8091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9"/>
            <p:cNvSpPr/>
            <p:nvPr/>
          </p:nvSpPr>
          <p:spPr>
            <a:xfrm>
              <a:off x="3561768" y="8091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600"/>
            <p:cNvSpPr/>
            <p:nvPr/>
          </p:nvSpPr>
          <p:spPr>
            <a:xfrm>
              <a:off x="3250947" y="8128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1"/>
            <p:cNvSpPr/>
            <p:nvPr/>
          </p:nvSpPr>
          <p:spPr>
            <a:xfrm>
              <a:off x="3175207" y="8115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2"/>
            <p:cNvSpPr/>
            <p:nvPr/>
          </p:nvSpPr>
          <p:spPr>
            <a:xfrm>
              <a:off x="3204503" y="8095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3"/>
            <p:cNvSpPr/>
            <p:nvPr/>
          </p:nvSpPr>
          <p:spPr>
            <a:xfrm>
              <a:off x="3221651" y="8075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4"/>
            <p:cNvSpPr/>
            <p:nvPr/>
          </p:nvSpPr>
          <p:spPr>
            <a:xfrm>
              <a:off x="3194499" y="8221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5"/>
            <p:cNvSpPr/>
            <p:nvPr/>
          </p:nvSpPr>
          <p:spPr>
            <a:xfrm>
              <a:off x="3227368" y="8152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6"/>
            <p:cNvSpPr/>
            <p:nvPr/>
          </p:nvSpPr>
          <p:spPr>
            <a:xfrm>
              <a:off x="3278099" y="8103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7"/>
            <p:cNvSpPr/>
            <p:nvPr/>
          </p:nvSpPr>
          <p:spPr>
            <a:xfrm>
              <a:off x="4026212" y="8070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8"/>
            <p:cNvSpPr/>
            <p:nvPr/>
          </p:nvSpPr>
          <p:spPr>
            <a:xfrm>
              <a:off x="4463505" y="8124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3573200" y="7844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3533901" y="7827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3261665" y="8130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3244516" y="8063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3831860" y="7903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4"/>
            <p:cNvSpPr/>
            <p:nvPr/>
          </p:nvSpPr>
          <p:spPr>
            <a:xfrm>
              <a:off x="3799706" y="8037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5"/>
            <p:cNvSpPr/>
            <p:nvPr/>
          </p:nvSpPr>
          <p:spPr>
            <a:xfrm>
              <a:off x="3148055" y="8129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6"/>
            <p:cNvSpPr/>
            <p:nvPr/>
          </p:nvSpPr>
          <p:spPr>
            <a:xfrm>
              <a:off x="3650369" y="8015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7"/>
            <p:cNvSpPr/>
            <p:nvPr/>
          </p:nvSpPr>
          <p:spPr>
            <a:xfrm>
              <a:off x="3245231" y="8062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8"/>
            <p:cNvSpPr/>
            <p:nvPr/>
          </p:nvSpPr>
          <p:spPr>
            <a:xfrm>
              <a:off x="3149484" y="8043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9"/>
            <p:cNvSpPr/>
            <p:nvPr/>
          </p:nvSpPr>
          <p:spPr>
            <a:xfrm>
              <a:off x="3180923" y="8037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20"/>
            <p:cNvSpPr/>
            <p:nvPr/>
          </p:nvSpPr>
          <p:spPr>
            <a:xfrm>
              <a:off x="5290216" y="7660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1"/>
            <p:cNvSpPr/>
            <p:nvPr/>
          </p:nvSpPr>
          <p:spPr>
            <a:xfrm>
              <a:off x="3255234" y="8138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2"/>
            <p:cNvSpPr/>
            <p:nvPr/>
          </p:nvSpPr>
          <p:spPr>
            <a:xfrm>
              <a:off x="3204503" y="8152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3"/>
            <p:cNvSpPr/>
            <p:nvPr/>
          </p:nvSpPr>
          <p:spPr>
            <a:xfrm>
              <a:off x="3225224" y="8178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4"/>
            <p:cNvSpPr/>
            <p:nvPr/>
          </p:nvSpPr>
          <p:spPr>
            <a:xfrm>
              <a:off x="3646082" y="8020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5"/>
            <p:cNvSpPr/>
            <p:nvPr/>
          </p:nvSpPr>
          <p:spPr>
            <a:xfrm>
              <a:off x="3318113" y="8215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6"/>
            <p:cNvSpPr/>
            <p:nvPr/>
          </p:nvSpPr>
          <p:spPr>
            <a:xfrm>
              <a:off x="3250233" y="8137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7"/>
            <p:cNvSpPr/>
            <p:nvPr/>
          </p:nvSpPr>
          <p:spPr>
            <a:xfrm>
              <a:off x="3195928" y="8182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8"/>
            <p:cNvSpPr/>
            <p:nvPr/>
          </p:nvSpPr>
          <p:spPr>
            <a:xfrm>
              <a:off x="3138766" y="8152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9"/>
            <p:cNvSpPr/>
            <p:nvPr/>
          </p:nvSpPr>
          <p:spPr>
            <a:xfrm>
              <a:off x="3235942" y="8124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30"/>
            <p:cNvSpPr/>
            <p:nvPr/>
          </p:nvSpPr>
          <p:spPr>
            <a:xfrm>
              <a:off x="3271668" y="8157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1"/>
            <p:cNvSpPr/>
            <p:nvPr/>
          </p:nvSpPr>
          <p:spPr>
            <a:xfrm>
              <a:off x="5460274" y="7495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2"/>
            <p:cNvSpPr/>
            <p:nvPr/>
          </p:nvSpPr>
          <p:spPr>
            <a:xfrm>
              <a:off x="3737542" y="7002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3"/>
            <p:cNvSpPr/>
            <p:nvPr/>
          </p:nvSpPr>
          <p:spPr>
            <a:xfrm>
              <a:off x="3928322" y="7258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4"/>
            <p:cNvSpPr/>
            <p:nvPr/>
          </p:nvSpPr>
          <p:spPr>
            <a:xfrm>
              <a:off x="3236656" y="8087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5"/>
            <p:cNvSpPr/>
            <p:nvPr/>
          </p:nvSpPr>
          <p:spPr>
            <a:xfrm>
              <a:off x="3255949" y="8172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6"/>
            <p:cNvSpPr/>
            <p:nvPr/>
          </p:nvSpPr>
          <p:spPr>
            <a:xfrm>
              <a:off x="3231655" y="8180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7"/>
            <p:cNvSpPr/>
            <p:nvPr/>
          </p:nvSpPr>
          <p:spPr>
            <a:xfrm>
              <a:off x="3261665" y="8195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8"/>
            <p:cNvSpPr/>
            <p:nvPr/>
          </p:nvSpPr>
          <p:spPr>
            <a:xfrm>
              <a:off x="3170205" y="8089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9"/>
            <p:cNvSpPr/>
            <p:nvPr/>
          </p:nvSpPr>
          <p:spPr>
            <a:xfrm>
              <a:off x="3184496" y="8138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40"/>
            <p:cNvSpPr/>
            <p:nvPr/>
          </p:nvSpPr>
          <p:spPr>
            <a:xfrm>
              <a:off x="3320971" y="8110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1"/>
            <p:cNvSpPr/>
            <p:nvPr/>
          </p:nvSpPr>
          <p:spPr>
            <a:xfrm>
              <a:off x="3303822" y="8051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2"/>
            <p:cNvSpPr/>
            <p:nvPr/>
          </p:nvSpPr>
          <p:spPr>
            <a:xfrm>
              <a:off x="3402427" y="7948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3"/>
            <p:cNvSpPr/>
            <p:nvPr/>
          </p:nvSpPr>
          <p:spPr>
            <a:xfrm>
              <a:off x="3742544" y="7885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4"/>
            <p:cNvSpPr/>
            <p:nvPr/>
          </p:nvSpPr>
          <p:spPr>
            <a:xfrm>
              <a:off x="3876161" y="7721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5"/>
            <p:cNvSpPr/>
            <p:nvPr/>
          </p:nvSpPr>
          <p:spPr>
            <a:xfrm>
              <a:off x="3919033" y="7688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6"/>
            <p:cNvSpPr/>
            <p:nvPr/>
          </p:nvSpPr>
          <p:spPr>
            <a:xfrm>
              <a:off x="3866157" y="8009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7"/>
            <p:cNvSpPr/>
            <p:nvPr/>
          </p:nvSpPr>
          <p:spPr>
            <a:xfrm>
              <a:off x="3238800" y="8108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8"/>
            <p:cNvSpPr/>
            <p:nvPr/>
          </p:nvSpPr>
          <p:spPr>
            <a:xfrm>
              <a:off x="3209504" y="8116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9"/>
            <p:cNvSpPr/>
            <p:nvPr/>
          </p:nvSpPr>
          <p:spPr>
            <a:xfrm>
              <a:off x="4008349" y="7784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50"/>
            <p:cNvSpPr/>
            <p:nvPr/>
          </p:nvSpPr>
          <p:spPr>
            <a:xfrm>
              <a:off x="4284872" y="7749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1"/>
            <p:cNvSpPr/>
            <p:nvPr/>
          </p:nvSpPr>
          <p:spPr>
            <a:xfrm>
              <a:off x="3815426" y="7088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2"/>
            <p:cNvSpPr/>
            <p:nvPr/>
          </p:nvSpPr>
          <p:spPr>
            <a:xfrm>
              <a:off x="3815426" y="6979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3"/>
            <p:cNvSpPr/>
            <p:nvPr/>
          </p:nvSpPr>
          <p:spPr>
            <a:xfrm>
              <a:off x="4113385" y="7904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4"/>
            <p:cNvSpPr/>
            <p:nvPr/>
          </p:nvSpPr>
          <p:spPr>
            <a:xfrm>
              <a:off x="4519952" y="74214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5"/>
            <p:cNvSpPr/>
            <p:nvPr/>
          </p:nvSpPr>
          <p:spPr>
            <a:xfrm>
              <a:off x="4923662" y="7572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6"/>
            <p:cNvSpPr/>
            <p:nvPr/>
          </p:nvSpPr>
          <p:spPr>
            <a:xfrm>
              <a:off x="4923662" y="7425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7"/>
            <p:cNvSpPr/>
            <p:nvPr/>
          </p:nvSpPr>
          <p:spPr>
            <a:xfrm>
              <a:off x="4606411" y="7808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8"/>
            <p:cNvSpPr/>
            <p:nvPr/>
          </p:nvSpPr>
          <p:spPr>
            <a:xfrm>
              <a:off x="3891166" y="7917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9"/>
            <p:cNvSpPr/>
            <p:nvPr/>
          </p:nvSpPr>
          <p:spPr>
            <a:xfrm>
              <a:off x="3933323" y="8050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60"/>
            <p:cNvSpPr/>
            <p:nvPr/>
          </p:nvSpPr>
          <p:spPr>
            <a:xfrm>
              <a:off x="3904742" y="7889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1"/>
            <p:cNvSpPr/>
            <p:nvPr/>
          </p:nvSpPr>
          <p:spPr>
            <a:xfrm>
              <a:off x="3896168" y="7828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2"/>
            <p:cNvSpPr/>
            <p:nvPr/>
          </p:nvSpPr>
          <p:spPr>
            <a:xfrm>
              <a:off x="3912602" y="7572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3"/>
            <p:cNvSpPr/>
            <p:nvPr/>
          </p:nvSpPr>
          <p:spPr>
            <a:xfrm>
              <a:off x="3894024" y="7494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4"/>
            <p:cNvSpPr/>
            <p:nvPr/>
          </p:nvSpPr>
          <p:spPr>
            <a:xfrm>
              <a:off x="4038359" y="7632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5"/>
            <p:cNvSpPr/>
            <p:nvPr/>
          </p:nvSpPr>
          <p:spPr>
            <a:xfrm>
              <a:off x="5909713" y="7219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6"/>
            <p:cNvSpPr/>
            <p:nvPr/>
          </p:nvSpPr>
          <p:spPr>
            <a:xfrm>
              <a:off x="6249830" y="7253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7"/>
            <p:cNvSpPr/>
            <p:nvPr/>
          </p:nvSpPr>
          <p:spPr>
            <a:xfrm>
              <a:off x="3267381" y="8088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8"/>
            <p:cNvSpPr/>
            <p:nvPr/>
          </p:nvSpPr>
          <p:spPr>
            <a:xfrm>
              <a:off x="3255949" y="807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9"/>
            <p:cNvSpPr/>
            <p:nvPr/>
          </p:nvSpPr>
          <p:spPr>
            <a:xfrm>
              <a:off x="3303822" y="8068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70"/>
            <p:cNvSpPr/>
            <p:nvPr/>
          </p:nvSpPr>
          <p:spPr>
            <a:xfrm>
              <a:off x="3353125" y="8103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1"/>
            <p:cNvSpPr/>
            <p:nvPr/>
          </p:nvSpPr>
          <p:spPr>
            <a:xfrm>
              <a:off x="3175921" y="8010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2"/>
            <p:cNvSpPr/>
            <p:nvPr/>
          </p:nvSpPr>
          <p:spPr>
            <a:xfrm>
              <a:off x="3255234" y="8164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3"/>
            <p:cNvSpPr/>
            <p:nvPr/>
          </p:nvSpPr>
          <p:spPr>
            <a:xfrm>
              <a:off x="3245231" y="8101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4"/>
            <p:cNvSpPr/>
            <p:nvPr/>
          </p:nvSpPr>
          <p:spPr>
            <a:xfrm>
              <a:off x="4063368" y="7747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5"/>
            <p:cNvSpPr/>
            <p:nvPr/>
          </p:nvSpPr>
          <p:spPr>
            <a:xfrm>
              <a:off x="3308109" y="8097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6"/>
            <p:cNvSpPr/>
            <p:nvPr/>
          </p:nvSpPr>
          <p:spPr>
            <a:xfrm>
              <a:off x="3399569" y="8060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7"/>
            <p:cNvSpPr/>
            <p:nvPr/>
          </p:nvSpPr>
          <p:spPr>
            <a:xfrm>
              <a:off x="3853296" y="8079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8"/>
            <p:cNvSpPr/>
            <p:nvPr/>
          </p:nvSpPr>
          <p:spPr>
            <a:xfrm>
              <a:off x="3566769" y="7211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9"/>
            <p:cNvSpPr/>
            <p:nvPr/>
          </p:nvSpPr>
          <p:spPr>
            <a:xfrm>
              <a:off x="3213791" y="8104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80"/>
            <p:cNvSpPr/>
            <p:nvPr/>
          </p:nvSpPr>
          <p:spPr>
            <a:xfrm>
              <a:off x="3577487" y="8028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1"/>
            <p:cNvSpPr/>
            <p:nvPr/>
          </p:nvSpPr>
          <p:spPr>
            <a:xfrm>
              <a:off x="3917604" y="8050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2"/>
            <p:cNvSpPr/>
            <p:nvPr/>
          </p:nvSpPr>
          <p:spPr>
            <a:xfrm>
              <a:off x="4429207" y="7440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3"/>
            <p:cNvSpPr/>
            <p:nvPr/>
          </p:nvSpPr>
          <p:spPr>
            <a:xfrm>
              <a:off x="3235227" y="8114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4"/>
            <p:cNvSpPr/>
            <p:nvPr/>
          </p:nvSpPr>
          <p:spPr>
            <a:xfrm>
              <a:off x="3751118" y="7964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5"/>
            <p:cNvSpPr/>
            <p:nvPr/>
          </p:nvSpPr>
          <p:spPr>
            <a:xfrm>
              <a:off x="3733255" y="7973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6"/>
            <p:cNvSpPr/>
            <p:nvPr/>
          </p:nvSpPr>
          <p:spPr>
            <a:xfrm>
              <a:off x="4033357" y="801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7"/>
            <p:cNvSpPr/>
            <p:nvPr/>
          </p:nvSpPr>
          <p:spPr>
            <a:xfrm>
              <a:off x="4244858" y="7445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8"/>
            <p:cNvSpPr/>
            <p:nvPr/>
          </p:nvSpPr>
          <p:spPr>
            <a:xfrm>
              <a:off x="3656800" y="8024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9"/>
            <p:cNvSpPr/>
            <p:nvPr/>
          </p:nvSpPr>
          <p:spPr>
            <a:xfrm>
              <a:off x="3773983" y="8085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90"/>
            <p:cNvSpPr/>
            <p:nvPr/>
          </p:nvSpPr>
          <p:spPr>
            <a:xfrm>
              <a:off x="3238086" y="8098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1"/>
            <p:cNvSpPr/>
            <p:nvPr/>
          </p:nvSpPr>
          <p:spPr>
            <a:xfrm>
              <a:off x="3215935" y="8191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2"/>
            <p:cNvSpPr/>
            <p:nvPr/>
          </p:nvSpPr>
          <p:spPr>
            <a:xfrm>
              <a:off x="3219508" y="8130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3"/>
            <p:cNvSpPr/>
            <p:nvPr/>
          </p:nvSpPr>
          <p:spPr>
            <a:xfrm>
              <a:off x="3330260" y="8051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4"/>
            <p:cNvSpPr/>
            <p:nvPr/>
          </p:nvSpPr>
          <p:spPr>
            <a:xfrm>
              <a:off x="3285244" y="8064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5"/>
            <p:cNvSpPr/>
            <p:nvPr/>
          </p:nvSpPr>
          <p:spPr>
            <a:xfrm>
              <a:off x="3189497" y="8141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6"/>
            <p:cNvSpPr/>
            <p:nvPr/>
          </p:nvSpPr>
          <p:spPr>
            <a:xfrm>
              <a:off x="3298106" y="8088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7"/>
            <p:cNvSpPr/>
            <p:nvPr/>
          </p:nvSpPr>
          <p:spPr>
            <a:xfrm>
              <a:off x="3203074" y="8102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8"/>
            <p:cNvSpPr/>
            <p:nvPr/>
          </p:nvSpPr>
          <p:spPr>
            <a:xfrm>
              <a:off x="3687525" y="8059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9"/>
            <p:cNvSpPr/>
            <p:nvPr/>
          </p:nvSpPr>
          <p:spPr>
            <a:xfrm>
              <a:off x="4185552" y="8053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700"/>
            <p:cNvSpPr/>
            <p:nvPr/>
          </p:nvSpPr>
          <p:spPr>
            <a:xfrm>
              <a:off x="4644281" y="8005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1"/>
            <p:cNvSpPr/>
            <p:nvPr/>
          </p:nvSpPr>
          <p:spPr>
            <a:xfrm>
              <a:off x="3178065" y="8088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2"/>
            <p:cNvSpPr/>
            <p:nvPr/>
          </p:nvSpPr>
          <p:spPr>
            <a:xfrm>
              <a:off x="3216650" y="8100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3"/>
            <p:cNvSpPr/>
            <p:nvPr/>
          </p:nvSpPr>
          <p:spPr>
            <a:xfrm>
              <a:off x="3269525" y="8164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4"/>
            <p:cNvSpPr/>
            <p:nvPr/>
          </p:nvSpPr>
          <p:spPr>
            <a:xfrm>
              <a:off x="3233084" y="8176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5"/>
            <p:cNvSpPr/>
            <p:nvPr/>
          </p:nvSpPr>
          <p:spPr>
            <a:xfrm>
              <a:off x="4134821" y="7520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6"/>
            <p:cNvSpPr/>
            <p:nvPr/>
          </p:nvSpPr>
          <p:spPr>
            <a:xfrm>
              <a:off x="4134821" y="7474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7"/>
            <p:cNvSpPr/>
            <p:nvPr/>
          </p:nvSpPr>
          <p:spPr>
            <a:xfrm>
              <a:off x="4159115" y="7513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8"/>
            <p:cNvSpPr/>
            <p:nvPr/>
          </p:nvSpPr>
          <p:spPr>
            <a:xfrm>
              <a:off x="4832917" y="7728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9"/>
            <p:cNvSpPr/>
            <p:nvPr/>
          </p:nvSpPr>
          <p:spPr>
            <a:xfrm>
              <a:off x="4890793" y="7733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10"/>
            <p:cNvSpPr/>
            <p:nvPr/>
          </p:nvSpPr>
          <p:spPr>
            <a:xfrm>
              <a:off x="5308794" y="7685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1"/>
            <p:cNvSpPr/>
            <p:nvPr/>
          </p:nvSpPr>
          <p:spPr>
            <a:xfrm>
              <a:off x="3307395" y="8125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2"/>
            <p:cNvSpPr/>
            <p:nvPr/>
          </p:nvSpPr>
          <p:spPr>
            <a:xfrm>
              <a:off x="3235227" y="8130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3"/>
            <p:cNvSpPr/>
            <p:nvPr/>
          </p:nvSpPr>
          <p:spPr>
            <a:xfrm>
              <a:off x="3312397" y="8164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4"/>
            <p:cNvSpPr/>
            <p:nvPr/>
          </p:nvSpPr>
          <p:spPr>
            <a:xfrm>
              <a:off x="4507805" y="7674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5"/>
            <p:cNvSpPr/>
            <p:nvPr/>
          </p:nvSpPr>
          <p:spPr>
            <a:xfrm>
              <a:off x="3964048" y="7413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6"/>
            <p:cNvSpPr/>
            <p:nvPr/>
          </p:nvSpPr>
          <p:spPr>
            <a:xfrm>
              <a:off x="4015494" y="7539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7"/>
            <p:cNvSpPr/>
            <p:nvPr/>
          </p:nvSpPr>
          <p:spPr>
            <a:xfrm>
              <a:off x="4011922" y="75697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8"/>
            <p:cNvSpPr/>
            <p:nvPr/>
          </p:nvSpPr>
          <p:spPr>
            <a:xfrm>
              <a:off x="4574257" y="7916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9"/>
            <p:cNvSpPr/>
            <p:nvPr/>
          </p:nvSpPr>
          <p:spPr>
            <a:xfrm>
              <a:off x="4088376" y="7639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20"/>
            <p:cNvSpPr/>
            <p:nvPr/>
          </p:nvSpPr>
          <p:spPr>
            <a:xfrm>
              <a:off x="3959046" y="7647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1"/>
            <p:cNvSpPr/>
            <p:nvPr/>
          </p:nvSpPr>
          <p:spPr>
            <a:xfrm>
              <a:off x="3961190" y="7549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2"/>
            <p:cNvSpPr/>
            <p:nvPr/>
          </p:nvSpPr>
          <p:spPr>
            <a:xfrm>
              <a:off x="3220937" y="8150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3"/>
            <p:cNvSpPr/>
            <p:nvPr/>
          </p:nvSpPr>
          <p:spPr>
            <a:xfrm>
              <a:off x="4009063" y="7936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4"/>
            <p:cNvSpPr/>
            <p:nvPr/>
          </p:nvSpPr>
          <p:spPr>
            <a:xfrm>
              <a:off x="4854352" y="7494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5"/>
            <p:cNvSpPr/>
            <p:nvPr/>
          </p:nvSpPr>
          <p:spPr>
            <a:xfrm>
              <a:off x="4854352" y="7580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6"/>
            <p:cNvSpPr/>
            <p:nvPr/>
          </p:nvSpPr>
          <p:spPr>
            <a:xfrm>
              <a:off x="3831145" y="7832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7"/>
            <p:cNvSpPr/>
            <p:nvPr/>
          </p:nvSpPr>
          <p:spPr>
            <a:xfrm>
              <a:off x="3342407" y="8191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8"/>
            <p:cNvSpPr/>
            <p:nvPr/>
          </p:nvSpPr>
          <p:spPr>
            <a:xfrm>
              <a:off x="4321313" y="7912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9"/>
            <p:cNvSpPr/>
            <p:nvPr/>
          </p:nvSpPr>
          <p:spPr>
            <a:xfrm>
              <a:off x="3411716" y="8110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30"/>
            <p:cNvSpPr/>
            <p:nvPr/>
          </p:nvSpPr>
          <p:spPr>
            <a:xfrm>
              <a:off x="3267381" y="8082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1"/>
            <p:cNvSpPr/>
            <p:nvPr/>
          </p:nvSpPr>
          <p:spPr>
            <a:xfrm>
              <a:off x="3359556" y="8127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2"/>
            <p:cNvSpPr/>
            <p:nvPr/>
          </p:nvSpPr>
          <p:spPr>
            <a:xfrm>
              <a:off x="3148769" y="8059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3"/>
            <p:cNvSpPr/>
            <p:nvPr/>
          </p:nvSpPr>
          <p:spPr>
            <a:xfrm>
              <a:off x="3129477" y="8054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4"/>
            <p:cNvSpPr/>
            <p:nvPr/>
          </p:nvSpPr>
          <p:spPr>
            <a:xfrm>
              <a:off x="3310253" y="8016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5"/>
            <p:cNvSpPr/>
            <p:nvPr/>
          </p:nvSpPr>
          <p:spPr>
            <a:xfrm>
              <a:off x="3183067" y="8099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6"/>
            <p:cNvSpPr/>
            <p:nvPr/>
          </p:nvSpPr>
          <p:spPr>
            <a:xfrm>
              <a:off x="4722164" y="7474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7"/>
            <p:cNvSpPr/>
            <p:nvPr/>
          </p:nvSpPr>
          <p:spPr>
            <a:xfrm>
              <a:off x="4585689" y="7398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8"/>
            <p:cNvSpPr/>
            <p:nvPr/>
          </p:nvSpPr>
          <p:spPr>
            <a:xfrm>
              <a:off x="4984397" y="7450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9"/>
            <p:cNvSpPr/>
            <p:nvPr/>
          </p:nvSpPr>
          <p:spPr>
            <a:xfrm>
              <a:off x="4984397" y="7359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40"/>
            <p:cNvSpPr/>
            <p:nvPr/>
          </p:nvSpPr>
          <p:spPr>
            <a:xfrm>
              <a:off x="4009063" y="7652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1"/>
            <p:cNvSpPr/>
            <p:nvPr/>
          </p:nvSpPr>
          <p:spPr>
            <a:xfrm>
              <a:off x="4348465" y="7602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2"/>
            <p:cNvSpPr/>
            <p:nvPr/>
          </p:nvSpPr>
          <p:spPr>
            <a:xfrm>
              <a:off x="3217364" y="8110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3"/>
            <p:cNvSpPr/>
            <p:nvPr/>
          </p:nvSpPr>
          <p:spPr>
            <a:xfrm>
              <a:off x="3416003" y="8161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4"/>
            <p:cNvSpPr/>
            <p:nvPr/>
          </p:nvSpPr>
          <p:spPr>
            <a:xfrm>
              <a:off x="3506749" y="8108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5"/>
            <p:cNvSpPr/>
            <p:nvPr/>
          </p:nvSpPr>
          <p:spPr>
            <a:xfrm>
              <a:off x="3533901" y="8143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6"/>
            <p:cNvSpPr/>
            <p:nvPr/>
          </p:nvSpPr>
          <p:spPr>
            <a:xfrm>
              <a:off x="3314540" y="8176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7"/>
            <p:cNvSpPr/>
            <p:nvPr/>
          </p:nvSpPr>
          <p:spPr>
            <a:xfrm>
              <a:off x="3804708" y="7875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8"/>
            <p:cNvSpPr/>
            <p:nvPr/>
          </p:nvSpPr>
          <p:spPr>
            <a:xfrm>
              <a:off x="3543904" y="7954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9"/>
            <p:cNvSpPr/>
            <p:nvPr/>
          </p:nvSpPr>
          <p:spPr>
            <a:xfrm>
              <a:off x="4038359" y="7893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50"/>
            <p:cNvSpPr/>
            <p:nvPr/>
          </p:nvSpPr>
          <p:spPr>
            <a:xfrm>
              <a:off x="3286674" y="8137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1"/>
            <p:cNvSpPr/>
            <p:nvPr/>
          </p:nvSpPr>
          <p:spPr>
            <a:xfrm>
              <a:off x="3227368" y="8143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2"/>
            <p:cNvSpPr/>
            <p:nvPr/>
          </p:nvSpPr>
          <p:spPr>
            <a:xfrm>
              <a:off x="3233798" y="8155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3"/>
            <p:cNvSpPr/>
            <p:nvPr/>
          </p:nvSpPr>
          <p:spPr>
            <a:xfrm>
              <a:off x="3233798" y="8155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4"/>
            <p:cNvSpPr/>
            <p:nvPr/>
          </p:nvSpPr>
          <p:spPr>
            <a:xfrm>
              <a:off x="3223795" y="8151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5"/>
            <p:cNvSpPr/>
            <p:nvPr/>
          </p:nvSpPr>
          <p:spPr>
            <a:xfrm>
              <a:off x="3917604" y="7853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6"/>
            <p:cNvSpPr/>
            <p:nvPr/>
          </p:nvSpPr>
          <p:spPr>
            <a:xfrm>
              <a:off x="3237371" y="8132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7"/>
            <p:cNvSpPr/>
            <p:nvPr/>
          </p:nvSpPr>
          <p:spPr>
            <a:xfrm>
              <a:off x="3278099" y="8131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8"/>
            <p:cNvSpPr/>
            <p:nvPr/>
          </p:nvSpPr>
          <p:spPr>
            <a:xfrm>
              <a:off x="3295962" y="8113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9"/>
            <p:cNvSpPr/>
            <p:nvPr/>
          </p:nvSpPr>
          <p:spPr>
            <a:xfrm>
              <a:off x="3390280" y="8042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60"/>
            <p:cNvSpPr/>
            <p:nvPr/>
          </p:nvSpPr>
          <p:spPr>
            <a:xfrm>
              <a:off x="3733969" y="7975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1"/>
            <p:cNvSpPr/>
            <p:nvPr/>
          </p:nvSpPr>
          <p:spPr>
            <a:xfrm>
              <a:off x="4202701" y="7987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2"/>
            <p:cNvSpPr/>
            <p:nvPr/>
          </p:nvSpPr>
          <p:spPr>
            <a:xfrm>
              <a:off x="3281672" y="8118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3"/>
            <p:cNvSpPr/>
            <p:nvPr/>
          </p:nvSpPr>
          <p:spPr>
            <a:xfrm>
              <a:off x="4101952" y="7822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4"/>
            <p:cNvSpPr/>
            <p:nvPr/>
          </p:nvSpPr>
          <p:spPr>
            <a:xfrm>
              <a:off x="4093378" y="7844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5"/>
            <p:cNvSpPr/>
            <p:nvPr/>
          </p:nvSpPr>
          <p:spPr>
            <a:xfrm>
              <a:off x="4731453" y="7458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6"/>
            <p:cNvSpPr/>
            <p:nvPr/>
          </p:nvSpPr>
          <p:spPr>
            <a:xfrm>
              <a:off x="4802192" y="737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7"/>
            <p:cNvSpPr/>
            <p:nvPr/>
          </p:nvSpPr>
          <p:spPr>
            <a:xfrm>
              <a:off x="6405597" y="7662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8"/>
            <p:cNvSpPr/>
            <p:nvPr/>
          </p:nvSpPr>
          <p:spPr>
            <a:xfrm>
              <a:off x="5858267" y="7615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9"/>
            <p:cNvSpPr/>
            <p:nvPr/>
          </p:nvSpPr>
          <p:spPr>
            <a:xfrm>
              <a:off x="5574599" y="7605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70"/>
            <p:cNvSpPr/>
            <p:nvPr/>
          </p:nvSpPr>
          <p:spPr>
            <a:xfrm>
              <a:off x="5762520" y="7743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1"/>
            <p:cNvSpPr/>
            <p:nvPr/>
          </p:nvSpPr>
          <p:spPr>
            <a:xfrm>
              <a:off x="6193382" y="7755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2"/>
            <p:cNvSpPr/>
            <p:nvPr/>
          </p:nvSpPr>
          <p:spPr>
            <a:xfrm>
              <a:off x="6193382" y="7759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3"/>
            <p:cNvSpPr/>
            <p:nvPr/>
          </p:nvSpPr>
          <p:spPr>
            <a:xfrm>
              <a:off x="3273097" y="8131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4"/>
            <p:cNvSpPr/>
            <p:nvPr/>
          </p:nvSpPr>
          <p:spPr>
            <a:xfrm>
              <a:off x="3253805" y="8240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5"/>
            <p:cNvSpPr/>
            <p:nvPr/>
          </p:nvSpPr>
          <p:spPr>
            <a:xfrm>
              <a:off x="3289532" y="8049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6"/>
            <p:cNvSpPr/>
            <p:nvPr/>
          </p:nvSpPr>
          <p:spPr>
            <a:xfrm>
              <a:off x="3223795" y="8095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7"/>
            <p:cNvSpPr/>
            <p:nvPr/>
          </p:nvSpPr>
          <p:spPr>
            <a:xfrm>
              <a:off x="3123046" y="8112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8"/>
            <p:cNvSpPr/>
            <p:nvPr/>
          </p:nvSpPr>
          <p:spPr>
            <a:xfrm>
              <a:off x="3211648" y="8172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9"/>
            <p:cNvSpPr/>
            <p:nvPr/>
          </p:nvSpPr>
          <p:spPr>
            <a:xfrm>
              <a:off x="3339549" y="8077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80"/>
            <p:cNvSpPr/>
            <p:nvPr/>
          </p:nvSpPr>
          <p:spPr>
            <a:xfrm>
              <a:off x="3257378" y="8106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1"/>
            <p:cNvSpPr/>
            <p:nvPr/>
          </p:nvSpPr>
          <p:spPr>
            <a:xfrm>
              <a:off x="3279528" y="8128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2"/>
            <p:cNvSpPr/>
            <p:nvPr/>
          </p:nvSpPr>
          <p:spPr>
            <a:xfrm>
              <a:off x="3254520" y="7584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3"/>
            <p:cNvSpPr/>
            <p:nvPr/>
          </p:nvSpPr>
          <p:spPr>
            <a:xfrm>
              <a:off x="3272383" y="8149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4"/>
            <p:cNvSpPr/>
            <p:nvPr/>
          </p:nvSpPr>
          <p:spPr>
            <a:xfrm>
              <a:off x="3319542" y="8140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5"/>
            <p:cNvSpPr/>
            <p:nvPr/>
          </p:nvSpPr>
          <p:spPr>
            <a:xfrm>
              <a:off x="3239515" y="8138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6"/>
            <p:cNvSpPr/>
            <p:nvPr/>
          </p:nvSpPr>
          <p:spPr>
            <a:xfrm>
              <a:off x="3518181" y="7889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7"/>
            <p:cNvSpPr/>
            <p:nvPr/>
          </p:nvSpPr>
          <p:spPr>
            <a:xfrm>
              <a:off x="3267381" y="8021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8"/>
            <p:cNvSpPr/>
            <p:nvPr/>
          </p:nvSpPr>
          <p:spPr>
            <a:xfrm>
              <a:off x="3310253" y="8107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9"/>
            <p:cNvSpPr/>
            <p:nvPr/>
          </p:nvSpPr>
          <p:spPr>
            <a:xfrm>
              <a:off x="3262380" y="8156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90"/>
            <p:cNvSpPr/>
            <p:nvPr/>
          </p:nvSpPr>
          <p:spPr>
            <a:xfrm>
              <a:off x="4710017" y="7991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1"/>
            <p:cNvSpPr/>
            <p:nvPr/>
          </p:nvSpPr>
          <p:spPr>
            <a:xfrm>
              <a:off x="3534615" y="8053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2"/>
            <p:cNvSpPr/>
            <p:nvPr/>
          </p:nvSpPr>
          <p:spPr>
            <a:xfrm>
              <a:off x="3822571" y="8053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3"/>
            <p:cNvSpPr/>
            <p:nvPr/>
          </p:nvSpPr>
          <p:spPr>
            <a:xfrm>
              <a:off x="4162687" y="7940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4"/>
            <p:cNvSpPr/>
            <p:nvPr/>
          </p:nvSpPr>
          <p:spPr>
            <a:xfrm>
              <a:off x="3641080" y="7855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5"/>
            <p:cNvSpPr/>
            <p:nvPr/>
          </p:nvSpPr>
          <p:spPr>
            <a:xfrm>
              <a:off x="3186639" y="8185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6"/>
            <p:cNvSpPr/>
            <p:nvPr/>
          </p:nvSpPr>
          <p:spPr>
            <a:xfrm>
              <a:off x="3211648" y="8143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7"/>
            <p:cNvSpPr/>
            <p:nvPr/>
          </p:nvSpPr>
          <p:spPr>
            <a:xfrm>
              <a:off x="3893310" y="8043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8"/>
            <p:cNvSpPr/>
            <p:nvPr/>
          </p:nvSpPr>
          <p:spPr>
            <a:xfrm>
              <a:off x="3198072" y="8148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9"/>
            <p:cNvSpPr/>
            <p:nvPr/>
          </p:nvSpPr>
          <p:spPr>
            <a:xfrm>
              <a:off x="3198072" y="8160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800"/>
            <p:cNvSpPr/>
            <p:nvPr/>
          </p:nvSpPr>
          <p:spPr>
            <a:xfrm>
              <a:off x="3164489" y="8157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1"/>
            <p:cNvSpPr/>
            <p:nvPr/>
          </p:nvSpPr>
          <p:spPr>
            <a:xfrm>
              <a:off x="3107327" y="8186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2"/>
            <p:cNvSpPr/>
            <p:nvPr/>
          </p:nvSpPr>
          <p:spPr>
            <a:xfrm>
              <a:off x="3140195" y="8166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3"/>
            <p:cNvSpPr/>
            <p:nvPr/>
          </p:nvSpPr>
          <p:spPr>
            <a:xfrm>
              <a:off x="3166633" y="8151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4"/>
            <p:cNvSpPr/>
            <p:nvPr/>
          </p:nvSpPr>
          <p:spPr>
            <a:xfrm>
              <a:off x="3295962" y="8113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5"/>
            <p:cNvSpPr/>
            <p:nvPr/>
          </p:nvSpPr>
          <p:spPr>
            <a:xfrm>
              <a:off x="3224509" y="8061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6"/>
            <p:cNvSpPr/>
            <p:nvPr/>
          </p:nvSpPr>
          <p:spPr>
            <a:xfrm>
              <a:off x="4928664" y="7774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7"/>
            <p:cNvSpPr/>
            <p:nvPr/>
          </p:nvSpPr>
          <p:spPr>
            <a:xfrm>
              <a:off x="5207330" y="7801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8"/>
            <p:cNvSpPr/>
            <p:nvPr/>
          </p:nvSpPr>
          <p:spPr>
            <a:xfrm>
              <a:off x="5075857" y="7677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9"/>
            <p:cNvSpPr/>
            <p:nvPr/>
          </p:nvSpPr>
          <p:spPr>
            <a:xfrm>
              <a:off x="3865443" y="7917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10"/>
            <p:cNvSpPr/>
            <p:nvPr/>
          </p:nvSpPr>
          <p:spPr>
            <a:xfrm>
              <a:off x="3298106" y="8074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1"/>
            <p:cNvSpPr/>
            <p:nvPr/>
          </p:nvSpPr>
          <p:spPr>
            <a:xfrm>
              <a:off x="5489570" y="7384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2"/>
            <p:cNvSpPr/>
            <p:nvPr/>
          </p:nvSpPr>
          <p:spPr>
            <a:xfrm>
              <a:off x="5816824" y="7357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3"/>
            <p:cNvSpPr/>
            <p:nvPr/>
          </p:nvSpPr>
          <p:spPr>
            <a:xfrm>
              <a:off x="3271668" y="8121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4"/>
            <p:cNvSpPr/>
            <p:nvPr/>
          </p:nvSpPr>
          <p:spPr>
            <a:xfrm>
              <a:off x="4559252" y="7867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5"/>
            <p:cNvSpPr/>
            <p:nvPr/>
          </p:nvSpPr>
          <p:spPr>
            <a:xfrm>
              <a:off x="4728595" y="7804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6"/>
            <p:cNvSpPr/>
            <p:nvPr/>
          </p:nvSpPr>
          <p:spPr>
            <a:xfrm>
              <a:off x="3369559" y="8091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7"/>
            <p:cNvSpPr/>
            <p:nvPr/>
          </p:nvSpPr>
          <p:spPr>
            <a:xfrm>
              <a:off x="3466021" y="8113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8"/>
            <p:cNvSpPr/>
            <p:nvPr/>
          </p:nvSpPr>
          <p:spPr>
            <a:xfrm>
              <a:off x="3849723" y="7805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9"/>
            <p:cNvSpPr/>
            <p:nvPr/>
          </p:nvSpPr>
          <p:spPr>
            <a:xfrm>
              <a:off x="4247002" y="8015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20"/>
            <p:cNvSpPr/>
            <p:nvPr/>
          </p:nvSpPr>
          <p:spPr>
            <a:xfrm>
              <a:off x="3766123" y="8111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1"/>
            <p:cNvSpPr/>
            <p:nvPr/>
          </p:nvSpPr>
          <p:spPr>
            <a:xfrm>
              <a:off x="3288817" y="7952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2"/>
            <p:cNvSpPr/>
            <p:nvPr/>
          </p:nvSpPr>
          <p:spPr>
            <a:xfrm>
              <a:off x="3360270" y="7959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3"/>
            <p:cNvSpPr/>
            <p:nvPr/>
          </p:nvSpPr>
          <p:spPr>
            <a:xfrm>
              <a:off x="3334547" y="8055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4"/>
            <p:cNvSpPr/>
            <p:nvPr/>
          </p:nvSpPr>
          <p:spPr>
            <a:xfrm>
              <a:off x="7011519" y="7965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5"/>
            <p:cNvSpPr/>
            <p:nvPr/>
          </p:nvSpPr>
          <p:spPr>
            <a:xfrm>
              <a:off x="3228797" y="8147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6"/>
            <p:cNvSpPr/>
            <p:nvPr/>
          </p:nvSpPr>
          <p:spPr>
            <a:xfrm>
              <a:off x="3177350" y="8114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7"/>
            <p:cNvSpPr/>
            <p:nvPr/>
          </p:nvSpPr>
          <p:spPr>
            <a:xfrm>
              <a:off x="4824342" y="7499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8"/>
            <p:cNvSpPr/>
            <p:nvPr/>
          </p:nvSpPr>
          <p:spPr>
            <a:xfrm>
              <a:off x="4696441" y="7459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9"/>
            <p:cNvSpPr/>
            <p:nvPr/>
          </p:nvSpPr>
          <p:spPr>
            <a:xfrm>
              <a:off x="4696441" y="7496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30"/>
            <p:cNvSpPr/>
            <p:nvPr/>
          </p:nvSpPr>
          <p:spPr>
            <a:xfrm>
              <a:off x="4723593" y="7487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1"/>
            <p:cNvSpPr/>
            <p:nvPr/>
          </p:nvSpPr>
          <p:spPr>
            <a:xfrm>
              <a:off x="5148739" y="7481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2"/>
            <p:cNvSpPr/>
            <p:nvPr/>
          </p:nvSpPr>
          <p:spPr>
            <a:xfrm>
              <a:off x="3578202" y="7917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3"/>
            <p:cNvSpPr/>
            <p:nvPr/>
          </p:nvSpPr>
          <p:spPr>
            <a:xfrm>
              <a:off x="3270239" y="8095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4"/>
            <p:cNvSpPr/>
            <p:nvPr/>
          </p:nvSpPr>
          <p:spPr>
            <a:xfrm>
              <a:off x="3579631" y="8079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5"/>
            <p:cNvSpPr/>
            <p:nvPr/>
          </p:nvSpPr>
          <p:spPr>
            <a:xfrm>
              <a:off x="3834004" y="7961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6"/>
            <p:cNvSpPr/>
            <p:nvPr/>
          </p:nvSpPr>
          <p:spPr>
            <a:xfrm>
              <a:off x="3844007" y="7849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7"/>
            <p:cNvSpPr/>
            <p:nvPr/>
          </p:nvSpPr>
          <p:spPr>
            <a:xfrm>
              <a:off x="3255234" y="8174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8"/>
            <p:cNvSpPr/>
            <p:nvPr/>
          </p:nvSpPr>
          <p:spPr>
            <a:xfrm>
              <a:off x="3235942" y="8125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9"/>
            <p:cNvSpPr/>
            <p:nvPr/>
          </p:nvSpPr>
          <p:spPr>
            <a:xfrm>
              <a:off x="3252376" y="8133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40"/>
            <p:cNvSpPr/>
            <p:nvPr/>
          </p:nvSpPr>
          <p:spPr>
            <a:xfrm>
              <a:off x="3225224" y="8157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1"/>
            <p:cNvSpPr/>
            <p:nvPr/>
          </p:nvSpPr>
          <p:spPr>
            <a:xfrm>
              <a:off x="3290961" y="8126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2"/>
            <p:cNvSpPr/>
            <p:nvPr/>
          </p:nvSpPr>
          <p:spPr>
            <a:xfrm>
              <a:off x="3263809" y="8106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3"/>
            <p:cNvSpPr/>
            <p:nvPr/>
          </p:nvSpPr>
          <p:spPr>
            <a:xfrm>
              <a:off x="3361699" y="8097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4"/>
            <p:cNvSpPr/>
            <p:nvPr/>
          </p:nvSpPr>
          <p:spPr>
            <a:xfrm>
              <a:off x="3337405" y="8058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5"/>
            <p:cNvSpPr/>
            <p:nvPr/>
          </p:nvSpPr>
          <p:spPr>
            <a:xfrm>
              <a:off x="3374561" y="8108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6"/>
            <p:cNvSpPr/>
            <p:nvPr/>
          </p:nvSpPr>
          <p:spPr>
            <a:xfrm>
              <a:off x="5322370" y="7669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7"/>
            <p:cNvSpPr/>
            <p:nvPr/>
          </p:nvSpPr>
          <p:spPr>
            <a:xfrm>
              <a:off x="5115156" y="7693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8"/>
            <p:cNvSpPr/>
            <p:nvPr/>
          </p:nvSpPr>
          <p:spPr>
            <a:xfrm>
              <a:off x="3235227" y="8028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9"/>
            <p:cNvSpPr/>
            <p:nvPr/>
          </p:nvSpPr>
          <p:spPr>
            <a:xfrm>
              <a:off x="3263809" y="8191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50"/>
            <p:cNvSpPr/>
            <p:nvPr/>
          </p:nvSpPr>
          <p:spPr>
            <a:xfrm>
              <a:off x="3315255" y="8091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1"/>
            <p:cNvSpPr/>
            <p:nvPr/>
          </p:nvSpPr>
          <p:spPr>
            <a:xfrm>
              <a:off x="3498889" y="8102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2"/>
            <p:cNvSpPr/>
            <p:nvPr/>
          </p:nvSpPr>
          <p:spPr>
            <a:xfrm>
              <a:off x="3158058" y="8195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3"/>
            <p:cNvSpPr/>
            <p:nvPr/>
          </p:nvSpPr>
          <p:spPr>
            <a:xfrm>
              <a:off x="3184496" y="803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4"/>
            <p:cNvSpPr/>
            <p:nvPr/>
          </p:nvSpPr>
          <p:spPr>
            <a:xfrm>
              <a:off x="3212362" y="8049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5"/>
            <p:cNvSpPr/>
            <p:nvPr/>
          </p:nvSpPr>
          <p:spPr>
            <a:xfrm>
              <a:off x="3215221" y="8091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6"/>
            <p:cNvSpPr/>
            <p:nvPr/>
          </p:nvSpPr>
          <p:spPr>
            <a:xfrm>
              <a:off x="3218793" y="809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7"/>
            <p:cNvSpPr/>
            <p:nvPr/>
          </p:nvSpPr>
          <p:spPr>
            <a:xfrm>
              <a:off x="3270954" y="8098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8"/>
            <p:cNvSpPr/>
            <p:nvPr/>
          </p:nvSpPr>
          <p:spPr>
            <a:xfrm>
              <a:off x="3267381" y="8110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9"/>
            <p:cNvSpPr/>
            <p:nvPr/>
          </p:nvSpPr>
          <p:spPr>
            <a:xfrm>
              <a:off x="3230226" y="8169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60"/>
            <p:cNvSpPr/>
            <p:nvPr/>
          </p:nvSpPr>
          <p:spPr>
            <a:xfrm>
              <a:off x="3262380" y="8131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1"/>
            <p:cNvSpPr/>
            <p:nvPr/>
          </p:nvSpPr>
          <p:spPr>
            <a:xfrm>
              <a:off x="3268096" y="8092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2"/>
            <p:cNvSpPr/>
            <p:nvPr/>
          </p:nvSpPr>
          <p:spPr>
            <a:xfrm>
              <a:off x="3228082" y="8047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3"/>
            <p:cNvSpPr/>
            <p:nvPr/>
          </p:nvSpPr>
          <p:spPr>
            <a:xfrm>
              <a:off x="3166633" y="8124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4"/>
            <p:cNvSpPr/>
            <p:nvPr/>
          </p:nvSpPr>
          <p:spPr>
            <a:xfrm>
              <a:off x="3252376" y="8200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5"/>
            <p:cNvSpPr/>
            <p:nvPr/>
          </p:nvSpPr>
          <p:spPr>
            <a:xfrm>
              <a:off x="3203074" y="8170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6"/>
            <p:cNvSpPr/>
            <p:nvPr/>
          </p:nvSpPr>
          <p:spPr>
            <a:xfrm>
              <a:off x="3195928" y="8131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7"/>
            <p:cNvSpPr/>
            <p:nvPr/>
          </p:nvSpPr>
          <p:spPr>
            <a:xfrm>
              <a:off x="3268096" y="8149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8"/>
            <p:cNvSpPr/>
            <p:nvPr/>
          </p:nvSpPr>
          <p:spPr>
            <a:xfrm>
              <a:off x="3416003" y="8174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9"/>
            <p:cNvSpPr/>
            <p:nvPr/>
          </p:nvSpPr>
          <p:spPr>
            <a:xfrm>
              <a:off x="3251662" y="8146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70"/>
            <p:cNvSpPr/>
            <p:nvPr/>
          </p:nvSpPr>
          <p:spPr>
            <a:xfrm>
              <a:off x="3723251" y="7950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1"/>
            <p:cNvSpPr/>
            <p:nvPr/>
          </p:nvSpPr>
          <p:spPr>
            <a:xfrm>
              <a:off x="3889737" y="7922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2"/>
            <p:cNvSpPr/>
            <p:nvPr/>
          </p:nvSpPr>
          <p:spPr>
            <a:xfrm>
              <a:off x="4132677" y="7831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3"/>
            <p:cNvSpPr/>
            <p:nvPr/>
          </p:nvSpPr>
          <p:spPr>
            <a:xfrm>
              <a:off x="3255949" y="8177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4"/>
            <p:cNvSpPr/>
            <p:nvPr/>
          </p:nvSpPr>
          <p:spPr>
            <a:xfrm>
              <a:off x="3232369" y="8146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5"/>
            <p:cNvSpPr/>
            <p:nvPr/>
          </p:nvSpPr>
          <p:spPr>
            <a:xfrm>
              <a:off x="3236656" y="8135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6"/>
            <p:cNvSpPr/>
            <p:nvPr/>
          </p:nvSpPr>
          <p:spPr>
            <a:xfrm>
              <a:off x="4318455" y="7719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7"/>
            <p:cNvSpPr/>
            <p:nvPr/>
          </p:nvSpPr>
          <p:spPr>
            <a:xfrm>
              <a:off x="3264523" y="8094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8"/>
            <p:cNvSpPr/>
            <p:nvPr/>
          </p:nvSpPr>
          <p:spPr>
            <a:xfrm>
              <a:off x="3265238" y="8060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9"/>
            <p:cNvSpPr/>
            <p:nvPr/>
          </p:nvSpPr>
          <p:spPr>
            <a:xfrm>
              <a:off x="3286674" y="8161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80"/>
            <p:cNvSpPr/>
            <p:nvPr/>
          </p:nvSpPr>
          <p:spPr>
            <a:xfrm>
              <a:off x="3266667" y="8098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1"/>
            <p:cNvSpPr/>
            <p:nvPr/>
          </p:nvSpPr>
          <p:spPr>
            <a:xfrm>
              <a:off x="3290246" y="8167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2"/>
            <p:cNvSpPr/>
            <p:nvPr/>
          </p:nvSpPr>
          <p:spPr>
            <a:xfrm>
              <a:off x="3248089" y="8181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3"/>
            <p:cNvSpPr/>
            <p:nvPr/>
          </p:nvSpPr>
          <p:spPr>
            <a:xfrm>
              <a:off x="3311682" y="8166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4"/>
            <p:cNvSpPr/>
            <p:nvPr/>
          </p:nvSpPr>
          <p:spPr>
            <a:xfrm>
              <a:off x="3280243" y="8174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5"/>
            <p:cNvSpPr/>
            <p:nvPr/>
          </p:nvSpPr>
          <p:spPr>
            <a:xfrm>
              <a:off x="3315255" y="8304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6"/>
            <p:cNvSpPr/>
            <p:nvPr/>
          </p:nvSpPr>
          <p:spPr>
            <a:xfrm>
              <a:off x="3316684" y="8242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7"/>
            <p:cNvSpPr/>
            <p:nvPr/>
          </p:nvSpPr>
          <p:spPr>
            <a:xfrm>
              <a:off x="3199501" y="8124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8"/>
            <p:cNvSpPr/>
            <p:nvPr/>
          </p:nvSpPr>
          <p:spPr>
            <a:xfrm>
              <a:off x="4808623" y="7725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9"/>
            <p:cNvSpPr/>
            <p:nvPr/>
          </p:nvSpPr>
          <p:spPr>
            <a:xfrm>
              <a:off x="5816110" y="7295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90"/>
            <p:cNvSpPr/>
            <p:nvPr/>
          </p:nvSpPr>
          <p:spPr>
            <a:xfrm>
              <a:off x="3193785" y="8037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1"/>
            <p:cNvSpPr/>
            <p:nvPr/>
          </p:nvSpPr>
          <p:spPr>
            <a:xfrm>
              <a:off x="3132335" y="8088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2"/>
            <p:cNvSpPr/>
            <p:nvPr/>
          </p:nvSpPr>
          <p:spPr>
            <a:xfrm>
              <a:off x="3268096" y="8133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3"/>
            <p:cNvSpPr/>
            <p:nvPr/>
          </p:nvSpPr>
          <p:spPr>
            <a:xfrm>
              <a:off x="3278099" y="8053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4"/>
            <p:cNvSpPr/>
            <p:nvPr/>
          </p:nvSpPr>
          <p:spPr>
            <a:xfrm>
              <a:off x="3273812" y="8062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5"/>
            <p:cNvSpPr/>
            <p:nvPr/>
          </p:nvSpPr>
          <p:spPr>
            <a:xfrm>
              <a:off x="3298821" y="8132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6"/>
            <p:cNvSpPr/>
            <p:nvPr/>
          </p:nvSpPr>
          <p:spPr>
            <a:xfrm>
              <a:off x="4482082" y="7936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7"/>
            <p:cNvSpPr/>
            <p:nvPr/>
          </p:nvSpPr>
          <p:spPr>
            <a:xfrm>
              <a:off x="5410257" y="7605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8"/>
            <p:cNvSpPr/>
            <p:nvPr/>
          </p:nvSpPr>
          <p:spPr>
            <a:xfrm>
              <a:off x="4494229" y="7661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9"/>
            <p:cNvSpPr/>
            <p:nvPr/>
          </p:nvSpPr>
          <p:spPr>
            <a:xfrm>
              <a:off x="4837918" y="7804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900"/>
            <p:cNvSpPr/>
            <p:nvPr/>
          </p:nvSpPr>
          <p:spPr>
            <a:xfrm>
              <a:off x="3218079" y="8287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1"/>
            <p:cNvSpPr/>
            <p:nvPr/>
          </p:nvSpPr>
          <p:spPr>
            <a:xfrm>
              <a:off x="3192356" y="8156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2"/>
            <p:cNvSpPr/>
            <p:nvPr/>
          </p:nvSpPr>
          <p:spPr>
            <a:xfrm>
              <a:off x="3492458" y="8070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3"/>
            <p:cNvSpPr/>
            <p:nvPr/>
          </p:nvSpPr>
          <p:spPr>
            <a:xfrm>
              <a:off x="3300964" y="8155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3430390" y="656091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2897501" y="805113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2897501" y="6560918"/>
              <a:ext cx="649366" cy="315990"/>
            </a:xfrm>
            <a:custGeom>
              <a:avLst/>
              <a:pathLst>
                <a:path w="649366" h="315990">
                  <a:moveTo>
                    <a:pt x="0" y="315990"/>
                  </a:moveTo>
                  <a:lnTo>
                    <a:pt x="624130" y="315990"/>
                  </a:lnTo>
                  <a:lnTo>
                    <a:pt x="623114" y="315970"/>
                  </a:lnTo>
                  <a:lnTo>
                    <a:pt x="627172" y="315806"/>
                  </a:lnTo>
                  <a:lnTo>
                    <a:pt x="631151" y="314994"/>
                  </a:lnTo>
                  <a:lnTo>
                    <a:pt x="634948" y="313554"/>
                  </a:lnTo>
                  <a:lnTo>
                    <a:pt x="638466" y="311523"/>
                  </a:lnTo>
                  <a:lnTo>
                    <a:pt x="641612" y="308954"/>
                  </a:lnTo>
                  <a:lnTo>
                    <a:pt x="644305" y="305914"/>
                  </a:lnTo>
                  <a:lnTo>
                    <a:pt x="646476" y="302482"/>
                  </a:lnTo>
                  <a:lnTo>
                    <a:pt x="648068" y="298745"/>
                  </a:lnTo>
                  <a:lnTo>
                    <a:pt x="649040" y="294802"/>
                  </a:lnTo>
                  <a:lnTo>
                    <a:pt x="649366" y="290754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tx2907"/>
            <p:cNvSpPr/>
            <p:nvPr/>
          </p:nvSpPr>
          <p:spPr>
            <a:xfrm>
              <a:off x="2632093" y="6530950"/>
              <a:ext cx="872713" cy="10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2908" name="tx2908"/>
            <p:cNvSpPr/>
            <p:nvPr/>
          </p:nvSpPr>
          <p:spPr>
            <a:xfrm>
              <a:off x="2896960" y="6703269"/>
              <a:ext cx="607846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 (3.8%)</a:t>
              </a:r>
            </a:p>
          </p:txBody>
        </p:sp>
        <p:sp>
          <p:nvSpPr>
            <p:cNvPr id="2909" name="pg2909"/>
            <p:cNvSpPr/>
            <p:nvPr/>
          </p:nvSpPr>
          <p:spPr>
            <a:xfrm>
              <a:off x="2897501" y="8136648"/>
              <a:ext cx="649366" cy="277422"/>
            </a:xfrm>
            <a:custGeom>
              <a:avLst/>
              <a:pathLst>
                <a:path w="649366" h="277422">
                  <a:moveTo>
                    <a:pt x="649366" y="277422"/>
                  </a:moveTo>
                  <a:lnTo>
                    <a:pt x="649366" y="25236"/>
                  </a:lnTo>
                  <a:lnTo>
                    <a:pt x="649040" y="21188"/>
                  </a:lnTo>
                  <a:lnTo>
                    <a:pt x="648068" y="17245"/>
                  </a:lnTo>
                  <a:lnTo>
                    <a:pt x="646476" y="13508"/>
                  </a:lnTo>
                  <a:lnTo>
                    <a:pt x="644305" y="10075"/>
                  </a:lnTo>
                  <a:lnTo>
                    <a:pt x="641612" y="7035"/>
                  </a:lnTo>
                  <a:lnTo>
                    <a:pt x="638466" y="4467"/>
                  </a:lnTo>
                  <a:lnTo>
                    <a:pt x="634948" y="2436"/>
                  </a:lnTo>
                  <a:lnTo>
                    <a:pt x="631151" y="996"/>
                  </a:lnTo>
                  <a:lnTo>
                    <a:pt x="627172" y="184"/>
                  </a:lnTo>
                  <a:lnTo>
                    <a:pt x="624130" y="0"/>
                  </a:lnTo>
                  <a:lnTo>
                    <a:pt x="0" y="0"/>
                  </a:lnTo>
                  <a:lnTo>
                    <a:pt x="0" y="277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tx2910"/>
            <p:cNvSpPr/>
            <p:nvPr/>
          </p:nvSpPr>
          <p:spPr>
            <a:xfrm>
              <a:off x="2624220" y="8149204"/>
              <a:ext cx="880586" cy="129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2911" name="tx2911"/>
            <p:cNvSpPr/>
            <p:nvPr/>
          </p:nvSpPr>
          <p:spPr>
            <a:xfrm>
              <a:off x="2741011" y="8349386"/>
              <a:ext cx="763795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415 (54.9%)</a:t>
              </a:r>
            </a:p>
          </p:txBody>
        </p:sp>
        <p:sp>
          <p:nvSpPr>
            <p:cNvPr id="2912" name="pg2912"/>
            <p:cNvSpPr/>
            <p:nvPr/>
          </p:nvSpPr>
          <p:spPr>
            <a:xfrm>
              <a:off x="3970584" y="6560918"/>
              <a:ext cx="902274" cy="315990"/>
            </a:xfrm>
            <a:custGeom>
              <a:avLst/>
              <a:pathLst>
                <a:path w="902274" h="315990">
                  <a:moveTo>
                    <a:pt x="25236" y="315990"/>
                  </a:moveTo>
                  <a:lnTo>
                    <a:pt x="877037" y="315990"/>
                  </a:lnTo>
                  <a:lnTo>
                    <a:pt x="876021" y="315970"/>
                  </a:lnTo>
                  <a:lnTo>
                    <a:pt x="880079" y="315806"/>
                  </a:lnTo>
                  <a:lnTo>
                    <a:pt x="884059" y="314994"/>
                  </a:lnTo>
                  <a:lnTo>
                    <a:pt x="887856" y="313554"/>
                  </a:lnTo>
                  <a:lnTo>
                    <a:pt x="891373" y="311523"/>
                  </a:lnTo>
                  <a:lnTo>
                    <a:pt x="894519" y="308954"/>
                  </a:lnTo>
                  <a:lnTo>
                    <a:pt x="897213" y="305914"/>
                  </a:lnTo>
                  <a:lnTo>
                    <a:pt x="899383" y="302482"/>
                  </a:lnTo>
                  <a:lnTo>
                    <a:pt x="900975" y="298745"/>
                  </a:lnTo>
                  <a:lnTo>
                    <a:pt x="901947" y="294802"/>
                  </a:lnTo>
                  <a:lnTo>
                    <a:pt x="902274" y="290754"/>
                  </a:lnTo>
                  <a:lnTo>
                    <a:pt x="902274" y="0"/>
                  </a:lnTo>
                  <a:lnTo>
                    <a:pt x="0" y="0"/>
                  </a:lnTo>
                  <a:lnTo>
                    <a:pt x="0" y="290754"/>
                  </a:lnTo>
                  <a:lnTo>
                    <a:pt x="81" y="288723"/>
                  </a:lnTo>
                  <a:lnTo>
                    <a:pt x="81" y="292784"/>
                  </a:lnTo>
                  <a:lnTo>
                    <a:pt x="733" y="296793"/>
                  </a:lnTo>
                  <a:lnTo>
                    <a:pt x="2019" y="300646"/>
                  </a:lnTo>
                  <a:lnTo>
                    <a:pt x="3906" y="304242"/>
                  </a:lnTo>
                  <a:lnTo>
                    <a:pt x="6346" y="307489"/>
                  </a:lnTo>
                  <a:lnTo>
                    <a:pt x="9275" y="310302"/>
                  </a:lnTo>
                  <a:lnTo>
                    <a:pt x="12618" y="312609"/>
                  </a:lnTo>
                  <a:lnTo>
                    <a:pt x="16287" y="314350"/>
                  </a:lnTo>
                  <a:lnTo>
                    <a:pt x="20188" y="315480"/>
                  </a:lnTo>
                  <a:lnTo>
                    <a:pt x="24220" y="3159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tx2913"/>
            <p:cNvSpPr/>
            <p:nvPr/>
          </p:nvSpPr>
          <p:spPr>
            <a:xfrm>
              <a:off x="4012645" y="6530950"/>
              <a:ext cx="818152" cy="10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2914" name="tx2914"/>
            <p:cNvSpPr/>
            <p:nvPr/>
          </p:nvSpPr>
          <p:spPr>
            <a:xfrm>
              <a:off x="4067002" y="6703269"/>
              <a:ext cx="763795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288 (38.1%)</a:t>
              </a:r>
            </a:p>
          </p:txBody>
        </p:sp>
        <p:sp>
          <p:nvSpPr>
            <p:cNvPr id="2915" name="pg2915"/>
            <p:cNvSpPr/>
            <p:nvPr/>
          </p:nvSpPr>
          <p:spPr>
            <a:xfrm>
              <a:off x="3853588" y="8136648"/>
              <a:ext cx="1019270" cy="277422"/>
            </a:xfrm>
            <a:custGeom>
              <a:avLst/>
              <a:pathLst>
                <a:path w="1019270" h="277422">
                  <a:moveTo>
                    <a:pt x="1019270" y="277422"/>
                  </a:moveTo>
                  <a:lnTo>
                    <a:pt x="1019270" y="25236"/>
                  </a:lnTo>
                  <a:lnTo>
                    <a:pt x="1018943" y="21188"/>
                  </a:lnTo>
                  <a:lnTo>
                    <a:pt x="1017971" y="17245"/>
                  </a:lnTo>
                  <a:lnTo>
                    <a:pt x="1016379" y="13508"/>
                  </a:lnTo>
                  <a:lnTo>
                    <a:pt x="1014209" y="10075"/>
                  </a:lnTo>
                  <a:lnTo>
                    <a:pt x="1011516" y="7035"/>
                  </a:lnTo>
                  <a:lnTo>
                    <a:pt x="1008370" y="4467"/>
                  </a:lnTo>
                  <a:lnTo>
                    <a:pt x="1004852" y="2436"/>
                  </a:lnTo>
                  <a:lnTo>
                    <a:pt x="1001055" y="996"/>
                  </a:lnTo>
                  <a:lnTo>
                    <a:pt x="997075" y="184"/>
                  </a:lnTo>
                  <a:lnTo>
                    <a:pt x="994033" y="0"/>
                  </a:lnTo>
                  <a:lnTo>
                    <a:pt x="25236" y="0"/>
                  </a:lnTo>
                  <a:lnTo>
                    <a:pt x="28278" y="184"/>
                  </a:lnTo>
                  <a:lnTo>
                    <a:pt x="24220" y="20"/>
                  </a:lnTo>
                  <a:lnTo>
                    <a:pt x="20188" y="510"/>
                  </a:lnTo>
                  <a:lnTo>
                    <a:pt x="16287" y="1639"/>
                  </a:lnTo>
                  <a:lnTo>
                    <a:pt x="12618" y="3381"/>
                  </a:lnTo>
                  <a:lnTo>
                    <a:pt x="9275" y="5688"/>
                  </a:lnTo>
                  <a:lnTo>
                    <a:pt x="6346" y="8501"/>
                  </a:lnTo>
                  <a:lnTo>
                    <a:pt x="3906" y="11748"/>
                  </a:lnTo>
                  <a:lnTo>
                    <a:pt x="2019" y="15344"/>
                  </a:lnTo>
                  <a:lnTo>
                    <a:pt x="733" y="19197"/>
                  </a:lnTo>
                  <a:lnTo>
                    <a:pt x="81" y="23205"/>
                  </a:lnTo>
                  <a:lnTo>
                    <a:pt x="0" y="25236"/>
                  </a:lnTo>
                  <a:lnTo>
                    <a:pt x="0" y="277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tx2916"/>
            <p:cNvSpPr/>
            <p:nvPr/>
          </p:nvSpPr>
          <p:spPr>
            <a:xfrm>
              <a:off x="3895649" y="8149204"/>
              <a:ext cx="935148" cy="129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2917" name="tx2917"/>
            <p:cNvSpPr/>
            <p:nvPr/>
          </p:nvSpPr>
          <p:spPr>
            <a:xfrm>
              <a:off x="4222951" y="8349386"/>
              <a:ext cx="607846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 (3.2%)</a:t>
              </a:r>
            </a:p>
          </p:txBody>
        </p:sp>
        <p:sp>
          <p:nvSpPr>
            <p:cNvPr id="2918" name="rc2918"/>
            <p:cNvSpPr/>
            <p:nvPr/>
          </p:nvSpPr>
          <p:spPr>
            <a:xfrm>
              <a:off x="2897501" y="6560918"/>
              <a:ext cx="4439232" cy="185315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tx2919"/>
            <p:cNvSpPr/>
            <p:nvPr/>
          </p:nvSpPr>
          <p:spPr>
            <a:xfrm>
              <a:off x="2772715" y="809820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920" name="tx2920"/>
            <p:cNvSpPr/>
            <p:nvPr/>
          </p:nvSpPr>
          <p:spPr>
            <a:xfrm>
              <a:off x="2772715" y="7783066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921" name="tx2921"/>
            <p:cNvSpPr/>
            <p:nvPr/>
          </p:nvSpPr>
          <p:spPr>
            <a:xfrm>
              <a:off x="2710559" y="7465087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922" name="tx2922"/>
            <p:cNvSpPr/>
            <p:nvPr/>
          </p:nvSpPr>
          <p:spPr>
            <a:xfrm>
              <a:off x="2710559" y="71485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923" name="tx2923"/>
            <p:cNvSpPr/>
            <p:nvPr/>
          </p:nvSpPr>
          <p:spPr>
            <a:xfrm>
              <a:off x="2710559" y="6831965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924" name="pl2924"/>
            <p:cNvSpPr/>
            <p:nvPr/>
          </p:nvSpPr>
          <p:spPr>
            <a:xfrm>
              <a:off x="2862706" y="81399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2862706" y="782333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2862706" y="75067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2862706" y="71902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2862706" y="68736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3281669" y="841407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342462" y="841407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403255" y="841407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6464048" y="841407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tx2933"/>
            <p:cNvSpPr/>
            <p:nvPr/>
          </p:nvSpPr>
          <p:spPr>
            <a:xfrm>
              <a:off x="3250592" y="847500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934" name="tx2934"/>
            <p:cNvSpPr/>
            <p:nvPr/>
          </p:nvSpPr>
          <p:spPr>
            <a:xfrm>
              <a:off x="4280307" y="847500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935" name="tx2935"/>
            <p:cNvSpPr/>
            <p:nvPr/>
          </p:nvSpPr>
          <p:spPr>
            <a:xfrm>
              <a:off x="5341099" y="847500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936" name="tx2936"/>
            <p:cNvSpPr/>
            <p:nvPr/>
          </p:nvSpPr>
          <p:spPr>
            <a:xfrm>
              <a:off x="6401892" y="847495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937" name="tx2937"/>
            <p:cNvSpPr/>
            <p:nvPr/>
          </p:nvSpPr>
          <p:spPr>
            <a:xfrm>
              <a:off x="4259306" y="859469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2938" name="tx2938"/>
            <p:cNvSpPr/>
            <p:nvPr/>
          </p:nvSpPr>
          <p:spPr>
            <a:xfrm rot="-5400000">
              <a:off x="2029146" y="7421942"/>
              <a:ext cx="108690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pTau181 (Z)</a:t>
              </a:r>
            </a:p>
          </p:txBody>
        </p:sp>
        <p:sp>
          <p:nvSpPr>
            <p:cNvPr id="2939" name="tx2939"/>
            <p:cNvSpPr/>
            <p:nvPr/>
          </p:nvSpPr>
          <p:spPr>
            <a:xfrm>
              <a:off x="2897501" y="6333229"/>
              <a:ext cx="93151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I.</a:t>
              </a:r>
            </a:p>
          </p:txBody>
        </p:sp>
        <p:sp>
          <p:nvSpPr>
            <p:cNvPr id="2940" name="pl2940"/>
            <p:cNvSpPr/>
            <p:nvPr/>
          </p:nvSpPr>
          <p:spPr>
            <a:xfrm>
              <a:off x="8494503" y="8037221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8494503" y="7657324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8494503" y="7277427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8494503" y="6897530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8760431" y="663160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9140328" y="663160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9520224" y="663160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9900121" y="663160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494503" y="8227169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494503" y="7847273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494503" y="7467376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494503" y="7087479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494503" y="6707582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570482" y="663160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950379" y="663160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9330276" y="663160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9710173" y="663160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10090070" y="663160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570482" y="6707582"/>
              <a:ext cx="1519587" cy="1519587"/>
            </a:xfrm>
            <a:custGeom>
              <a:avLst/>
              <a:pathLst>
                <a:path w="1519587" h="1519587">
                  <a:moveTo>
                    <a:pt x="0" y="1519587"/>
                  </a:moveTo>
                  <a:lnTo>
                    <a:pt x="0" y="1514716"/>
                  </a:lnTo>
                  <a:lnTo>
                    <a:pt x="0" y="1509846"/>
                  </a:lnTo>
                  <a:lnTo>
                    <a:pt x="0" y="1504975"/>
                  </a:lnTo>
                  <a:lnTo>
                    <a:pt x="0" y="1500105"/>
                  </a:lnTo>
                  <a:lnTo>
                    <a:pt x="0" y="1495234"/>
                  </a:lnTo>
                  <a:lnTo>
                    <a:pt x="0" y="1490364"/>
                  </a:lnTo>
                  <a:lnTo>
                    <a:pt x="0" y="1485494"/>
                  </a:lnTo>
                  <a:lnTo>
                    <a:pt x="0" y="1480623"/>
                  </a:lnTo>
                  <a:lnTo>
                    <a:pt x="0" y="1475753"/>
                  </a:lnTo>
                  <a:lnTo>
                    <a:pt x="0" y="1470882"/>
                  </a:lnTo>
                  <a:lnTo>
                    <a:pt x="0" y="1466012"/>
                  </a:lnTo>
                  <a:lnTo>
                    <a:pt x="0" y="1461141"/>
                  </a:lnTo>
                  <a:lnTo>
                    <a:pt x="0" y="1456271"/>
                  </a:lnTo>
                  <a:lnTo>
                    <a:pt x="0" y="1451400"/>
                  </a:lnTo>
                  <a:lnTo>
                    <a:pt x="0" y="1446530"/>
                  </a:lnTo>
                  <a:lnTo>
                    <a:pt x="0" y="1441659"/>
                  </a:lnTo>
                  <a:lnTo>
                    <a:pt x="0" y="1436789"/>
                  </a:lnTo>
                  <a:lnTo>
                    <a:pt x="0" y="1431918"/>
                  </a:lnTo>
                  <a:lnTo>
                    <a:pt x="0" y="1427048"/>
                  </a:lnTo>
                  <a:lnTo>
                    <a:pt x="0" y="1422177"/>
                  </a:lnTo>
                  <a:lnTo>
                    <a:pt x="3422" y="1422177"/>
                  </a:lnTo>
                  <a:lnTo>
                    <a:pt x="3422" y="1417307"/>
                  </a:lnTo>
                  <a:lnTo>
                    <a:pt x="3422" y="1412436"/>
                  </a:lnTo>
                  <a:lnTo>
                    <a:pt x="3422" y="1407566"/>
                  </a:lnTo>
                  <a:lnTo>
                    <a:pt x="3422" y="1402696"/>
                  </a:lnTo>
                  <a:lnTo>
                    <a:pt x="3422" y="1397825"/>
                  </a:lnTo>
                  <a:lnTo>
                    <a:pt x="3422" y="1392955"/>
                  </a:lnTo>
                  <a:lnTo>
                    <a:pt x="3422" y="1388084"/>
                  </a:lnTo>
                  <a:lnTo>
                    <a:pt x="3422" y="1383214"/>
                  </a:lnTo>
                  <a:lnTo>
                    <a:pt x="3422" y="1378343"/>
                  </a:lnTo>
                  <a:lnTo>
                    <a:pt x="3422" y="1373473"/>
                  </a:lnTo>
                  <a:lnTo>
                    <a:pt x="3422" y="1368602"/>
                  </a:lnTo>
                  <a:lnTo>
                    <a:pt x="3422" y="1363732"/>
                  </a:lnTo>
                  <a:lnTo>
                    <a:pt x="3422" y="1358861"/>
                  </a:lnTo>
                  <a:lnTo>
                    <a:pt x="3422" y="1353991"/>
                  </a:lnTo>
                  <a:lnTo>
                    <a:pt x="3422" y="1349120"/>
                  </a:lnTo>
                  <a:lnTo>
                    <a:pt x="3422" y="1344250"/>
                  </a:lnTo>
                  <a:lnTo>
                    <a:pt x="3422" y="1339379"/>
                  </a:lnTo>
                  <a:lnTo>
                    <a:pt x="3422" y="1334509"/>
                  </a:lnTo>
                  <a:lnTo>
                    <a:pt x="3422" y="1329638"/>
                  </a:lnTo>
                  <a:lnTo>
                    <a:pt x="3422" y="1324768"/>
                  </a:lnTo>
                  <a:lnTo>
                    <a:pt x="3422" y="1319897"/>
                  </a:lnTo>
                  <a:lnTo>
                    <a:pt x="3422" y="1315027"/>
                  </a:lnTo>
                  <a:lnTo>
                    <a:pt x="3422" y="1310157"/>
                  </a:lnTo>
                  <a:lnTo>
                    <a:pt x="3422" y="1305286"/>
                  </a:lnTo>
                  <a:lnTo>
                    <a:pt x="3422" y="1300416"/>
                  </a:lnTo>
                  <a:lnTo>
                    <a:pt x="3422" y="1295545"/>
                  </a:lnTo>
                  <a:lnTo>
                    <a:pt x="3422" y="1290675"/>
                  </a:lnTo>
                  <a:lnTo>
                    <a:pt x="3422" y="1285804"/>
                  </a:lnTo>
                  <a:lnTo>
                    <a:pt x="3422" y="1280934"/>
                  </a:lnTo>
                  <a:lnTo>
                    <a:pt x="3422" y="1276063"/>
                  </a:lnTo>
                  <a:lnTo>
                    <a:pt x="3422" y="1271193"/>
                  </a:lnTo>
                  <a:lnTo>
                    <a:pt x="3422" y="1266322"/>
                  </a:lnTo>
                  <a:lnTo>
                    <a:pt x="3422" y="1261452"/>
                  </a:lnTo>
                  <a:lnTo>
                    <a:pt x="3422" y="1256581"/>
                  </a:lnTo>
                  <a:lnTo>
                    <a:pt x="3422" y="1251711"/>
                  </a:lnTo>
                  <a:lnTo>
                    <a:pt x="3422" y="1246840"/>
                  </a:lnTo>
                  <a:lnTo>
                    <a:pt x="3422" y="1241970"/>
                  </a:lnTo>
                  <a:lnTo>
                    <a:pt x="3422" y="1237099"/>
                  </a:lnTo>
                  <a:lnTo>
                    <a:pt x="3422" y="1232229"/>
                  </a:lnTo>
                  <a:lnTo>
                    <a:pt x="3422" y="1227359"/>
                  </a:lnTo>
                  <a:lnTo>
                    <a:pt x="3422" y="1222488"/>
                  </a:lnTo>
                  <a:lnTo>
                    <a:pt x="3422" y="1217618"/>
                  </a:lnTo>
                  <a:lnTo>
                    <a:pt x="3422" y="1212747"/>
                  </a:lnTo>
                  <a:lnTo>
                    <a:pt x="3422" y="1207877"/>
                  </a:lnTo>
                  <a:lnTo>
                    <a:pt x="3422" y="1203006"/>
                  </a:lnTo>
                  <a:lnTo>
                    <a:pt x="3422" y="1198136"/>
                  </a:lnTo>
                  <a:lnTo>
                    <a:pt x="3422" y="1193265"/>
                  </a:lnTo>
                  <a:lnTo>
                    <a:pt x="3422" y="1188395"/>
                  </a:lnTo>
                  <a:lnTo>
                    <a:pt x="3422" y="1183524"/>
                  </a:lnTo>
                  <a:lnTo>
                    <a:pt x="3422" y="1178654"/>
                  </a:lnTo>
                  <a:lnTo>
                    <a:pt x="3422" y="1173783"/>
                  </a:lnTo>
                  <a:lnTo>
                    <a:pt x="3422" y="1168913"/>
                  </a:lnTo>
                  <a:lnTo>
                    <a:pt x="3422" y="1164042"/>
                  </a:lnTo>
                  <a:lnTo>
                    <a:pt x="3422" y="1159172"/>
                  </a:lnTo>
                  <a:lnTo>
                    <a:pt x="3422" y="1154301"/>
                  </a:lnTo>
                  <a:lnTo>
                    <a:pt x="3422" y="1149431"/>
                  </a:lnTo>
                  <a:lnTo>
                    <a:pt x="3422" y="1144560"/>
                  </a:lnTo>
                  <a:lnTo>
                    <a:pt x="3422" y="1139690"/>
                  </a:lnTo>
                  <a:lnTo>
                    <a:pt x="3422" y="1134820"/>
                  </a:lnTo>
                  <a:lnTo>
                    <a:pt x="3422" y="1129949"/>
                  </a:lnTo>
                  <a:lnTo>
                    <a:pt x="3422" y="1125079"/>
                  </a:lnTo>
                  <a:lnTo>
                    <a:pt x="3422" y="1120208"/>
                  </a:lnTo>
                  <a:lnTo>
                    <a:pt x="3422" y="1115338"/>
                  </a:lnTo>
                  <a:lnTo>
                    <a:pt x="3422" y="1110467"/>
                  </a:lnTo>
                  <a:lnTo>
                    <a:pt x="3422" y="1105597"/>
                  </a:lnTo>
                  <a:lnTo>
                    <a:pt x="3422" y="1100726"/>
                  </a:lnTo>
                  <a:lnTo>
                    <a:pt x="3422" y="1095856"/>
                  </a:lnTo>
                  <a:lnTo>
                    <a:pt x="3422" y="1090985"/>
                  </a:lnTo>
                  <a:lnTo>
                    <a:pt x="3422" y="1086115"/>
                  </a:lnTo>
                  <a:lnTo>
                    <a:pt x="3422" y="1081244"/>
                  </a:lnTo>
                  <a:lnTo>
                    <a:pt x="3422" y="1076374"/>
                  </a:lnTo>
                  <a:lnTo>
                    <a:pt x="3422" y="1071503"/>
                  </a:lnTo>
                  <a:lnTo>
                    <a:pt x="3422" y="1066633"/>
                  </a:lnTo>
                  <a:lnTo>
                    <a:pt x="3422" y="1061762"/>
                  </a:lnTo>
                  <a:lnTo>
                    <a:pt x="3422" y="1056892"/>
                  </a:lnTo>
                  <a:lnTo>
                    <a:pt x="3422" y="1052022"/>
                  </a:lnTo>
                  <a:lnTo>
                    <a:pt x="3422" y="1047151"/>
                  </a:lnTo>
                  <a:lnTo>
                    <a:pt x="3422" y="1042281"/>
                  </a:lnTo>
                  <a:lnTo>
                    <a:pt x="6844" y="1042281"/>
                  </a:lnTo>
                  <a:lnTo>
                    <a:pt x="6844" y="1037410"/>
                  </a:lnTo>
                  <a:lnTo>
                    <a:pt x="6844" y="1032540"/>
                  </a:lnTo>
                  <a:lnTo>
                    <a:pt x="6844" y="1027669"/>
                  </a:lnTo>
                  <a:lnTo>
                    <a:pt x="6844" y="1022799"/>
                  </a:lnTo>
                  <a:lnTo>
                    <a:pt x="6844" y="1017928"/>
                  </a:lnTo>
                  <a:lnTo>
                    <a:pt x="6844" y="1013058"/>
                  </a:lnTo>
                  <a:lnTo>
                    <a:pt x="6844" y="1008187"/>
                  </a:lnTo>
                  <a:lnTo>
                    <a:pt x="6844" y="1003317"/>
                  </a:lnTo>
                  <a:lnTo>
                    <a:pt x="6844" y="998446"/>
                  </a:lnTo>
                  <a:lnTo>
                    <a:pt x="6844" y="993576"/>
                  </a:lnTo>
                  <a:lnTo>
                    <a:pt x="6844" y="988705"/>
                  </a:lnTo>
                  <a:lnTo>
                    <a:pt x="6844" y="983835"/>
                  </a:lnTo>
                  <a:lnTo>
                    <a:pt x="6844" y="978964"/>
                  </a:lnTo>
                  <a:lnTo>
                    <a:pt x="6844" y="974094"/>
                  </a:lnTo>
                  <a:lnTo>
                    <a:pt x="6844" y="969223"/>
                  </a:lnTo>
                  <a:lnTo>
                    <a:pt x="6844" y="964353"/>
                  </a:lnTo>
                  <a:lnTo>
                    <a:pt x="6844" y="959483"/>
                  </a:lnTo>
                  <a:lnTo>
                    <a:pt x="6844" y="954612"/>
                  </a:lnTo>
                  <a:lnTo>
                    <a:pt x="6844" y="949742"/>
                  </a:lnTo>
                  <a:lnTo>
                    <a:pt x="6844" y="944871"/>
                  </a:lnTo>
                  <a:lnTo>
                    <a:pt x="6844" y="940001"/>
                  </a:lnTo>
                  <a:lnTo>
                    <a:pt x="6844" y="935130"/>
                  </a:lnTo>
                  <a:lnTo>
                    <a:pt x="6844" y="930260"/>
                  </a:lnTo>
                  <a:lnTo>
                    <a:pt x="6844" y="925389"/>
                  </a:lnTo>
                  <a:lnTo>
                    <a:pt x="6844" y="920519"/>
                  </a:lnTo>
                  <a:lnTo>
                    <a:pt x="6844" y="915648"/>
                  </a:lnTo>
                  <a:lnTo>
                    <a:pt x="6844" y="910778"/>
                  </a:lnTo>
                  <a:lnTo>
                    <a:pt x="6844" y="905907"/>
                  </a:lnTo>
                  <a:lnTo>
                    <a:pt x="6844" y="901037"/>
                  </a:lnTo>
                  <a:lnTo>
                    <a:pt x="6844" y="896166"/>
                  </a:lnTo>
                  <a:lnTo>
                    <a:pt x="6844" y="891296"/>
                  </a:lnTo>
                  <a:lnTo>
                    <a:pt x="6844" y="886425"/>
                  </a:lnTo>
                  <a:lnTo>
                    <a:pt x="6844" y="881555"/>
                  </a:lnTo>
                  <a:lnTo>
                    <a:pt x="6844" y="876685"/>
                  </a:lnTo>
                  <a:lnTo>
                    <a:pt x="6844" y="871814"/>
                  </a:lnTo>
                  <a:lnTo>
                    <a:pt x="6844" y="866944"/>
                  </a:lnTo>
                  <a:lnTo>
                    <a:pt x="6844" y="862073"/>
                  </a:lnTo>
                  <a:lnTo>
                    <a:pt x="6844" y="857203"/>
                  </a:lnTo>
                  <a:lnTo>
                    <a:pt x="6844" y="852332"/>
                  </a:lnTo>
                  <a:lnTo>
                    <a:pt x="6844" y="847462"/>
                  </a:lnTo>
                  <a:lnTo>
                    <a:pt x="6844" y="842591"/>
                  </a:lnTo>
                  <a:lnTo>
                    <a:pt x="6844" y="837721"/>
                  </a:lnTo>
                  <a:lnTo>
                    <a:pt x="6844" y="832850"/>
                  </a:lnTo>
                  <a:lnTo>
                    <a:pt x="6844" y="827980"/>
                  </a:lnTo>
                  <a:lnTo>
                    <a:pt x="6844" y="823109"/>
                  </a:lnTo>
                  <a:lnTo>
                    <a:pt x="6844" y="818239"/>
                  </a:lnTo>
                  <a:lnTo>
                    <a:pt x="6844" y="813368"/>
                  </a:lnTo>
                  <a:lnTo>
                    <a:pt x="6844" y="808498"/>
                  </a:lnTo>
                  <a:lnTo>
                    <a:pt x="6844" y="803627"/>
                  </a:lnTo>
                  <a:lnTo>
                    <a:pt x="6844" y="798757"/>
                  </a:lnTo>
                  <a:lnTo>
                    <a:pt x="6844" y="793886"/>
                  </a:lnTo>
                  <a:lnTo>
                    <a:pt x="6844" y="789016"/>
                  </a:lnTo>
                  <a:lnTo>
                    <a:pt x="6844" y="784146"/>
                  </a:lnTo>
                  <a:lnTo>
                    <a:pt x="6844" y="779275"/>
                  </a:lnTo>
                  <a:lnTo>
                    <a:pt x="6844" y="774405"/>
                  </a:lnTo>
                  <a:lnTo>
                    <a:pt x="6844" y="769534"/>
                  </a:lnTo>
                  <a:lnTo>
                    <a:pt x="6844" y="764664"/>
                  </a:lnTo>
                  <a:lnTo>
                    <a:pt x="6844" y="759793"/>
                  </a:lnTo>
                  <a:lnTo>
                    <a:pt x="6844" y="754923"/>
                  </a:lnTo>
                  <a:lnTo>
                    <a:pt x="6844" y="750052"/>
                  </a:lnTo>
                  <a:lnTo>
                    <a:pt x="6844" y="745182"/>
                  </a:lnTo>
                  <a:lnTo>
                    <a:pt x="6844" y="740311"/>
                  </a:lnTo>
                  <a:lnTo>
                    <a:pt x="6844" y="735441"/>
                  </a:lnTo>
                  <a:lnTo>
                    <a:pt x="6844" y="730570"/>
                  </a:lnTo>
                  <a:lnTo>
                    <a:pt x="6844" y="725700"/>
                  </a:lnTo>
                  <a:lnTo>
                    <a:pt x="6844" y="720829"/>
                  </a:lnTo>
                  <a:lnTo>
                    <a:pt x="6844" y="715959"/>
                  </a:lnTo>
                  <a:lnTo>
                    <a:pt x="6844" y="711088"/>
                  </a:lnTo>
                  <a:lnTo>
                    <a:pt x="6844" y="706218"/>
                  </a:lnTo>
                  <a:lnTo>
                    <a:pt x="6844" y="701348"/>
                  </a:lnTo>
                  <a:lnTo>
                    <a:pt x="6844" y="696477"/>
                  </a:lnTo>
                  <a:lnTo>
                    <a:pt x="10267" y="696477"/>
                  </a:lnTo>
                  <a:lnTo>
                    <a:pt x="10267" y="691607"/>
                  </a:lnTo>
                  <a:lnTo>
                    <a:pt x="10267" y="686736"/>
                  </a:lnTo>
                  <a:lnTo>
                    <a:pt x="10267" y="681866"/>
                  </a:lnTo>
                  <a:lnTo>
                    <a:pt x="10267" y="676995"/>
                  </a:lnTo>
                  <a:lnTo>
                    <a:pt x="10267" y="672125"/>
                  </a:lnTo>
                  <a:lnTo>
                    <a:pt x="10267" y="667254"/>
                  </a:lnTo>
                  <a:lnTo>
                    <a:pt x="10267" y="662384"/>
                  </a:lnTo>
                  <a:lnTo>
                    <a:pt x="10267" y="657513"/>
                  </a:lnTo>
                  <a:lnTo>
                    <a:pt x="10267" y="652643"/>
                  </a:lnTo>
                  <a:lnTo>
                    <a:pt x="10267" y="647772"/>
                  </a:lnTo>
                  <a:lnTo>
                    <a:pt x="10267" y="642902"/>
                  </a:lnTo>
                  <a:lnTo>
                    <a:pt x="10267" y="638031"/>
                  </a:lnTo>
                  <a:lnTo>
                    <a:pt x="10267" y="633161"/>
                  </a:lnTo>
                  <a:lnTo>
                    <a:pt x="10267" y="628290"/>
                  </a:lnTo>
                  <a:lnTo>
                    <a:pt x="10267" y="623420"/>
                  </a:lnTo>
                  <a:lnTo>
                    <a:pt x="10267" y="618549"/>
                  </a:lnTo>
                  <a:lnTo>
                    <a:pt x="10267" y="613679"/>
                  </a:lnTo>
                  <a:lnTo>
                    <a:pt x="10267" y="608809"/>
                  </a:lnTo>
                  <a:lnTo>
                    <a:pt x="10267" y="603938"/>
                  </a:lnTo>
                  <a:lnTo>
                    <a:pt x="13689" y="603938"/>
                  </a:lnTo>
                  <a:lnTo>
                    <a:pt x="13689" y="599068"/>
                  </a:lnTo>
                  <a:lnTo>
                    <a:pt x="13689" y="594197"/>
                  </a:lnTo>
                  <a:lnTo>
                    <a:pt x="13689" y="589327"/>
                  </a:lnTo>
                  <a:lnTo>
                    <a:pt x="13689" y="584456"/>
                  </a:lnTo>
                  <a:lnTo>
                    <a:pt x="13689" y="579586"/>
                  </a:lnTo>
                  <a:lnTo>
                    <a:pt x="13689" y="574715"/>
                  </a:lnTo>
                  <a:lnTo>
                    <a:pt x="17112" y="574715"/>
                  </a:lnTo>
                  <a:lnTo>
                    <a:pt x="17112" y="569845"/>
                  </a:lnTo>
                  <a:lnTo>
                    <a:pt x="17112" y="564974"/>
                  </a:lnTo>
                  <a:lnTo>
                    <a:pt x="17112" y="560104"/>
                  </a:lnTo>
                  <a:lnTo>
                    <a:pt x="17112" y="555233"/>
                  </a:lnTo>
                  <a:lnTo>
                    <a:pt x="17112" y="550363"/>
                  </a:lnTo>
                  <a:lnTo>
                    <a:pt x="20534" y="550363"/>
                  </a:lnTo>
                  <a:lnTo>
                    <a:pt x="20534" y="545492"/>
                  </a:lnTo>
                  <a:lnTo>
                    <a:pt x="20534" y="540622"/>
                  </a:lnTo>
                  <a:lnTo>
                    <a:pt x="20534" y="535751"/>
                  </a:lnTo>
                  <a:lnTo>
                    <a:pt x="20534" y="530881"/>
                  </a:lnTo>
                  <a:lnTo>
                    <a:pt x="20534" y="526011"/>
                  </a:lnTo>
                  <a:lnTo>
                    <a:pt x="20534" y="521140"/>
                  </a:lnTo>
                  <a:lnTo>
                    <a:pt x="20534" y="516270"/>
                  </a:lnTo>
                  <a:lnTo>
                    <a:pt x="20534" y="511399"/>
                  </a:lnTo>
                  <a:lnTo>
                    <a:pt x="20534" y="506529"/>
                  </a:lnTo>
                  <a:lnTo>
                    <a:pt x="20534" y="501658"/>
                  </a:lnTo>
                  <a:lnTo>
                    <a:pt x="20534" y="496788"/>
                  </a:lnTo>
                  <a:lnTo>
                    <a:pt x="20534" y="491917"/>
                  </a:lnTo>
                  <a:lnTo>
                    <a:pt x="20534" y="487047"/>
                  </a:lnTo>
                  <a:lnTo>
                    <a:pt x="20534" y="482176"/>
                  </a:lnTo>
                  <a:lnTo>
                    <a:pt x="20534" y="477306"/>
                  </a:lnTo>
                  <a:lnTo>
                    <a:pt x="20534" y="472435"/>
                  </a:lnTo>
                  <a:lnTo>
                    <a:pt x="20534" y="467565"/>
                  </a:lnTo>
                  <a:lnTo>
                    <a:pt x="20534" y="462694"/>
                  </a:lnTo>
                  <a:lnTo>
                    <a:pt x="23957" y="462694"/>
                  </a:lnTo>
                  <a:lnTo>
                    <a:pt x="23957" y="457824"/>
                  </a:lnTo>
                  <a:lnTo>
                    <a:pt x="23957" y="452953"/>
                  </a:lnTo>
                  <a:lnTo>
                    <a:pt x="27379" y="452953"/>
                  </a:lnTo>
                  <a:lnTo>
                    <a:pt x="27379" y="448083"/>
                  </a:lnTo>
                  <a:lnTo>
                    <a:pt x="27379" y="443212"/>
                  </a:lnTo>
                  <a:lnTo>
                    <a:pt x="30802" y="443212"/>
                  </a:lnTo>
                  <a:lnTo>
                    <a:pt x="30802" y="438342"/>
                  </a:lnTo>
                  <a:lnTo>
                    <a:pt x="30802" y="433472"/>
                  </a:lnTo>
                  <a:lnTo>
                    <a:pt x="30802" y="428601"/>
                  </a:lnTo>
                  <a:lnTo>
                    <a:pt x="30802" y="423731"/>
                  </a:lnTo>
                  <a:lnTo>
                    <a:pt x="30802" y="418860"/>
                  </a:lnTo>
                  <a:lnTo>
                    <a:pt x="30802" y="413990"/>
                  </a:lnTo>
                  <a:lnTo>
                    <a:pt x="30802" y="409119"/>
                  </a:lnTo>
                  <a:lnTo>
                    <a:pt x="30802" y="404249"/>
                  </a:lnTo>
                  <a:lnTo>
                    <a:pt x="30802" y="399378"/>
                  </a:lnTo>
                  <a:lnTo>
                    <a:pt x="30802" y="394508"/>
                  </a:lnTo>
                  <a:lnTo>
                    <a:pt x="30802" y="389637"/>
                  </a:lnTo>
                  <a:lnTo>
                    <a:pt x="30802" y="384767"/>
                  </a:lnTo>
                  <a:lnTo>
                    <a:pt x="30802" y="379896"/>
                  </a:lnTo>
                  <a:lnTo>
                    <a:pt x="30802" y="375026"/>
                  </a:lnTo>
                  <a:lnTo>
                    <a:pt x="30802" y="370155"/>
                  </a:lnTo>
                  <a:lnTo>
                    <a:pt x="30802" y="365285"/>
                  </a:lnTo>
                  <a:lnTo>
                    <a:pt x="34224" y="365285"/>
                  </a:lnTo>
                  <a:lnTo>
                    <a:pt x="34224" y="360414"/>
                  </a:lnTo>
                  <a:lnTo>
                    <a:pt x="34224" y="355544"/>
                  </a:lnTo>
                  <a:lnTo>
                    <a:pt x="34224" y="350674"/>
                  </a:lnTo>
                  <a:lnTo>
                    <a:pt x="34224" y="345803"/>
                  </a:lnTo>
                  <a:lnTo>
                    <a:pt x="34224" y="340933"/>
                  </a:lnTo>
                  <a:lnTo>
                    <a:pt x="34224" y="336062"/>
                  </a:lnTo>
                  <a:lnTo>
                    <a:pt x="34224" y="331192"/>
                  </a:lnTo>
                  <a:lnTo>
                    <a:pt x="34224" y="326321"/>
                  </a:lnTo>
                  <a:lnTo>
                    <a:pt x="37647" y="326321"/>
                  </a:lnTo>
                  <a:lnTo>
                    <a:pt x="41069" y="326321"/>
                  </a:lnTo>
                  <a:lnTo>
                    <a:pt x="41069" y="321451"/>
                  </a:lnTo>
                  <a:lnTo>
                    <a:pt x="41069" y="316580"/>
                  </a:lnTo>
                  <a:lnTo>
                    <a:pt x="41069" y="311710"/>
                  </a:lnTo>
                  <a:lnTo>
                    <a:pt x="41069" y="306839"/>
                  </a:lnTo>
                  <a:lnTo>
                    <a:pt x="41069" y="301969"/>
                  </a:lnTo>
                  <a:lnTo>
                    <a:pt x="44492" y="301969"/>
                  </a:lnTo>
                  <a:lnTo>
                    <a:pt x="44492" y="297098"/>
                  </a:lnTo>
                  <a:lnTo>
                    <a:pt x="47914" y="297098"/>
                  </a:lnTo>
                  <a:lnTo>
                    <a:pt x="47914" y="292228"/>
                  </a:lnTo>
                  <a:lnTo>
                    <a:pt x="51337" y="292228"/>
                  </a:lnTo>
                  <a:lnTo>
                    <a:pt x="54759" y="292228"/>
                  </a:lnTo>
                  <a:lnTo>
                    <a:pt x="54759" y="287357"/>
                  </a:lnTo>
                  <a:lnTo>
                    <a:pt x="54759" y="282487"/>
                  </a:lnTo>
                  <a:lnTo>
                    <a:pt x="58182" y="282487"/>
                  </a:lnTo>
                  <a:lnTo>
                    <a:pt x="58182" y="277616"/>
                  </a:lnTo>
                  <a:lnTo>
                    <a:pt x="61604" y="277616"/>
                  </a:lnTo>
                  <a:lnTo>
                    <a:pt x="61604" y="272746"/>
                  </a:lnTo>
                  <a:lnTo>
                    <a:pt x="61604" y="267875"/>
                  </a:lnTo>
                  <a:lnTo>
                    <a:pt x="61604" y="263005"/>
                  </a:lnTo>
                  <a:lnTo>
                    <a:pt x="61604" y="258135"/>
                  </a:lnTo>
                  <a:lnTo>
                    <a:pt x="61604" y="253264"/>
                  </a:lnTo>
                  <a:lnTo>
                    <a:pt x="65027" y="253264"/>
                  </a:lnTo>
                  <a:lnTo>
                    <a:pt x="65027" y="248394"/>
                  </a:lnTo>
                  <a:lnTo>
                    <a:pt x="65027" y="243523"/>
                  </a:lnTo>
                  <a:lnTo>
                    <a:pt x="68449" y="243523"/>
                  </a:lnTo>
                  <a:lnTo>
                    <a:pt x="68449" y="238653"/>
                  </a:lnTo>
                  <a:lnTo>
                    <a:pt x="68449" y="233782"/>
                  </a:lnTo>
                  <a:lnTo>
                    <a:pt x="71872" y="233782"/>
                  </a:lnTo>
                  <a:lnTo>
                    <a:pt x="71872" y="228912"/>
                  </a:lnTo>
                  <a:lnTo>
                    <a:pt x="71872" y="224041"/>
                  </a:lnTo>
                  <a:lnTo>
                    <a:pt x="71872" y="219171"/>
                  </a:lnTo>
                  <a:lnTo>
                    <a:pt x="71872" y="214300"/>
                  </a:lnTo>
                  <a:lnTo>
                    <a:pt x="71872" y="209430"/>
                  </a:lnTo>
                  <a:lnTo>
                    <a:pt x="71872" y="204559"/>
                  </a:lnTo>
                  <a:lnTo>
                    <a:pt x="71872" y="199689"/>
                  </a:lnTo>
                  <a:lnTo>
                    <a:pt x="71872" y="194818"/>
                  </a:lnTo>
                  <a:lnTo>
                    <a:pt x="75294" y="194818"/>
                  </a:lnTo>
                  <a:lnTo>
                    <a:pt x="78717" y="194818"/>
                  </a:lnTo>
                  <a:lnTo>
                    <a:pt x="82139" y="194818"/>
                  </a:lnTo>
                  <a:lnTo>
                    <a:pt x="85562" y="194818"/>
                  </a:lnTo>
                  <a:lnTo>
                    <a:pt x="85562" y="189948"/>
                  </a:lnTo>
                  <a:lnTo>
                    <a:pt x="85562" y="185077"/>
                  </a:lnTo>
                  <a:lnTo>
                    <a:pt x="85562" y="180207"/>
                  </a:lnTo>
                  <a:lnTo>
                    <a:pt x="88984" y="180207"/>
                  </a:lnTo>
                  <a:lnTo>
                    <a:pt x="88984" y="175337"/>
                  </a:lnTo>
                  <a:lnTo>
                    <a:pt x="88984" y="170466"/>
                  </a:lnTo>
                  <a:lnTo>
                    <a:pt x="88984" y="165596"/>
                  </a:lnTo>
                  <a:lnTo>
                    <a:pt x="88984" y="160725"/>
                  </a:lnTo>
                  <a:lnTo>
                    <a:pt x="88984" y="155855"/>
                  </a:lnTo>
                  <a:lnTo>
                    <a:pt x="88984" y="150984"/>
                  </a:lnTo>
                  <a:lnTo>
                    <a:pt x="88984" y="146114"/>
                  </a:lnTo>
                  <a:lnTo>
                    <a:pt x="88984" y="141243"/>
                  </a:lnTo>
                  <a:lnTo>
                    <a:pt x="88984" y="136373"/>
                  </a:lnTo>
                  <a:lnTo>
                    <a:pt x="92407" y="136373"/>
                  </a:lnTo>
                  <a:lnTo>
                    <a:pt x="95829" y="136373"/>
                  </a:lnTo>
                  <a:lnTo>
                    <a:pt x="95829" y="131502"/>
                  </a:lnTo>
                  <a:lnTo>
                    <a:pt x="99252" y="131502"/>
                  </a:lnTo>
                  <a:lnTo>
                    <a:pt x="99252" y="126632"/>
                  </a:lnTo>
                  <a:lnTo>
                    <a:pt x="99252" y="121761"/>
                  </a:lnTo>
                  <a:lnTo>
                    <a:pt x="99252" y="116891"/>
                  </a:lnTo>
                  <a:lnTo>
                    <a:pt x="102674" y="116891"/>
                  </a:lnTo>
                  <a:lnTo>
                    <a:pt x="106097" y="116891"/>
                  </a:lnTo>
                  <a:lnTo>
                    <a:pt x="109519" y="116891"/>
                  </a:lnTo>
                  <a:lnTo>
                    <a:pt x="112942" y="116891"/>
                  </a:lnTo>
                  <a:lnTo>
                    <a:pt x="116364" y="116891"/>
                  </a:lnTo>
                  <a:lnTo>
                    <a:pt x="116364" y="112020"/>
                  </a:lnTo>
                  <a:lnTo>
                    <a:pt x="119787" y="112020"/>
                  </a:lnTo>
                  <a:lnTo>
                    <a:pt x="119787" y="107150"/>
                  </a:lnTo>
                  <a:lnTo>
                    <a:pt x="123209" y="107150"/>
                  </a:lnTo>
                  <a:lnTo>
                    <a:pt x="126632" y="107150"/>
                  </a:lnTo>
                  <a:lnTo>
                    <a:pt x="126632" y="102279"/>
                  </a:lnTo>
                  <a:lnTo>
                    <a:pt x="130054" y="102279"/>
                  </a:lnTo>
                  <a:lnTo>
                    <a:pt x="133477" y="102279"/>
                  </a:lnTo>
                  <a:lnTo>
                    <a:pt x="136899" y="102279"/>
                  </a:lnTo>
                  <a:lnTo>
                    <a:pt x="140322" y="102279"/>
                  </a:lnTo>
                  <a:lnTo>
                    <a:pt x="143744" y="102279"/>
                  </a:lnTo>
                  <a:lnTo>
                    <a:pt x="147167" y="102279"/>
                  </a:lnTo>
                  <a:lnTo>
                    <a:pt x="147167" y="97409"/>
                  </a:lnTo>
                  <a:lnTo>
                    <a:pt x="150589" y="97409"/>
                  </a:lnTo>
                  <a:lnTo>
                    <a:pt x="154012" y="97409"/>
                  </a:lnTo>
                  <a:lnTo>
                    <a:pt x="154012" y="92538"/>
                  </a:lnTo>
                  <a:lnTo>
                    <a:pt x="157434" y="92538"/>
                  </a:lnTo>
                  <a:lnTo>
                    <a:pt x="160857" y="92538"/>
                  </a:lnTo>
                  <a:lnTo>
                    <a:pt x="164279" y="92538"/>
                  </a:lnTo>
                  <a:lnTo>
                    <a:pt x="167702" y="92538"/>
                  </a:lnTo>
                  <a:lnTo>
                    <a:pt x="171124" y="92538"/>
                  </a:lnTo>
                  <a:lnTo>
                    <a:pt x="174547" y="92538"/>
                  </a:lnTo>
                  <a:lnTo>
                    <a:pt x="177969" y="92538"/>
                  </a:lnTo>
                  <a:lnTo>
                    <a:pt x="181392" y="92538"/>
                  </a:lnTo>
                  <a:lnTo>
                    <a:pt x="184814" y="92538"/>
                  </a:lnTo>
                  <a:lnTo>
                    <a:pt x="184814" y="87668"/>
                  </a:lnTo>
                  <a:lnTo>
                    <a:pt x="184814" y="82798"/>
                  </a:lnTo>
                  <a:lnTo>
                    <a:pt x="188237" y="82798"/>
                  </a:lnTo>
                  <a:lnTo>
                    <a:pt x="191659" y="82798"/>
                  </a:lnTo>
                  <a:lnTo>
                    <a:pt x="195082" y="82798"/>
                  </a:lnTo>
                  <a:lnTo>
                    <a:pt x="198504" y="82798"/>
                  </a:lnTo>
                  <a:lnTo>
                    <a:pt x="201927" y="82798"/>
                  </a:lnTo>
                  <a:lnTo>
                    <a:pt x="201927" y="77927"/>
                  </a:lnTo>
                  <a:lnTo>
                    <a:pt x="205349" y="77927"/>
                  </a:lnTo>
                  <a:lnTo>
                    <a:pt x="208772" y="77927"/>
                  </a:lnTo>
                  <a:lnTo>
                    <a:pt x="212194" y="77927"/>
                  </a:lnTo>
                  <a:lnTo>
                    <a:pt x="212194" y="73057"/>
                  </a:lnTo>
                  <a:lnTo>
                    <a:pt x="215617" y="73057"/>
                  </a:lnTo>
                  <a:lnTo>
                    <a:pt x="219039" y="73057"/>
                  </a:lnTo>
                  <a:lnTo>
                    <a:pt x="222462" y="73057"/>
                  </a:lnTo>
                  <a:lnTo>
                    <a:pt x="225884" y="73057"/>
                  </a:lnTo>
                  <a:lnTo>
                    <a:pt x="229307" y="73057"/>
                  </a:lnTo>
                  <a:lnTo>
                    <a:pt x="232729" y="73057"/>
                  </a:lnTo>
                  <a:lnTo>
                    <a:pt x="236152" y="73057"/>
                  </a:lnTo>
                  <a:lnTo>
                    <a:pt x="239574" y="73057"/>
                  </a:lnTo>
                  <a:lnTo>
                    <a:pt x="239574" y="68186"/>
                  </a:lnTo>
                  <a:lnTo>
                    <a:pt x="239574" y="63316"/>
                  </a:lnTo>
                  <a:lnTo>
                    <a:pt x="242997" y="63316"/>
                  </a:lnTo>
                  <a:lnTo>
                    <a:pt x="246419" y="63316"/>
                  </a:lnTo>
                  <a:lnTo>
                    <a:pt x="249842" y="63316"/>
                  </a:lnTo>
                  <a:lnTo>
                    <a:pt x="253264" y="63316"/>
                  </a:lnTo>
                  <a:lnTo>
                    <a:pt x="256687" y="63316"/>
                  </a:lnTo>
                  <a:lnTo>
                    <a:pt x="260109" y="63316"/>
                  </a:lnTo>
                  <a:lnTo>
                    <a:pt x="263532" y="63316"/>
                  </a:lnTo>
                  <a:lnTo>
                    <a:pt x="266954" y="63316"/>
                  </a:lnTo>
                  <a:lnTo>
                    <a:pt x="270377" y="63316"/>
                  </a:lnTo>
                  <a:lnTo>
                    <a:pt x="273799" y="63316"/>
                  </a:lnTo>
                  <a:lnTo>
                    <a:pt x="277222" y="63316"/>
                  </a:lnTo>
                  <a:lnTo>
                    <a:pt x="280644" y="63316"/>
                  </a:lnTo>
                  <a:lnTo>
                    <a:pt x="284067" y="63316"/>
                  </a:lnTo>
                  <a:lnTo>
                    <a:pt x="287489" y="63316"/>
                  </a:lnTo>
                  <a:lnTo>
                    <a:pt x="290911" y="63316"/>
                  </a:lnTo>
                  <a:lnTo>
                    <a:pt x="294334" y="63316"/>
                  </a:lnTo>
                  <a:lnTo>
                    <a:pt x="297756" y="63316"/>
                  </a:lnTo>
                  <a:lnTo>
                    <a:pt x="301179" y="63316"/>
                  </a:lnTo>
                  <a:lnTo>
                    <a:pt x="304601" y="63316"/>
                  </a:lnTo>
                  <a:lnTo>
                    <a:pt x="308024" y="63316"/>
                  </a:lnTo>
                  <a:lnTo>
                    <a:pt x="311446" y="63316"/>
                  </a:lnTo>
                  <a:lnTo>
                    <a:pt x="311446" y="58445"/>
                  </a:lnTo>
                  <a:lnTo>
                    <a:pt x="314869" y="58445"/>
                  </a:lnTo>
                  <a:lnTo>
                    <a:pt x="318291" y="58445"/>
                  </a:lnTo>
                  <a:lnTo>
                    <a:pt x="321714" y="58445"/>
                  </a:lnTo>
                  <a:lnTo>
                    <a:pt x="325136" y="58445"/>
                  </a:lnTo>
                  <a:lnTo>
                    <a:pt x="328559" y="58445"/>
                  </a:lnTo>
                  <a:lnTo>
                    <a:pt x="331981" y="58445"/>
                  </a:lnTo>
                  <a:lnTo>
                    <a:pt x="331981" y="53575"/>
                  </a:lnTo>
                  <a:lnTo>
                    <a:pt x="335404" y="53575"/>
                  </a:lnTo>
                  <a:lnTo>
                    <a:pt x="338826" y="53575"/>
                  </a:lnTo>
                  <a:lnTo>
                    <a:pt x="342249" y="53575"/>
                  </a:lnTo>
                  <a:lnTo>
                    <a:pt x="345671" y="53575"/>
                  </a:lnTo>
                  <a:lnTo>
                    <a:pt x="345671" y="48704"/>
                  </a:lnTo>
                  <a:lnTo>
                    <a:pt x="349094" y="48704"/>
                  </a:lnTo>
                  <a:lnTo>
                    <a:pt x="352516" y="48704"/>
                  </a:lnTo>
                  <a:lnTo>
                    <a:pt x="355939" y="48704"/>
                  </a:lnTo>
                  <a:lnTo>
                    <a:pt x="355939" y="43834"/>
                  </a:lnTo>
                  <a:lnTo>
                    <a:pt x="359361" y="43834"/>
                  </a:lnTo>
                  <a:lnTo>
                    <a:pt x="359361" y="38963"/>
                  </a:lnTo>
                  <a:lnTo>
                    <a:pt x="362784" y="38963"/>
                  </a:lnTo>
                  <a:lnTo>
                    <a:pt x="366206" y="38963"/>
                  </a:lnTo>
                  <a:lnTo>
                    <a:pt x="369629" y="38963"/>
                  </a:lnTo>
                  <a:lnTo>
                    <a:pt x="373051" y="38963"/>
                  </a:lnTo>
                  <a:lnTo>
                    <a:pt x="373051" y="34093"/>
                  </a:lnTo>
                  <a:lnTo>
                    <a:pt x="376474" y="34093"/>
                  </a:lnTo>
                  <a:lnTo>
                    <a:pt x="376474" y="29222"/>
                  </a:lnTo>
                  <a:lnTo>
                    <a:pt x="379896" y="29222"/>
                  </a:lnTo>
                  <a:lnTo>
                    <a:pt x="383319" y="29222"/>
                  </a:lnTo>
                  <a:lnTo>
                    <a:pt x="386741" y="29222"/>
                  </a:lnTo>
                  <a:lnTo>
                    <a:pt x="390164" y="29222"/>
                  </a:lnTo>
                  <a:lnTo>
                    <a:pt x="393586" y="29222"/>
                  </a:lnTo>
                  <a:lnTo>
                    <a:pt x="397009" y="29222"/>
                  </a:lnTo>
                  <a:lnTo>
                    <a:pt x="400431" y="29222"/>
                  </a:lnTo>
                  <a:lnTo>
                    <a:pt x="403854" y="29222"/>
                  </a:lnTo>
                  <a:lnTo>
                    <a:pt x="407276" y="29222"/>
                  </a:lnTo>
                  <a:lnTo>
                    <a:pt x="410699" y="29222"/>
                  </a:lnTo>
                  <a:lnTo>
                    <a:pt x="414121" y="29222"/>
                  </a:lnTo>
                  <a:lnTo>
                    <a:pt x="417544" y="29222"/>
                  </a:lnTo>
                  <a:lnTo>
                    <a:pt x="420966" y="29222"/>
                  </a:lnTo>
                  <a:lnTo>
                    <a:pt x="424389" y="29222"/>
                  </a:lnTo>
                  <a:lnTo>
                    <a:pt x="427811" y="29222"/>
                  </a:lnTo>
                  <a:lnTo>
                    <a:pt x="427811" y="24352"/>
                  </a:lnTo>
                  <a:lnTo>
                    <a:pt x="431234" y="24352"/>
                  </a:lnTo>
                  <a:lnTo>
                    <a:pt x="434656" y="24352"/>
                  </a:lnTo>
                  <a:lnTo>
                    <a:pt x="438079" y="24352"/>
                  </a:lnTo>
                  <a:lnTo>
                    <a:pt x="441501" y="24352"/>
                  </a:lnTo>
                  <a:lnTo>
                    <a:pt x="444924" y="24352"/>
                  </a:lnTo>
                  <a:lnTo>
                    <a:pt x="448346" y="24352"/>
                  </a:lnTo>
                  <a:lnTo>
                    <a:pt x="451769" y="24352"/>
                  </a:lnTo>
                  <a:lnTo>
                    <a:pt x="455191" y="24352"/>
                  </a:lnTo>
                  <a:lnTo>
                    <a:pt x="458614" y="24352"/>
                  </a:lnTo>
                  <a:lnTo>
                    <a:pt x="462036" y="24352"/>
                  </a:lnTo>
                  <a:lnTo>
                    <a:pt x="465459" y="24352"/>
                  </a:lnTo>
                  <a:lnTo>
                    <a:pt x="468881" y="24352"/>
                  </a:lnTo>
                  <a:lnTo>
                    <a:pt x="472304" y="24352"/>
                  </a:lnTo>
                  <a:lnTo>
                    <a:pt x="475726" y="24352"/>
                  </a:lnTo>
                  <a:lnTo>
                    <a:pt x="479149" y="24352"/>
                  </a:lnTo>
                  <a:lnTo>
                    <a:pt x="482571" y="24352"/>
                  </a:lnTo>
                  <a:lnTo>
                    <a:pt x="485994" y="24352"/>
                  </a:lnTo>
                  <a:lnTo>
                    <a:pt x="489416" y="24352"/>
                  </a:lnTo>
                  <a:lnTo>
                    <a:pt x="489416" y="19481"/>
                  </a:lnTo>
                  <a:lnTo>
                    <a:pt x="492839" y="19481"/>
                  </a:lnTo>
                  <a:lnTo>
                    <a:pt x="496261" y="19481"/>
                  </a:lnTo>
                  <a:lnTo>
                    <a:pt x="499684" y="19481"/>
                  </a:lnTo>
                  <a:lnTo>
                    <a:pt x="503106" y="19481"/>
                  </a:lnTo>
                  <a:lnTo>
                    <a:pt x="506529" y="19481"/>
                  </a:lnTo>
                  <a:lnTo>
                    <a:pt x="509951" y="19481"/>
                  </a:lnTo>
                  <a:lnTo>
                    <a:pt x="513374" y="19481"/>
                  </a:lnTo>
                  <a:lnTo>
                    <a:pt x="516796" y="19481"/>
                  </a:lnTo>
                  <a:lnTo>
                    <a:pt x="520219" y="19481"/>
                  </a:lnTo>
                  <a:lnTo>
                    <a:pt x="523641" y="19481"/>
                  </a:lnTo>
                  <a:lnTo>
                    <a:pt x="527064" y="19481"/>
                  </a:lnTo>
                  <a:lnTo>
                    <a:pt x="530486" y="19481"/>
                  </a:lnTo>
                  <a:lnTo>
                    <a:pt x="533909" y="19481"/>
                  </a:lnTo>
                  <a:lnTo>
                    <a:pt x="537331" y="19481"/>
                  </a:lnTo>
                  <a:lnTo>
                    <a:pt x="540754" y="19481"/>
                  </a:lnTo>
                  <a:lnTo>
                    <a:pt x="544176" y="19481"/>
                  </a:lnTo>
                  <a:lnTo>
                    <a:pt x="547599" y="19481"/>
                  </a:lnTo>
                  <a:lnTo>
                    <a:pt x="551021" y="19481"/>
                  </a:lnTo>
                  <a:lnTo>
                    <a:pt x="554444" y="19481"/>
                  </a:lnTo>
                  <a:lnTo>
                    <a:pt x="557866" y="19481"/>
                  </a:lnTo>
                  <a:lnTo>
                    <a:pt x="561289" y="19481"/>
                  </a:lnTo>
                  <a:lnTo>
                    <a:pt x="564711" y="19481"/>
                  </a:lnTo>
                  <a:lnTo>
                    <a:pt x="568134" y="19481"/>
                  </a:lnTo>
                  <a:lnTo>
                    <a:pt x="571556" y="19481"/>
                  </a:lnTo>
                  <a:lnTo>
                    <a:pt x="574979" y="19481"/>
                  </a:lnTo>
                  <a:lnTo>
                    <a:pt x="578401" y="19481"/>
                  </a:lnTo>
                  <a:lnTo>
                    <a:pt x="581823" y="19481"/>
                  </a:lnTo>
                  <a:lnTo>
                    <a:pt x="585246" y="19481"/>
                  </a:lnTo>
                  <a:lnTo>
                    <a:pt x="588668" y="19481"/>
                  </a:lnTo>
                  <a:lnTo>
                    <a:pt x="592091" y="19481"/>
                  </a:lnTo>
                  <a:lnTo>
                    <a:pt x="595513" y="19481"/>
                  </a:lnTo>
                  <a:lnTo>
                    <a:pt x="598936" y="19481"/>
                  </a:lnTo>
                  <a:lnTo>
                    <a:pt x="602358" y="19481"/>
                  </a:lnTo>
                  <a:lnTo>
                    <a:pt x="605781" y="19481"/>
                  </a:lnTo>
                  <a:lnTo>
                    <a:pt x="609203" y="19481"/>
                  </a:lnTo>
                  <a:lnTo>
                    <a:pt x="612626" y="19481"/>
                  </a:lnTo>
                  <a:lnTo>
                    <a:pt x="616048" y="19481"/>
                  </a:lnTo>
                  <a:lnTo>
                    <a:pt x="619471" y="19481"/>
                  </a:lnTo>
                  <a:lnTo>
                    <a:pt x="622893" y="19481"/>
                  </a:lnTo>
                  <a:lnTo>
                    <a:pt x="626316" y="19481"/>
                  </a:lnTo>
                  <a:lnTo>
                    <a:pt x="629738" y="19481"/>
                  </a:lnTo>
                  <a:lnTo>
                    <a:pt x="633161" y="19481"/>
                  </a:lnTo>
                  <a:lnTo>
                    <a:pt x="636583" y="19481"/>
                  </a:lnTo>
                  <a:lnTo>
                    <a:pt x="640006" y="19481"/>
                  </a:lnTo>
                  <a:lnTo>
                    <a:pt x="643428" y="19481"/>
                  </a:lnTo>
                  <a:lnTo>
                    <a:pt x="646851" y="19481"/>
                  </a:lnTo>
                  <a:lnTo>
                    <a:pt x="650273" y="19481"/>
                  </a:lnTo>
                  <a:lnTo>
                    <a:pt x="653696" y="19481"/>
                  </a:lnTo>
                  <a:lnTo>
                    <a:pt x="657118" y="19481"/>
                  </a:lnTo>
                  <a:lnTo>
                    <a:pt x="660541" y="19481"/>
                  </a:lnTo>
                  <a:lnTo>
                    <a:pt x="663963" y="19481"/>
                  </a:lnTo>
                  <a:lnTo>
                    <a:pt x="667386" y="19481"/>
                  </a:lnTo>
                  <a:lnTo>
                    <a:pt x="670808" y="19481"/>
                  </a:lnTo>
                  <a:lnTo>
                    <a:pt x="674231" y="19481"/>
                  </a:lnTo>
                  <a:lnTo>
                    <a:pt x="677653" y="19481"/>
                  </a:lnTo>
                  <a:lnTo>
                    <a:pt x="681076" y="19481"/>
                  </a:lnTo>
                  <a:lnTo>
                    <a:pt x="684498" y="19481"/>
                  </a:lnTo>
                  <a:lnTo>
                    <a:pt x="687921" y="19481"/>
                  </a:lnTo>
                  <a:lnTo>
                    <a:pt x="691343" y="19481"/>
                  </a:lnTo>
                  <a:lnTo>
                    <a:pt x="694766" y="19481"/>
                  </a:lnTo>
                  <a:lnTo>
                    <a:pt x="698188" y="19481"/>
                  </a:lnTo>
                  <a:lnTo>
                    <a:pt x="701611" y="19481"/>
                  </a:lnTo>
                  <a:lnTo>
                    <a:pt x="705033" y="19481"/>
                  </a:lnTo>
                  <a:lnTo>
                    <a:pt x="705033" y="14611"/>
                  </a:lnTo>
                  <a:lnTo>
                    <a:pt x="708456" y="14611"/>
                  </a:lnTo>
                  <a:lnTo>
                    <a:pt x="711878" y="14611"/>
                  </a:lnTo>
                  <a:lnTo>
                    <a:pt x="715301" y="14611"/>
                  </a:lnTo>
                  <a:lnTo>
                    <a:pt x="718723" y="14611"/>
                  </a:lnTo>
                  <a:lnTo>
                    <a:pt x="722146" y="14611"/>
                  </a:lnTo>
                  <a:lnTo>
                    <a:pt x="725568" y="14611"/>
                  </a:lnTo>
                  <a:lnTo>
                    <a:pt x="728991" y="14611"/>
                  </a:lnTo>
                  <a:lnTo>
                    <a:pt x="732413" y="14611"/>
                  </a:lnTo>
                  <a:lnTo>
                    <a:pt x="735836" y="14611"/>
                  </a:lnTo>
                  <a:lnTo>
                    <a:pt x="739258" y="14611"/>
                  </a:lnTo>
                  <a:lnTo>
                    <a:pt x="742681" y="14611"/>
                  </a:lnTo>
                  <a:lnTo>
                    <a:pt x="746103" y="14611"/>
                  </a:lnTo>
                  <a:lnTo>
                    <a:pt x="749526" y="14611"/>
                  </a:lnTo>
                  <a:lnTo>
                    <a:pt x="752948" y="14611"/>
                  </a:lnTo>
                  <a:lnTo>
                    <a:pt x="756371" y="14611"/>
                  </a:lnTo>
                  <a:lnTo>
                    <a:pt x="759793" y="14611"/>
                  </a:lnTo>
                  <a:lnTo>
                    <a:pt x="763216" y="14611"/>
                  </a:lnTo>
                  <a:lnTo>
                    <a:pt x="766638" y="14611"/>
                  </a:lnTo>
                  <a:lnTo>
                    <a:pt x="770061" y="14611"/>
                  </a:lnTo>
                  <a:lnTo>
                    <a:pt x="773483" y="14611"/>
                  </a:lnTo>
                  <a:lnTo>
                    <a:pt x="776906" y="14611"/>
                  </a:lnTo>
                  <a:lnTo>
                    <a:pt x="780328" y="14611"/>
                  </a:lnTo>
                  <a:lnTo>
                    <a:pt x="783751" y="14611"/>
                  </a:lnTo>
                  <a:lnTo>
                    <a:pt x="787173" y="14611"/>
                  </a:lnTo>
                  <a:lnTo>
                    <a:pt x="790596" y="14611"/>
                  </a:lnTo>
                  <a:lnTo>
                    <a:pt x="794018" y="14611"/>
                  </a:lnTo>
                  <a:lnTo>
                    <a:pt x="797441" y="14611"/>
                  </a:lnTo>
                  <a:lnTo>
                    <a:pt x="800863" y="14611"/>
                  </a:lnTo>
                  <a:lnTo>
                    <a:pt x="804286" y="14611"/>
                  </a:lnTo>
                  <a:lnTo>
                    <a:pt x="807708" y="14611"/>
                  </a:lnTo>
                  <a:lnTo>
                    <a:pt x="811131" y="14611"/>
                  </a:lnTo>
                  <a:lnTo>
                    <a:pt x="814553" y="14611"/>
                  </a:lnTo>
                  <a:lnTo>
                    <a:pt x="817976" y="14611"/>
                  </a:lnTo>
                  <a:lnTo>
                    <a:pt x="821398" y="14611"/>
                  </a:lnTo>
                  <a:lnTo>
                    <a:pt x="824821" y="14611"/>
                  </a:lnTo>
                  <a:lnTo>
                    <a:pt x="828243" y="14611"/>
                  </a:lnTo>
                  <a:lnTo>
                    <a:pt x="831666" y="14611"/>
                  </a:lnTo>
                  <a:lnTo>
                    <a:pt x="835088" y="14611"/>
                  </a:lnTo>
                  <a:lnTo>
                    <a:pt x="838511" y="14611"/>
                  </a:lnTo>
                  <a:lnTo>
                    <a:pt x="841933" y="14611"/>
                  </a:lnTo>
                  <a:lnTo>
                    <a:pt x="845356" y="14611"/>
                  </a:lnTo>
                  <a:lnTo>
                    <a:pt x="848778" y="14611"/>
                  </a:lnTo>
                  <a:lnTo>
                    <a:pt x="852201" y="14611"/>
                  </a:lnTo>
                  <a:lnTo>
                    <a:pt x="855623" y="14611"/>
                  </a:lnTo>
                  <a:lnTo>
                    <a:pt x="859046" y="14611"/>
                  </a:lnTo>
                  <a:lnTo>
                    <a:pt x="859046" y="9740"/>
                  </a:lnTo>
                  <a:lnTo>
                    <a:pt x="862468" y="9740"/>
                  </a:lnTo>
                  <a:lnTo>
                    <a:pt x="865890" y="9740"/>
                  </a:lnTo>
                  <a:lnTo>
                    <a:pt x="869313" y="9740"/>
                  </a:lnTo>
                  <a:lnTo>
                    <a:pt x="872735" y="9740"/>
                  </a:lnTo>
                  <a:lnTo>
                    <a:pt x="876158" y="9740"/>
                  </a:lnTo>
                  <a:lnTo>
                    <a:pt x="879580" y="9740"/>
                  </a:lnTo>
                  <a:lnTo>
                    <a:pt x="883003" y="9740"/>
                  </a:lnTo>
                  <a:lnTo>
                    <a:pt x="886425" y="9740"/>
                  </a:lnTo>
                  <a:lnTo>
                    <a:pt x="889848" y="9740"/>
                  </a:lnTo>
                  <a:lnTo>
                    <a:pt x="893270" y="9740"/>
                  </a:lnTo>
                  <a:lnTo>
                    <a:pt x="896693" y="9740"/>
                  </a:lnTo>
                  <a:lnTo>
                    <a:pt x="900115" y="9740"/>
                  </a:lnTo>
                  <a:lnTo>
                    <a:pt x="903538" y="9740"/>
                  </a:lnTo>
                  <a:lnTo>
                    <a:pt x="906960" y="9740"/>
                  </a:lnTo>
                  <a:lnTo>
                    <a:pt x="910383" y="9740"/>
                  </a:lnTo>
                  <a:lnTo>
                    <a:pt x="913805" y="9740"/>
                  </a:lnTo>
                  <a:lnTo>
                    <a:pt x="917228" y="9740"/>
                  </a:lnTo>
                  <a:lnTo>
                    <a:pt x="920650" y="9740"/>
                  </a:lnTo>
                  <a:lnTo>
                    <a:pt x="924073" y="9740"/>
                  </a:lnTo>
                  <a:lnTo>
                    <a:pt x="927495" y="9740"/>
                  </a:lnTo>
                  <a:lnTo>
                    <a:pt x="930918" y="9740"/>
                  </a:lnTo>
                  <a:lnTo>
                    <a:pt x="934340" y="9740"/>
                  </a:lnTo>
                  <a:lnTo>
                    <a:pt x="937763" y="9740"/>
                  </a:lnTo>
                  <a:lnTo>
                    <a:pt x="941185" y="9740"/>
                  </a:lnTo>
                  <a:lnTo>
                    <a:pt x="944608" y="9740"/>
                  </a:lnTo>
                  <a:lnTo>
                    <a:pt x="948030" y="9740"/>
                  </a:lnTo>
                  <a:lnTo>
                    <a:pt x="951453" y="9740"/>
                  </a:lnTo>
                  <a:lnTo>
                    <a:pt x="954875" y="9740"/>
                  </a:lnTo>
                  <a:lnTo>
                    <a:pt x="958298" y="9740"/>
                  </a:lnTo>
                  <a:lnTo>
                    <a:pt x="961720" y="9740"/>
                  </a:lnTo>
                  <a:lnTo>
                    <a:pt x="965143" y="9740"/>
                  </a:lnTo>
                  <a:lnTo>
                    <a:pt x="968565" y="9740"/>
                  </a:lnTo>
                  <a:lnTo>
                    <a:pt x="971988" y="9740"/>
                  </a:lnTo>
                  <a:lnTo>
                    <a:pt x="975410" y="9740"/>
                  </a:lnTo>
                  <a:lnTo>
                    <a:pt x="978833" y="9740"/>
                  </a:lnTo>
                  <a:lnTo>
                    <a:pt x="982255" y="9740"/>
                  </a:lnTo>
                  <a:lnTo>
                    <a:pt x="985678" y="9740"/>
                  </a:lnTo>
                  <a:lnTo>
                    <a:pt x="989100" y="9740"/>
                  </a:lnTo>
                  <a:lnTo>
                    <a:pt x="992523" y="9740"/>
                  </a:lnTo>
                  <a:lnTo>
                    <a:pt x="995945" y="9740"/>
                  </a:lnTo>
                  <a:lnTo>
                    <a:pt x="999368" y="9740"/>
                  </a:lnTo>
                  <a:lnTo>
                    <a:pt x="1002790" y="9740"/>
                  </a:lnTo>
                  <a:lnTo>
                    <a:pt x="1006213" y="9740"/>
                  </a:lnTo>
                  <a:lnTo>
                    <a:pt x="1009635" y="9740"/>
                  </a:lnTo>
                  <a:lnTo>
                    <a:pt x="1013058" y="9740"/>
                  </a:lnTo>
                  <a:lnTo>
                    <a:pt x="1016480" y="9740"/>
                  </a:lnTo>
                  <a:lnTo>
                    <a:pt x="1019903" y="9740"/>
                  </a:lnTo>
                  <a:lnTo>
                    <a:pt x="1023325" y="9740"/>
                  </a:lnTo>
                  <a:lnTo>
                    <a:pt x="1026748" y="9740"/>
                  </a:lnTo>
                  <a:lnTo>
                    <a:pt x="1030170" y="9740"/>
                  </a:lnTo>
                  <a:lnTo>
                    <a:pt x="1033593" y="9740"/>
                  </a:lnTo>
                  <a:lnTo>
                    <a:pt x="1037015" y="9740"/>
                  </a:lnTo>
                  <a:lnTo>
                    <a:pt x="1040438" y="9740"/>
                  </a:lnTo>
                  <a:lnTo>
                    <a:pt x="1043860" y="9740"/>
                  </a:lnTo>
                  <a:lnTo>
                    <a:pt x="1047283" y="9740"/>
                  </a:lnTo>
                  <a:lnTo>
                    <a:pt x="1050705" y="9740"/>
                  </a:lnTo>
                  <a:lnTo>
                    <a:pt x="1054128" y="9740"/>
                  </a:lnTo>
                  <a:lnTo>
                    <a:pt x="1057550" y="9740"/>
                  </a:lnTo>
                  <a:lnTo>
                    <a:pt x="1060973" y="9740"/>
                  </a:lnTo>
                  <a:lnTo>
                    <a:pt x="1064395" y="9740"/>
                  </a:lnTo>
                  <a:lnTo>
                    <a:pt x="1067818" y="9740"/>
                  </a:lnTo>
                  <a:lnTo>
                    <a:pt x="1071240" y="9740"/>
                  </a:lnTo>
                  <a:lnTo>
                    <a:pt x="1071240" y="4870"/>
                  </a:lnTo>
                  <a:lnTo>
                    <a:pt x="1074663" y="4870"/>
                  </a:lnTo>
                  <a:lnTo>
                    <a:pt x="1078085" y="4870"/>
                  </a:lnTo>
                  <a:lnTo>
                    <a:pt x="1081508" y="4870"/>
                  </a:lnTo>
                  <a:lnTo>
                    <a:pt x="1084930" y="4870"/>
                  </a:lnTo>
                  <a:lnTo>
                    <a:pt x="1088353" y="4870"/>
                  </a:lnTo>
                  <a:lnTo>
                    <a:pt x="1091775" y="4870"/>
                  </a:lnTo>
                  <a:lnTo>
                    <a:pt x="1095198" y="4870"/>
                  </a:lnTo>
                  <a:lnTo>
                    <a:pt x="1098620" y="4870"/>
                  </a:lnTo>
                  <a:lnTo>
                    <a:pt x="1102043" y="4870"/>
                  </a:lnTo>
                  <a:lnTo>
                    <a:pt x="1105465" y="4870"/>
                  </a:lnTo>
                  <a:lnTo>
                    <a:pt x="1108888" y="4870"/>
                  </a:lnTo>
                  <a:lnTo>
                    <a:pt x="1112310" y="4870"/>
                  </a:lnTo>
                  <a:lnTo>
                    <a:pt x="1115733" y="4870"/>
                  </a:lnTo>
                  <a:lnTo>
                    <a:pt x="1119155" y="4870"/>
                  </a:lnTo>
                  <a:lnTo>
                    <a:pt x="1122578" y="4870"/>
                  </a:lnTo>
                  <a:lnTo>
                    <a:pt x="1126000" y="4870"/>
                  </a:lnTo>
                  <a:lnTo>
                    <a:pt x="1129423" y="4870"/>
                  </a:lnTo>
                  <a:lnTo>
                    <a:pt x="1132845" y="4870"/>
                  </a:lnTo>
                  <a:lnTo>
                    <a:pt x="1136268" y="4870"/>
                  </a:lnTo>
                  <a:lnTo>
                    <a:pt x="1139690" y="4870"/>
                  </a:lnTo>
                  <a:lnTo>
                    <a:pt x="1143113" y="4870"/>
                  </a:lnTo>
                  <a:lnTo>
                    <a:pt x="1146535" y="4870"/>
                  </a:lnTo>
                  <a:lnTo>
                    <a:pt x="1149958" y="4870"/>
                  </a:lnTo>
                  <a:lnTo>
                    <a:pt x="1153380" y="4870"/>
                  </a:lnTo>
                  <a:lnTo>
                    <a:pt x="1156802" y="4870"/>
                  </a:lnTo>
                  <a:lnTo>
                    <a:pt x="1160225" y="4870"/>
                  </a:lnTo>
                  <a:lnTo>
                    <a:pt x="1163647" y="4870"/>
                  </a:lnTo>
                  <a:lnTo>
                    <a:pt x="1167070" y="4870"/>
                  </a:lnTo>
                  <a:lnTo>
                    <a:pt x="1170492" y="4870"/>
                  </a:lnTo>
                  <a:lnTo>
                    <a:pt x="1173915" y="4870"/>
                  </a:lnTo>
                  <a:lnTo>
                    <a:pt x="1177337" y="4870"/>
                  </a:lnTo>
                  <a:lnTo>
                    <a:pt x="1180760" y="4870"/>
                  </a:lnTo>
                  <a:lnTo>
                    <a:pt x="1184182" y="4870"/>
                  </a:lnTo>
                  <a:lnTo>
                    <a:pt x="1187605" y="4870"/>
                  </a:lnTo>
                  <a:lnTo>
                    <a:pt x="1194450" y="4870"/>
                  </a:lnTo>
                  <a:lnTo>
                    <a:pt x="1197872" y="4870"/>
                  </a:lnTo>
                  <a:lnTo>
                    <a:pt x="1201295" y="4870"/>
                  </a:lnTo>
                  <a:lnTo>
                    <a:pt x="1204717" y="4870"/>
                  </a:lnTo>
                  <a:lnTo>
                    <a:pt x="1208140" y="4870"/>
                  </a:lnTo>
                  <a:lnTo>
                    <a:pt x="1211562" y="4870"/>
                  </a:lnTo>
                  <a:lnTo>
                    <a:pt x="1214985" y="4870"/>
                  </a:lnTo>
                  <a:lnTo>
                    <a:pt x="1218407" y="4870"/>
                  </a:lnTo>
                  <a:lnTo>
                    <a:pt x="1221830" y="4870"/>
                  </a:lnTo>
                  <a:lnTo>
                    <a:pt x="1225252" y="4870"/>
                  </a:lnTo>
                  <a:lnTo>
                    <a:pt x="1228675" y="4870"/>
                  </a:lnTo>
                  <a:lnTo>
                    <a:pt x="1232097" y="4870"/>
                  </a:lnTo>
                  <a:lnTo>
                    <a:pt x="1235520" y="4870"/>
                  </a:lnTo>
                  <a:lnTo>
                    <a:pt x="1238942" y="4870"/>
                  </a:lnTo>
                  <a:lnTo>
                    <a:pt x="1242365" y="4870"/>
                  </a:lnTo>
                  <a:lnTo>
                    <a:pt x="1245787" y="4870"/>
                  </a:lnTo>
                  <a:lnTo>
                    <a:pt x="1249210" y="4870"/>
                  </a:lnTo>
                  <a:lnTo>
                    <a:pt x="1252632" y="4870"/>
                  </a:lnTo>
                  <a:lnTo>
                    <a:pt x="1256055" y="4870"/>
                  </a:lnTo>
                  <a:lnTo>
                    <a:pt x="1259477" y="4870"/>
                  </a:lnTo>
                  <a:lnTo>
                    <a:pt x="1262900" y="4870"/>
                  </a:lnTo>
                  <a:lnTo>
                    <a:pt x="1266322" y="4870"/>
                  </a:lnTo>
                  <a:lnTo>
                    <a:pt x="1269745" y="4870"/>
                  </a:lnTo>
                  <a:lnTo>
                    <a:pt x="1273167" y="4870"/>
                  </a:lnTo>
                  <a:lnTo>
                    <a:pt x="1276590" y="4870"/>
                  </a:lnTo>
                  <a:lnTo>
                    <a:pt x="1280012" y="4870"/>
                  </a:lnTo>
                  <a:lnTo>
                    <a:pt x="1283435" y="4870"/>
                  </a:lnTo>
                  <a:lnTo>
                    <a:pt x="1286857" y="4870"/>
                  </a:lnTo>
                  <a:lnTo>
                    <a:pt x="1290280" y="4870"/>
                  </a:lnTo>
                  <a:lnTo>
                    <a:pt x="1293702" y="4870"/>
                  </a:lnTo>
                  <a:lnTo>
                    <a:pt x="1293702" y="0"/>
                  </a:lnTo>
                  <a:lnTo>
                    <a:pt x="1297125" y="0"/>
                  </a:lnTo>
                  <a:lnTo>
                    <a:pt x="1300547" y="0"/>
                  </a:lnTo>
                  <a:lnTo>
                    <a:pt x="1303970" y="0"/>
                  </a:lnTo>
                  <a:lnTo>
                    <a:pt x="1307392" y="0"/>
                  </a:lnTo>
                  <a:lnTo>
                    <a:pt x="1310815" y="0"/>
                  </a:lnTo>
                  <a:lnTo>
                    <a:pt x="1314237" y="0"/>
                  </a:lnTo>
                  <a:lnTo>
                    <a:pt x="1317660" y="0"/>
                  </a:lnTo>
                  <a:lnTo>
                    <a:pt x="1321082" y="0"/>
                  </a:lnTo>
                  <a:lnTo>
                    <a:pt x="1324505" y="0"/>
                  </a:lnTo>
                  <a:lnTo>
                    <a:pt x="1327927" y="0"/>
                  </a:lnTo>
                  <a:lnTo>
                    <a:pt x="1331350" y="0"/>
                  </a:lnTo>
                  <a:lnTo>
                    <a:pt x="1334772" y="0"/>
                  </a:lnTo>
                  <a:lnTo>
                    <a:pt x="1338195" y="0"/>
                  </a:lnTo>
                  <a:lnTo>
                    <a:pt x="1341617" y="0"/>
                  </a:lnTo>
                  <a:lnTo>
                    <a:pt x="1345040" y="0"/>
                  </a:lnTo>
                  <a:lnTo>
                    <a:pt x="1348462" y="0"/>
                  </a:lnTo>
                  <a:lnTo>
                    <a:pt x="1351885" y="0"/>
                  </a:lnTo>
                  <a:lnTo>
                    <a:pt x="1355307" y="0"/>
                  </a:lnTo>
                  <a:lnTo>
                    <a:pt x="1358730" y="0"/>
                  </a:lnTo>
                  <a:lnTo>
                    <a:pt x="1362152" y="0"/>
                  </a:lnTo>
                  <a:lnTo>
                    <a:pt x="1365575" y="0"/>
                  </a:lnTo>
                  <a:lnTo>
                    <a:pt x="1368997" y="0"/>
                  </a:lnTo>
                  <a:lnTo>
                    <a:pt x="1372420" y="0"/>
                  </a:lnTo>
                  <a:lnTo>
                    <a:pt x="1375842" y="0"/>
                  </a:lnTo>
                  <a:lnTo>
                    <a:pt x="1379265" y="0"/>
                  </a:lnTo>
                  <a:lnTo>
                    <a:pt x="1382687" y="0"/>
                  </a:lnTo>
                  <a:lnTo>
                    <a:pt x="1386110" y="0"/>
                  </a:lnTo>
                  <a:lnTo>
                    <a:pt x="1389532" y="0"/>
                  </a:lnTo>
                  <a:lnTo>
                    <a:pt x="1392955" y="0"/>
                  </a:lnTo>
                  <a:lnTo>
                    <a:pt x="1396377" y="0"/>
                  </a:lnTo>
                  <a:lnTo>
                    <a:pt x="1399800" y="0"/>
                  </a:lnTo>
                  <a:lnTo>
                    <a:pt x="1403222" y="0"/>
                  </a:lnTo>
                  <a:lnTo>
                    <a:pt x="1406645" y="0"/>
                  </a:lnTo>
                  <a:lnTo>
                    <a:pt x="1410067" y="0"/>
                  </a:lnTo>
                  <a:lnTo>
                    <a:pt x="1413490" y="0"/>
                  </a:lnTo>
                  <a:lnTo>
                    <a:pt x="1416912" y="0"/>
                  </a:lnTo>
                  <a:lnTo>
                    <a:pt x="1420335" y="0"/>
                  </a:lnTo>
                  <a:lnTo>
                    <a:pt x="1423757" y="0"/>
                  </a:lnTo>
                  <a:lnTo>
                    <a:pt x="1427180" y="0"/>
                  </a:lnTo>
                  <a:lnTo>
                    <a:pt x="1430602" y="0"/>
                  </a:lnTo>
                  <a:lnTo>
                    <a:pt x="1434025" y="0"/>
                  </a:lnTo>
                  <a:lnTo>
                    <a:pt x="1437447" y="0"/>
                  </a:lnTo>
                  <a:lnTo>
                    <a:pt x="1440869" y="0"/>
                  </a:lnTo>
                  <a:lnTo>
                    <a:pt x="1444292" y="0"/>
                  </a:lnTo>
                  <a:lnTo>
                    <a:pt x="1447714" y="0"/>
                  </a:lnTo>
                  <a:lnTo>
                    <a:pt x="1451137" y="0"/>
                  </a:lnTo>
                  <a:lnTo>
                    <a:pt x="1454559" y="0"/>
                  </a:lnTo>
                  <a:lnTo>
                    <a:pt x="1457982" y="0"/>
                  </a:lnTo>
                  <a:lnTo>
                    <a:pt x="1461404" y="0"/>
                  </a:lnTo>
                  <a:lnTo>
                    <a:pt x="1464827" y="0"/>
                  </a:lnTo>
                  <a:lnTo>
                    <a:pt x="1468249" y="0"/>
                  </a:lnTo>
                  <a:lnTo>
                    <a:pt x="1471672" y="0"/>
                  </a:lnTo>
                  <a:lnTo>
                    <a:pt x="1475094" y="0"/>
                  </a:lnTo>
                  <a:lnTo>
                    <a:pt x="1478517" y="0"/>
                  </a:lnTo>
                  <a:lnTo>
                    <a:pt x="1481939" y="0"/>
                  </a:lnTo>
                  <a:lnTo>
                    <a:pt x="1485362" y="0"/>
                  </a:lnTo>
                  <a:lnTo>
                    <a:pt x="1488784" y="0"/>
                  </a:lnTo>
                  <a:lnTo>
                    <a:pt x="1492207" y="0"/>
                  </a:lnTo>
                  <a:lnTo>
                    <a:pt x="1495629" y="0"/>
                  </a:lnTo>
                  <a:lnTo>
                    <a:pt x="1499052" y="0"/>
                  </a:lnTo>
                  <a:lnTo>
                    <a:pt x="1502474" y="0"/>
                  </a:lnTo>
                  <a:lnTo>
                    <a:pt x="1505897" y="0"/>
                  </a:lnTo>
                  <a:lnTo>
                    <a:pt x="1509319" y="0"/>
                  </a:lnTo>
                  <a:lnTo>
                    <a:pt x="1512742" y="0"/>
                  </a:lnTo>
                  <a:lnTo>
                    <a:pt x="1516164" y="0"/>
                  </a:lnTo>
                  <a:lnTo>
                    <a:pt x="1519587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494503" y="6631603"/>
              <a:ext cx="1671546" cy="1671546"/>
            </a:xfrm>
            <a:custGeom>
              <a:avLst/>
              <a:pathLst>
                <a:path w="1671546" h="1671546">
                  <a:moveTo>
                    <a:pt x="0" y="1671546"/>
                  </a:moveTo>
                  <a:lnTo>
                    <a:pt x="0" y="1671546"/>
                  </a:ln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8950379" y="7495586"/>
              <a:ext cx="1215669" cy="807562"/>
            </a:xfrm>
            <a:custGeom>
              <a:avLst/>
              <a:pathLst>
                <a:path w="1215669" h="807562">
                  <a:moveTo>
                    <a:pt x="1215669" y="807562"/>
                  </a:moveTo>
                  <a:lnTo>
                    <a:pt x="1215669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807562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tx2961"/>
            <p:cNvSpPr/>
            <p:nvPr/>
          </p:nvSpPr>
          <p:spPr>
            <a:xfrm>
              <a:off x="8995909" y="7510511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1.37 [1.228, 1.570]</a:t>
              </a:r>
            </a:p>
          </p:txBody>
        </p:sp>
        <p:sp>
          <p:nvSpPr>
            <p:cNvPr id="2962" name="tx2962"/>
            <p:cNvSpPr/>
            <p:nvPr/>
          </p:nvSpPr>
          <p:spPr>
            <a:xfrm>
              <a:off x="8995909" y="7755955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0.969</a:t>
              </a:r>
            </a:p>
          </p:txBody>
        </p:sp>
        <p:sp>
          <p:nvSpPr>
            <p:cNvPr id="2963" name="tx2963"/>
            <p:cNvSpPr/>
            <p:nvPr/>
          </p:nvSpPr>
          <p:spPr>
            <a:xfrm>
              <a:off x="8995909" y="7975908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0.909</a:t>
              </a:r>
            </a:p>
          </p:txBody>
        </p:sp>
        <p:sp>
          <p:nvSpPr>
            <p:cNvPr id="2964" name="tx2964"/>
            <p:cNvSpPr/>
            <p:nvPr/>
          </p:nvSpPr>
          <p:spPr>
            <a:xfrm>
              <a:off x="8995909" y="8194378"/>
              <a:ext cx="974480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0.923</a:t>
              </a:r>
            </a:p>
          </p:txBody>
        </p:sp>
        <p:sp>
          <p:nvSpPr>
            <p:cNvPr id="2965" name="tx2965"/>
            <p:cNvSpPr/>
            <p:nvPr/>
          </p:nvSpPr>
          <p:spPr>
            <a:xfrm>
              <a:off x="8137952" y="81741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966" name="tx2966"/>
            <p:cNvSpPr/>
            <p:nvPr/>
          </p:nvSpPr>
          <p:spPr>
            <a:xfrm>
              <a:off x="8137952" y="7794210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967" name="tx2967"/>
            <p:cNvSpPr/>
            <p:nvPr/>
          </p:nvSpPr>
          <p:spPr>
            <a:xfrm>
              <a:off x="8137952" y="7414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968" name="tx2968"/>
            <p:cNvSpPr/>
            <p:nvPr/>
          </p:nvSpPr>
          <p:spPr>
            <a:xfrm>
              <a:off x="8137952" y="703441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969" name="tx2969"/>
            <p:cNvSpPr/>
            <p:nvPr/>
          </p:nvSpPr>
          <p:spPr>
            <a:xfrm>
              <a:off x="8137952" y="6654520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970" name="tx2970"/>
            <p:cNvSpPr/>
            <p:nvPr/>
          </p:nvSpPr>
          <p:spPr>
            <a:xfrm>
              <a:off x="8432062" y="83807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971" name="tx2971"/>
            <p:cNvSpPr/>
            <p:nvPr/>
          </p:nvSpPr>
          <p:spPr>
            <a:xfrm>
              <a:off x="8811959" y="83807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972" name="tx2972"/>
            <p:cNvSpPr/>
            <p:nvPr/>
          </p:nvSpPr>
          <p:spPr>
            <a:xfrm>
              <a:off x="9191856" y="83807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973" name="tx2973"/>
            <p:cNvSpPr/>
            <p:nvPr/>
          </p:nvSpPr>
          <p:spPr>
            <a:xfrm>
              <a:off x="9571753" y="83807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974" name="tx2974"/>
            <p:cNvSpPr/>
            <p:nvPr/>
          </p:nvSpPr>
          <p:spPr>
            <a:xfrm>
              <a:off x="9951650" y="83807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975" name="tx2975"/>
            <p:cNvSpPr/>
            <p:nvPr/>
          </p:nvSpPr>
          <p:spPr>
            <a:xfrm>
              <a:off x="7951892" y="853043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2976" name="tx2976"/>
            <p:cNvSpPr/>
            <p:nvPr/>
          </p:nvSpPr>
          <p:spPr>
            <a:xfrm rot="-5400000">
              <a:off x="6766934" y="7383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2977" name="tx2977"/>
            <p:cNvSpPr/>
            <p:nvPr/>
          </p:nvSpPr>
          <p:spPr>
            <a:xfrm>
              <a:off x="8494503" y="6349603"/>
              <a:ext cx="165958" cy="1553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J.</a:t>
              </a:r>
            </a:p>
          </p:txBody>
        </p:sp>
        <p:sp>
          <p:nvSpPr>
            <p:cNvPr id="2978" name="rc2978"/>
            <p:cNvSpPr/>
            <p:nvPr/>
          </p:nvSpPr>
          <p:spPr>
            <a:xfrm>
              <a:off x="10698162" y="6263639"/>
              <a:ext cx="4937759" cy="25603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rc2979"/>
            <p:cNvSpPr/>
            <p:nvPr/>
          </p:nvSpPr>
          <p:spPr>
            <a:xfrm>
              <a:off x="11127101" y="6560918"/>
              <a:ext cx="4439232" cy="18531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11127101" y="829743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11127101" y="797346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11127101" y="764948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11127101" y="732550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11127101" y="700152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11127101" y="667755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12041666" y="656091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13102459" y="656091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14163251" y="656091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15224044" y="656091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11127101" y="813545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11127101" y="781147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11127101" y="748749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11127101" y="716351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11127101" y="683953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11511269" y="656091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12572062" y="656091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13632855" y="656091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14693648" y="656091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9"/>
            <p:cNvSpPr/>
            <p:nvPr/>
          </p:nvSpPr>
          <p:spPr>
            <a:xfrm>
              <a:off x="11490550" y="8125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3000"/>
            <p:cNvSpPr/>
            <p:nvPr/>
          </p:nvSpPr>
          <p:spPr>
            <a:xfrm>
              <a:off x="12265101" y="7782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1"/>
            <p:cNvSpPr/>
            <p:nvPr/>
          </p:nvSpPr>
          <p:spPr>
            <a:xfrm>
              <a:off x="11469115" y="8138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2"/>
            <p:cNvSpPr/>
            <p:nvPr/>
          </p:nvSpPr>
          <p:spPr>
            <a:xfrm>
              <a:off x="11603446" y="8075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3"/>
            <p:cNvSpPr/>
            <p:nvPr/>
          </p:nvSpPr>
          <p:spPr>
            <a:xfrm>
              <a:off x="11662752" y="8060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4"/>
            <p:cNvSpPr/>
            <p:nvPr/>
          </p:nvSpPr>
          <p:spPr>
            <a:xfrm>
              <a:off x="11552715" y="8132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5"/>
            <p:cNvSpPr/>
            <p:nvPr/>
          </p:nvSpPr>
          <p:spPr>
            <a:xfrm>
              <a:off x="11429815" y="8158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6"/>
            <p:cNvSpPr/>
            <p:nvPr/>
          </p:nvSpPr>
          <p:spPr>
            <a:xfrm>
              <a:off x="11414810" y="8171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7"/>
            <p:cNvSpPr/>
            <p:nvPr/>
          </p:nvSpPr>
          <p:spPr>
            <a:xfrm>
              <a:off x="11451966" y="8168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8"/>
            <p:cNvSpPr/>
            <p:nvPr/>
          </p:nvSpPr>
          <p:spPr>
            <a:xfrm>
              <a:off x="11937132" y="8089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9"/>
            <p:cNvSpPr/>
            <p:nvPr/>
          </p:nvSpPr>
          <p:spPr>
            <a:xfrm>
              <a:off x="12118622" y="8090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10"/>
            <p:cNvSpPr/>
            <p:nvPr/>
          </p:nvSpPr>
          <p:spPr>
            <a:xfrm>
              <a:off x="13947819" y="7903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1"/>
            <p:cNvSpPr/>
            <p:nvPr/>
          </p:nvSpPr>
          <p:spPr>
            <a:xfrm>
              <a:off x="14047139" y="7825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2"/>
            <p:cNvSpPr/>
            <p:nvPr/>
          </p:nvSpPr>
          <p:spPr>
            <a:xfrm>
              <a:off x="14040708" y="7784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3"/>
            <p:cNvSpPr/>
            <p:nvPr/>
          </p:nvSpPr>
          <p:spPr>
            <a:xfrm>
              <a:off x="11725631" y="8052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4"/>
            <p:cNvSpPr/>
            <p:nvPr/>
          </p:nvSpPr>
          <p:spPr>
            <a:xfrm>
              <a:off x="11945706" y="7927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5"/>
            <p:cNvSpPr/>
            <p:nvPr/>
          </p:nvSpPr>
          <p:spPr>
            <a:xfrm>
              <a:off x="11455539" y="8071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6"/>
            <p:cNvSpPr/>
            <p:nvPr/>
          </p:nvSpPr>
          <p:spPr>
            <a:xfrm>
              <a:off x="14128595" y="7563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7"/>
            <p:cNvSpPr/>
            <p:nvPr/>
          </p:nvSpPr>
          <p:spPr>
            <a:xfrm>
              <a:off x="11440533" y="7980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8"/>
            <p:cNvSpPr/>
            <p:nvPr/>
          </p:nvSpPr>
          <p:spPr>
            <a:xfrm>
              <a:off x="11389087" y="8147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9"/>
            <p:cNvSpPr/>
            <p:nvPr/>
          </p:nvSpPr>
          <p:spPr>
            <a:xfrm>
              <a:off x="11361221" y="8146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20"/>
            <p:cNvSpPr/>
            <p:nvPr/>
          </p:nvSpPr>
          <p:spPr>
            <a:xfrm>
              <a:off x="11484120" y="8164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1"/>
            <p:cNvSpPr/>
            <p:nvPr/>
          </p:nvSpPr>
          <p:spPr>
            <a:xfrm>
              <a:off x="11427672" y="8165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2"/>
            <p:cNvSpPr/>
            <p:nvPr/>
          </p:nvSpPr>
          <p:spPr>
            <a:xfrm>
              <a:off x="11504127" y="8161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3"/>
            <p:cNvSpPr/>
            <p:nvPr/>
          </p:nvSpPr>
          <p:spPr>
            <a:xfrm>
              <a:off x="11471258" y="8170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4"/>
            <p:cNvSpPr/>
            <p:nvPr/>
          </p:nvSpPr>
          <p:spPr>
            <a:xfrm>
              <a:off x="11474831" y="8099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5"/>
            <p:cNvSpPr/>
            <p:nvPr/>
          </p:nvSpPr>
          <p:spPr>
            <a:xfrm>
              <a:off x="12668096" y="7499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6"/>
            <p:cNvSpPr/>
            <p:nvPr/>
          </p:nvSpPr>
          <p:spPr>
            <a:xfrm>
              <a:off x="12673812" y="7580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7"/>
            <p:cNvSpPr/>
            <p:nvPr/>
          </p:nvSpPr>
          <p:spPr>
            <a:xfrm>
              <a:off x="12848158" y="7593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8"/>
            <p:cNvSpPr/>
            <p:nvPr/>
          </p:nvSpPr>
          <p:spPr>
            <a:xfrm>
              <a:off x="12089327" y="7997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9"/>
            <p:cNvSpPr/>
            <p:nvPr/>
          </p:nvSpPr>
          <p:spPr>
            <a:xfrm>
              <a:off x="11664181" y="7709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30"/>
            <p:cNvSpPr/>
            <p:nvPr/>
          </p:nvSpPr>
          <p:spPr>
            <a:xfrm>
              <a:off x="11467686" y="8173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1"/>
            <p:cNvSpPr/>
            <p:nvPr/>
          </p:nvSpPr>
          <p:spPr>
            <a:xfrm>
              <a:off x="12087898" y="8016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2"/>
            <p:cNvSpPr/>
            <p:nvPr/>
          </p:nvSpPr>
          <p:spPr>
            <a:xfrm>
              <a:off x="12108619" y="7909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3"/>
            <p:cNvSpPr/>
            <p:nvPr/>
          </p:nvSpPr>
          <p:spPr>
            <a:xfrm>
              <a:off x="12508756" y="7788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4"/>
            <p:cNvSpPr/>
            <p:nvPr/>
          </p:nvSpPr>
          <p:spPr>
            <a:xfrm>
              <a:off x="12508756" y="7788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5"/>
            <p:cNvSpPr/>
            <p:nvPr/>
          </p:nvSpPr>
          <p:spPr>
            <a:xfrm>
              <a:off x="11587727" y="8143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6"/>
            <p:cNvSpPr/>
            <p:nvPr/>
          </p:nvSpPr>
          <p:spPr>
            <a:xfrm>
              <a:off x="11463398" y="8075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7"/>
            <p:cNvSpPr/>
            <p:nvPr/>
          </p:nvSpPr>
          <p:spPr>
            <a:xfrm>
              <a:off x="11489836" y="8119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8"/>
            <p:cNvSpPr/>
            <p:nvPr/>
          </p:nvSpPr>
          <p:spPr>
            <a:xfrm>
              <a:off x="11541282" y="8118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9"/>
            <p:cNvSpPr/>
            <p:nvPr/>
          </p:nvSpPr>
          <p:spPr>
            <a:xfrm>
              <a:off x="11592728" y="8056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40"/>
            <p:cNvSpPr/>
            <p:nvPr/>
          </p:nvSpPr>
          <p:spPr>
            <a:xfrm>
              <a:off x="11849959" y="8043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1"/>
            <p:cNvSpPr/>
            <p:nvPr/>
          </p:nvSpPr>
          <p:spPr>
            <a:xfrm>
              <a:off x="11914981" y="7141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2"/>
            <p:cNvSpPr/>
            <p:nvPr/>
          </p:nvSpPr>
          <p:spPr>
            <a:xfrm>
              <a:off x="11804944" y="6911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3"/>
            <p:cNvSpPr/>
            <p:nvPr/>
          </p:nvSpPr>
          <p:spPr>
            <a:xfrm>
              <a:off x="11389802" y="8172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4"/>
            <p:cNvSpPr/>
            <p:nvPr/>
          </p:nvSpPr>
          <p:spPr>
            <a:xfrm>
              <a:off x="11527706" y="8170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5"/>
            <p:cNvSpPr/>
            <p:nvPr/>
          </p:nvSpPr>
          <p:spPr>
            <a:xfrm>
              <a:off x="13196848" y="8001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6"/>
            <p:cNvSpPr/>
            <p:nvPr/>
          </p:nvSpPr>
          <p:spPr>
            <a:xfrm>
              <a:off x="13819918" y="7966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7"/>
            <p:cNvSpPr/>
            <p:nvPr/>
          </p:nvSpPr>
          <p:spPr>
            <a:xfrm>
              <a:off x="11416239" y="8172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8"/>
            <p:cNvSpPr/>
            <p:nvPr/>
          </p:nvSpPr>
          <p:spPr>
            <a:xfrm>
              <a:off x="12187932" y="8081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9"/>
            <p:cNvSpPr/>
            <p:nvPr/>
          </p:nvSpPr>
          <p:spPr>
            <a:xfrm>
              <a:off x="12438017" y="7973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50"/>
            <p:cNvSpPr/>
            <p:nvPr/>
          </p:nvSpPr>
          <p:spPr>
            <a:xfrm>
              <a:off x="11424099" y="8103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1"/>
            <p:cNvSpPr/>
            <p:nvPr/>
          </p:nvSpPr>
          <p:spPr>
            <a:xfrm>
              <a:off x="11424099" y="8103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2"/>
            <p:cNvSpPr/>
            <p:nvPr/>
          </p:nvSpPr>
          <p:spPr>
            <a:xfrm>
              <a:off x="11509128" y="8148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3"/>
            <p:cNvSpPr/>
            <p:nvPr/>
          </p:nvSpPr>
          <p:spPr>
            <a:xfrm>
              <a:off x="11495552" y="8041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4"/>
            <p:cNvSpPr/>
            <p:nvPr/>
          </p:nvSpPr>
          <p:spPr>
            <a:xfrm>
              <a:off x="11472687" y="7981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5"/>
            <p:cNvSpPr/>
            <p:nvPr/>
          </p:nvSpPr>
          <p:spPr>
            <a:xfrm>
              <a:off x="11667039" y="8101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6"/>
            <p:cNvSpPr/>
            <p:nvPr/>
          </p:nvSpPr>
          <p:spPr>
            <a:xfrm>
              <a:off x="11918554" y="8060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7"/>
            <p:cNvSpPr/>
            <p:nvPr/>
          </p:nvSpPr>
          <p:spPr>
            <a:xfrm>
              <a:off x="11446250" y="8145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8"/>
            <p:cNvSpPr/>
            <p:nvPr/>
          </p:nvSpPr>
          <p:spPr>
            <a:xfrm>
              <a:off x="11908551" y="8102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9"/>
            <p:cNvSpPr/>
            <p:nvPr/>
          </p:nvSpPr>
          <p:spPr>
            <a:xfrm>
              <a:off x="12357990" y="8068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60"/>
            <p:cNvSpPr/>
            <p:nvPr/>
          </p:nvSpPr>
          <p:spPr>
            <a:xfrm>
              <a:off x="12479460" y="8088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1"/>
            <p:cNvSpPr/>
            <p:nvPr/>
          </p:nvSpPr>
          <p:spPr>
            <a:xfrm>
              <a:off x="12458024" y="8050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2"/>
            <p:cNvSpPr/>
            <p:nvPr/>
          </p:nvSpPr>
          <p:spPr>
            <a:xfrm>
              <a:off x="11599874" y="7981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3"/>
            <p:cNvSpPr/>
            <p:nvPr/>
          </p:nvSpPr>
          <p:spPr>
            <a:xfrm>
              <a:off x="13266872" y="7420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4"/>
            <p:cNvSpPr/>
            <p:nvPr/>
          </p:nvSpPr>
          <p:spPr>
            <a:xfrm>
              <a:off x="11528421" y="8145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5"/>
            <p:cNvSpPr/>
            <p:nvPr/>
          </p:nvSpPr>
          <p:spPr>
            <a:xfrm>
              <a:off x="11496267" y="8064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6"/>
            <p:cNvSpPr/>
            <p:nvPr/>
          </p:nvSpPr>
          <p:spPr>
            <a:xfrm>
              <a:off x="11470544" y="8136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7"/>
            <p:cNvSpPr/>
            <p:nvPr/>
          </p:nvSpPr>
          <p:spPr>
            <a:xfrm>
              <a:off x="11399805" y="8145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8"/>
            <p:cNvSpPr/>
            <p:nvPr/>
          </p:nvSpPr>
          <p:spPr>
            <a:xfrm>
              <a:off x="11407665" y="8134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9"/>
            <p:cNvSpPr/>
            <p:nvPr/>
          </p:nvSpPr>
          <p:spPr>
            <a:xfrm>
              <a:off x="11381942" y="8143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70"/>
            <p:cNvSpPr/>
            <p:nvPr/>
          </p:nvSpPr>
          <p:spPr>
            <a:xfrm>
              <a:off x="11483405" y="8158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1"/>
            <p:cNvSpPr/>
            <p:nvPr/>
          </p:nvSpPr>
          <p:spPr>
            <a:xfrm>
              <a:off x="11436961" y="8125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2"/>
            <p:cNvSpPr/>
            <p:nvPr/>
          </p:nvSpPr>
          <p:spPr>
            <a:xfrm>
              <a:off x="11459826" y="8107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3"/>
            <p:cNvSpPr/>
            <p:nvPr/>
          </p:nvSpPr>
          <p:spPr>
            <a:xfrm>
              <a:off x="11533422" y="8102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4"/>
            <p:cNvSpPr/>
            <p:nvPr/>
          </p:nvSpPr>
          <p:spPr>
            <a:xfrm>
              <a:off x="11475545" y="8108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5"/>
            <p:cNvSpPr/>
            <p:nvPr/>
          </p:nvSpPr>
          <p:spPr>
            <a:xfrm>
              <a:off x="11387658" y="8125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6"/>
            <p:cNvSpPr/>
            <p:nvPr/>
          </p:nvSpPr>
          <p:spPr>
            <a:xfrm>
              <a:off x="11454109" y="8099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7"/>
            <p:cNvSpPr/>
            <p:nvPr/>
          </p:nvSpPr>
          <p:spPr>
            <a:xfrm>
              <a:off x="11474116" y="8112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8"/>
            <p:cNvSpPr/>
            <p:nvPr/>
          </p:nvSpPr>
          <p:spPr>
            <a:xfrm>
              <a:off x="12060031" y="7231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9"/>
            <p:cNvSpPr/>
            <p:nvPr/>
          </p:nvSpPr>
          <p:spPr>
            <a:xfrm>
              <a:off x="11997152" y="7168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80"/>
            <p:cNvSpPr/>
            <p:nvPr/>
          </p:nvSpPr>
          <p:spPr>
            <a:xfrm>
              <a:off x="11997152" y="7168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1"/>
            <p:cNvSpPr/>
            <p:nvPr/>
          </p:nvSpPr>
          <p:spPr>
            <a:xfrm>
              <a:off x="12362277" y="7653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2"/>
            <p:cNvSpPr/>
            <p:nvPr/>
          </p:nvSpPr>
          <p:spPr>
            <a:xfrm>
              <a:off x="12318691" y="7990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3"/>
            <p:cNvSpPr/>
            <p:nvPr/>
          </p:nvSpPr>
          <p:spPr>
            <a:xfrm>
              <a:off x="12142916" y="7697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4"/>
            <p:cNvSpPr/>
            <p:nvPr/>
          </p:nvSpPr>
          <p:spPr>
            <a:xfrm>
              <a:off x="12332267" y="7709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5"/>
            <p:cNvSpPr/>
            <p:nvPr/>
          </p:nvSpPr>
          <p:spPr>
            <a:xfrm>
              <a:off x="12148633" y="7583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6"/>
            <p:cNvSpPr/>
            <p:nvPr/>
          </p:nvSpPr>
          <p:spPr>
            <a:xfrm>
              <a:off x="12232947" y="7525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7"/>
            <p:cNvSpPr/>
            <p:nvPr/>
          </p:nvSpPr>
          <p:spPr>
            <a:xfrm>
              <a:off x="11425528" y="8136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8"/>
            <p:cNvSpPr/>
            <p:nvPr/>
          </p:nvSpPr>
          <p:spPr>
            <a:xfrm>
              <a:off x="11472687" y="8158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9"/>
            <p:cNvSpPr/>
            <p:nvPr/>
          </p:nvSpPr>
          <p:spPr>
            <a:xfrm>
              <a:off x="11564147" y="8158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90"/>
            <p:cNvSpPr/>
            <p:nvPr/>
          </p:nvSpPr>
          <p:spPr>
            <a:xfrm>
              <a:off x="12441590" y="7188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1"/>
            <p:cNvSpPr/>
            <p:nvPr/>
          </p:nvSpPr>
          <p:spPr>
            <a:xfrm>
              <a:off x="11465542" y="8087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2"/>
            <p:cNvSpPr/>
            <p:nvPr/>
          </p:nvSpPr>
          <p:spPr>
            <a:xfrm>
              <a:off x="12713111" y="7284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3"/>
            <p:cNvSpPr/>
            <p:nvPr/>
          </p:nvSpPr>
          <p:spPr>
            <a:xfrm>
              <a:off x="11482691" y="8117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4"/>
            <p:cNvSpPr/>
            <p:nvPr/>
          </p:nvSpPr>
          <p:spPr>
            <a:xfrm>
              <a:off x="11662038" y="8080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5"/>
            <p:cNvSpPr/>
            <p:nvPr/>
          </p:nvSpPr>
          <p:spPr>
            <a:xfrm>
              <a:off x="11479118" y="8174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6"/>
            <p:cNvSpPr/>
            <p:nvPr/>
          </p:nvSpPr>
          <p:spPr>
            <a:xfrm>
              <a:off x="11481262" y="8152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7"/>
            <p:cNvSpPr/>
            <p:nvPr/>
          </p:nvSpPr>
          <p:spPr>
            <a:xfrm>
              <a:off x="11399805" y="8155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8"/>
            <p:cNvSpPr/>
            <p:nvPr/>
          </p:nvSpPr>
          <p:spPr>
            <a:xfrm>
              <a:off x="11474116" y="7976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9"/>
            <p:cNvSpPr/>
            <p:nvPr/>
          </p:nvSpPr>
          <p:spPr>
            <a:xfrm>
              <a:off x="11449108" y="7989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100"/>
            <p:cNvSpPr/>
            <p:nvPr/>
          </p:nvSpPr>
          <p:spPr>
            <a:xfrm>
              <a:off x="11967142" y="7704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1"/>
            <p:cNvSpPr/>
            <p:nvPr/>
          </p:nvSpPr>
          <p:spPr>
            <a:xfrm>
              <a:off x="11936417" y="7650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2"/>
            <p:cNvSpPr/>
            <p:nvPr/>
          </p:nvSpPr>
          <p:spPr>
            <a:xfrm>
              <a:off x="12065033" y="7636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3"/>
            <p:cNvSpPr/>
            <p:nvPr/>
          </p:nvSpPr>
          <p:spPr>
            <a:xfrm>
              <a:off x="13099672" y="8083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4"/>
            <p:cNvSpPr/>
            <p:nvPr/>
          </p:nvSpPr>
          <p:spPr>
            <a:xfrm>
              <a:off x="13347614" y="8031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5"/>
            <p:cNvSpPr/>
            <p:nvPr/>
          </p:nvSpPr>
          <p:spPr>
            <a:xfrm>
              <a:off x="13316889" y="8008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6"/>
            <p:cNvSpPr/>
            <p:nvPr/>
          </p:nvSpPr>
          <p:spPr>
            <a:xfrm>
              <a:off x="13371908" y="8020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7"/>
            <p:cNvSpPr/>
            <p:nvPr/>
          </p:nvSpPr>
          <p:spPr>
            <a:xfrm>
              <a:off x="13353330" y="7955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8"/>
            <p:cNvSpPr/>
            <p:nvPr/>
          </p:nvSpPr>
          <p:spPr>
            <a:xfrm>
              <a:off x="11703480" y="8077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9"/>
            <p:cNvSpPr/>
            <p:nvPr/>
          </p:nvSpPr>
          <p:spPr>
            <a:xfrm>
              <a:off x="12060745" y="8060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10"/>
            <p:cNvSpPr/>
            <p:nvPr/>
          </p:nvSpPr>
          <p:spPr>
            <a:xfrm>
              <a:off x="11486978" y="8078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1"/>
            <p:cNvSpPr/>
            <p:nvPr/>
          </p:nvSpPr>
          <p:spPr>
            <a:xfrm>
              <a:off x="11374082" y="8081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2"/>
            <p:cNvSpPr/>
            <p:nvPr/>
          </p:nvSpPr>
          <p:spPr>
            <a:xfrm>
              <a:off x="11536995" y="8063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3"/>
            <p:cNvSpPr/>
            <p:nvPr/>
          </p:nvSpPr>
          <p:spPr>
            <a:xfrm>
              <a:off x="11476260" y="8132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4"/>
            <p:cNvSpPr/>
            <p:nvPr/>
          </p:nvSpPr>
          <p:spPr>
            <a:xfrm>
              <a:off x="11474831" y="8124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5"/>
            <p:cNvSpPr/>
            <p:nvPr/>
          </p:nvSpPr>
          <p:spPr>
            <a:xfrm>
              <a:off x="11473402" y="8123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6"/>
            <p:cNvSpPr/>
            <p:nvPr/>
          </p:nvSpPr>
          <p:spPr>
            <a:xfrm>
              <a:off x="11546284" y="8087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7"/>
            <p:cNvSpPr/>
            <p:nvPr/>
          </p:nvSpPr>
          <p:spPr>
            <a:xfrm>
              <a:off x="11476974" y="8112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8"/>
            <p:cNvSpPr/>
            <p:nvPr/>
          </p:nvSpPr>
          <p:spPr>
            <a:xfrm>
              <a:off x="11404092" y="8117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9"/>
            <p:cNvSpPr/>
            <p:nvPr/>
          </p:nvSpPr>
          <p:spPr>
            <a:xfrm>
              <a:off x="11481262" y="8132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20"/>
            <p:cNvSpPr/>
            <p:nvPr/>
          </p:nvSpPr>
          <p:spPr>
            <a:xfrm>
              <a:off x="11578438" y="8103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1"/>
            <p:cNvSpPr/>
            <p:nvPr/>
          </p:nvSpPr>
          <p:spPr>
            <a:xfrm>
              <a:off x="11499839" y="8101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2"/>
            <p:cNvSpPr/>
            <p:nvPr/>
          </p:nvSpPr>
          <p:spPr>
            <a:xfrm>
              <a:off x="11467686" y="8123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3"/>
            <p:cNvSpPr/>
            <p:nvPr/>
          </p:nvSpPr>
          <p:spPr>
            <a:xfrm>
              <a:off x="11435532" y="8113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4"/>
            <p:cNvSpPr/>
            <p:nvPr/>
          </p:nvSpPr>
          <p:spPr>
            <a:xfrm>
              <a:off x="11459111" y="8104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5"/>
            <p:cNvSpPr/>
            <p:nvPr/>
          </p:nvSpPr>
          <p:spPr>
            <a:xfrm>
              <a:off x="11459111" y="8104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6"/>
            <p:cNvSpPr/>
            <p:nvPr/>
          </p:nvSpPr>
          <p:spPr>
            <a:xfrm>
              <a:off x="11523419" y="8118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7"/>
            <p:cNvSpPr/>
            <p:nvPr/>
          </p:nvSpPr>
          <p:spPr>
            <a:xfrm>
              <a:off x="11558431" y="8174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8"/>
            <p:cNvSpPr/>
            <p:nvPr/>
          </p:nvSpPr>
          <p:spPr>
            <a:xfrm>
              <a:off x="11524133" y="8168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9"/>
            <p:cNvSpPr/>
            <p:nvPr/>
          </p:nvSpPr>
          <p:spPr>
            <a:xfrm>
              <a:off x="11781364" y="8162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30"/>
            <p:cNvSpPr/>
            <p:nvPr/>
          </p:nvSpPr>
          <p:spPr>
            <a:xfrm>
              <a:off x="11982862" y="8167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1"/>
            <p:cNvSpPr/>
            <p:nvPr/>
          </p:nvSpPr>
          <p:spPr>
            <a:xfrm>
              <a:off x="12193648" y="8132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2"/>
            <p:cNvSpPr/>
            <p:nvPr/>
          </p:nvSpPr>
          <p:spPr>
            <a:xfrm>
              <a:off x="12551628" y="8022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3"/>
            <p:cNvSpPr/>
            <p:nvPr/>
          </p:nvSpPr>
          <p:spPr>
            <a:xfrm>
              <a:off x="12551628" y="8022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4"/>
            <p:cNvSpPr/>
            <p:nvPr/>
          </p:nvSpPr>
          <p:spPr>
            <a:xfrm>
              <a:off x="11496981" y="8078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5"/>
            <p:cNvSpPr/>
            <p:nvPr/>
          </p:nvSpPr>
          <p:spPr>
            <a:xfrm>
              <a:off x="11561289" y="8101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6"/>
            <p:cNvSpPr/>
            <p:nvPr/>
          </p:nvSpPr>
          <p:spPr>
            <a:xfrm>
              <a:off x="11496267" y="8076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7"/>
            <p:cNvSpPr/>
            <p:nvPr/>
          </p:nvSpPr>
          <p:spPr>
            <a:xfrm>
              <a:off x="11520561" y="8066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8"/>
            <p:cNvSpPr/>
            <p:nvPr/>
          </p:nvSpPr>
          <p:spPr>
            <a:xfrm>
              <a:off x="11444106" y="8059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9"/>
            <p:cNvSpPr/>
            <p:nvPr/>
          </p:nvSpPr>
          <p:spPr>
            <a:xfrm>
              <a:off x="11411238" y="8093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40"/>
            <p:cNvSpPr/>
            <p:nvPr/>
          </p:nvSpPr>
          <p:spPr>
            <a:xfrm>
              <a:off x="11419097" y="8078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1"/>
            <p:cNvSpPr/>
            <p:nvPr/>
          </p:nvSpPr>
          <p:spPr>
            <a:xfrm>
              <a:off x="11637744" y="8141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2"/>
            <p:cNvSpPr/>
            <p:nvPr/>
          </p:nvSpPr>
          <p:spPr>
            <a:xfrm>
              <a:off x="14100729" y="7301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3"/>
            <p:cNvSpPr/>
            <p:nvPr/>
          </p:nvSpPr>
          <p:spPr>
            <a:xfrm>
              <a:off x="14362961" y="7514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4"/>
            <p:cNvSpPr/>
            <p:nvPr/>
          </p:nvSpPr>
          <p:spPr>
            <a:xfrm>
              <a:off x="14374394" y="7476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5"/>
            <p:cNvSpPr/>
            <p:nvPr/>
          </p:nvSpPr>
          <p:spPr>
            <a:xfrm>
              <a:off x="11540568" y="8138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6"/>
            <p:cNvSpPr/>
            <p:nvPr/>
          </p:nvSpPr>
          <p:spPr>
            <a:xfrm>
              <a:off x="11963569" y="6780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7"/>
            <p:cNvSpPr/>
            <p:nvPr/>
          </p:nvSpPr>
          <p:spPr>
            <a:xfrm>
              <a:off x="11990721" y="6726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8"/>
            <p:cNvSpPr/>
            <p:nvPr/>
          </p:nvSpPr>
          <p:spPr>
            <a:xfrm>
              <a:off x="11990721" y="6726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9"/>
            <p:cNvSpPr/>
            <p:nvPr/>
          </p:nvSpPr>
          <p:spPr>
            <a:xfrm>
              <a:off x="11665610" y="8126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50"/>
            <p:cNvSpPr/>
            <p:nvPr/>
          </p:nvSpPr>
          <p:spPr>
            <a:xfrm>
              <a:off x="11806373" y="8137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1"/>
            <p:cNvSpPr/>
            <p:nvPr/>
          </p:nvSpPr>
          <p:spPr>
            <a:xfrm>
              <a:off x="12058602" y="8105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2"/>
            <p:cNvSpPr/>
            <p:nvPr/>
          </p:nvSpPr>
          <p:spPr>
            <a:xfrm>
              <a:off x="11454824" y="8142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3"/>
            <p:cNvSpPr/>
            <p:nvPr/>
          </p:nvSpPr>
          <p:spPr>
            <a:xfrm>
              <a:off x="11426243" y="8120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4"/>
            <p:cNvSpPr/>
            <p:nvPr/>
          </p:nvSpPr>
          <p:spPr>
            <a:xfrm>
              <a:off x="11433388" y="8139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5"/>
            <p:cNvSpPr/>
            <p:nvPr/>
          </p:nvSpPr>
          <p:spPr>
            <a:xfrm>
              <a:off x="11523419" y="8096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6"/>
            <p:cNvSpPr/>
            <p:nvPr/>
          </p:nvSpPr>
          <p:spPr>
            <a:xfrm>
              <a:off x="11524848" y="8117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7"/>
            <p:cNvSpPr/>
            <p:nvPr/>
          </p:nvSpPr>
          <p:spPr>
            <a:xfrm>
              <a:off x="11628455" y="8059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8"/>
            <p:cNvSpPr/>
            <p:nvPr/>
          </p:nvSpPr>
          <p:spPr>
            <a:xfrm>
              <a:off x="11651320" y="8069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9"/>
            <p:cNvSpPr/>
            <p:nvPr/>
          </p:nvSpPr>
          <p:spPr>
            <a:xfrm>
              <a:off x="11483405" y="8156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60"/>
            <p:cNvSpPr/>
            <p:nvPr/>
          </p:nvSpPr>
          <p:spPr>
            <a:xfrm>
              <a:off x="11537709" y="8166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1"/>
            <p:cNvSpPr/>
            <p:nvPr/>
          </p:nvSpPr>
          <p:spPr>
            <a:xfrm>
              <a:off x="12145060" y="8073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2"/>
            <p:cNvSpPr/>
            <p:nvPr/>
          </p:nvSpPr>
          <p:spPr>
            <a:xfrm>
              <a:off x="11469829" y="8032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3"/>
            <p:cNvSpPr/>
            <p:nvPr/>
          </p:nvSpPr>
          <p:spPr>
            <a:xfrm>
              <a:off x="11511986" y="8113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4"/>
            <p:cNvSpPr/>
            <p:nvPr/>
          </p:nvSpPr>
          <p:spPr>
            <a:xfrm>
              <a:off x="11465542" y="8127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5"/>
            <p:cNvSpPr/>
            <p:nvPr/>
          </p:nvSpPr>
          <p:spPr>
            <a:xfrm>
              <a:off x="11696335" y="8142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6"/>
            <p:cNvSpPr/>
            <p:nvPr/>
          </p:nvSpPr>
          <p:spPr>
            <a:xfrm>
              <a:off x="11662038" y="8144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7"/>
            <p:cNvSpPr/>
            <p:nvPr/>
          </p:nvSpPr>
          <p:spPr>
            <a:xfrm>
              <a:off x="11554144" y="8159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8"/>
            <p:cNvSpPr/>
            <p:nvPr/>
          </p:nvSpPr>
          <p:spPr>
            <a:xfrm>
              <a:off x="11630598" y="8143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9"/>
            <p:cNvSpPr/>
            <p:nvPr/>
          </p:nvSpPr>
          <p:spPr>
            <a:xfrm>
              <a:off x="11399805" y="8162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70"/>
            <p:cNvSpPr/>
            <p:nvPr/>
          </p:nvSpPr>
          <p:spPr>
            <a:xfrm>
              <a:off x="11438390" y="8155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1"/>
            <p:cNvSpPr/>
            <p:nvPr/>
          </p:nvSpPr>
          <p:spPr>
            <a:xfrm>
              <a:off x="11413381" y="8162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2"/>
            <p:cNvSpPr/>
            <p:nvPr/>
          </p:nvSpPr>
          <p:spPr>
            <a:xfrm>
              <a:off x="11391231" y="8161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3"/>
            <p:cNvSpPr/>
            <p:nvPr/>
          </p:nvSpPr>
          <p:spPr>
            <a:xfrm>
              <a:off x="11381227" y="8134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4"/>
            <p:cNvSpPr/>
            <p:nvPr/>
          </p:nvSpPr>
          <p:spPr>
            <a:xfrm>
              <a:off x="11383371" y="8128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5"/>
            <p:cNvSpPr/>
            <p:nvPr/>
          </p:nvSpPr>
          <p:spPr>
            <a:xfrm>
              <a:off x="11427672" y="8149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6"/>
            <p:cNvSpPr/>
            <p:nvPr/>
          </p:nvSpPr>
          <p:spPr>
            <a:xfrm>
              <a:off x="12436588" y="7945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7"/>
            <p:cNvSpPr/>
            <p:nvPr/>
          </p:nvSpPr>
          <p:spPr>
            <a:xfrm>
              <a:off x="12478031" y="7828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8"/>
            <p:cNvSpPr/>
            <p:nvPr/>
          </p:nvSpPr>
          <p:spPr>
            <a:xfrm>
              <a:off x="12478031" y="7828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9"/>
            <p:cNvSpPr/>
            <p:nvPr/>
          </p:nvSpPr>
          <p:spPr>
            <a:xfrm>
              <a:off x="12357990" y="7687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80"/>
            <p:cNvSpPr/>
            <p:nvPr/>
          </p:nvSpPr>
          <p:spPr>
            <a:xfrm>
              <a:off x="12272246" y="7737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1"/>
            <p:cNvSpPr/>
            <p:nvPr/>
          </p:nvSpPr>
          <p:spPr>
            <a:xfrm>
              <a:off x="13637713" y="7882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2"/>
            <p:cNvSpPr/>
            <p:nvPr/>
          </p:nvSpPr>
          <p:spPr>
            <a:xfrm>
              <a:off x="13619850" y="7888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3"/>
            <p:cNvSpPr/>
            <p:nvPr/>
          </p:nvSpPr>
          <p:spPr>
            <a:xfrm>
              <a:off x="14242920" y="7911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4"/>
            <p:cNvSpPr/>
            <p:nvPr/>
          </p:nvSpPr>
          <p:spPr>
            <a:xfrm>
              <a:off x="14242920" y="7911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5"/>
            <p:cNvSpPr/>
            <p:nvPr/>
          </p:nvSpPr>
          <p:spPr>
            <a:xfrm>
              <a:off x="11562718" y="8051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6"/>
            <p:cNvSpPr/>
            <p:nvPr/>
          </p:nvSpPr>
          <p:spPr>
            <a:xfrm>
              <a:off x="11414810" y="8099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7"/>
            <p:cNvSpPr/>
            <p:nvPr/>
          </p:nvSpPr>
          <p:spPr>
            <a:xfrm>
              <a:off x="11438390" y="8105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8"/>
            <p:cNvSpPr/>
            <p:nvPr/>
          </p:nvSpPr>
          <p:spPr>
            <a:xfrm>
              <a:off x="11414096" y="8020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9"/>
            <p:cNvSpPr/>
            <p:nvPr/>
          </p:nvSpPr>
          <p:spPr>
            <a:xfrm>
              <a:off x="13246151" y="7462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90"/>
            <p:cNvSpPr/>
            <p:nvPr/>
          </p:nvSpPr>
          <p:spPr>
            <a:xfrm>
              <a:off x="12981060" y="7435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1"/>
            <p:cNvSpPr/>
            <p:nvPr/>
          </p:nvSpPr>
          <p:spPr>
            <a:xfrm>
              <a:off x="13085382" y="7753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2"/>
            <p:cNvSpPr/>
            <p:nvPr/>
          </p:nvSpPr>
          <p:spPr>
            <a:xfrm>
              <a:off x="12964626" y="7751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3"/>
            <p:cNvSpPr/>
            <p:nvPr/>
          </p:nvSpPr>
          <p:spPr>
            <a:xfrm>
              <a:off x="13205423" y="7727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4"/>
            <p:cNvSpPr/>
            <p:nvPr/>
          </p:nvSpPr>
          <p:spPr>
            <a:xfrm>
              <a:off x="13189703" y="7699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5"/>
            <p:cNvSpPr/>
            <p:nvPr/>
          </p:nvSpPr>
          <p:spPr>
            <a:xfrm>
              <a:off x="12575922" y="7873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6"/>
            <p:cNvSpPr/>
            <p:nvPr/>
          </p:nvSpPr>
          <p:spPr>
            <a:xfrm>
              <a:off x="12700964" y="7873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7"/>
            <p:cNvSpPr/>
            <p:nvPr/>
          </p:nvSpPr>
          <p:spPr>
            <a:xfrm>
              <a:off x="11386229" y="8184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8"/>
            <p:cNvSpPr/>
            <p:nvPr/>
          </p:nvSpPr>
          <p:spPr>
            <a:xfrm>
              <a:off x="11341214" y="8179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9"/>
            <p:cNvSpPr/>
            <p:nvPr/>
          </p:nvSpPr>
          <p:spPr>
            <a:xfrm>
              <a:off x="11572007" y="8069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200"/>
            <p:cNvSpPr/>
            <p:nvPr/>
          </p:nvSpPr>
          <p:spPr>
            <a:xfrm>
              <a:off x="11888544" y="8088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1"/>
            <p:cNvSpPr/>
            <p:nvPr/>
          </p:nvSpPr>
          <p:spPr>
            <a:xfrm>
              <a:off x="11839956" y="8047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2"/>
            <p:cNvSpPr/>
            <p:nvPr/>
          </p:nvSpPr>
          <p:spPr>
            <a:xfrm>
              <a:off x="11834954" y="8062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3"/>
            <p:cNvSpPr/>
            <p:nvPr/>
          </p:nvSpPr>
          <p:spPr>
            <a:xfrm>
              <a:off x="11606304" y="8043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4"/>
            <p:cNvSpPr/>
            <p:nvPr/>
          </p:nvSpPr>
          <p:spPr>
            <a:xfrm>
              <a:off x="11614879" y="8076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5"/>
            <p:cNvSpPr/>
            <p:nvPr/>
          </p:nvSpPr>
          <p:spPr>
            <a:xfrm>
              <a:off x="11695621" y="8047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6"/>
            <p:cNvSpPr/>
            <p:nvPr/>
          </p:nvSpPr>
          <p:spPr>
            <a:xfrm>
              <a:off x="11788509" y="7889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7"/>
            <p:cNvSpPr/>
            <p:nvPr/>
          </p:nvSpPr>
          <p:spPr>
            <a:xfrm>
              <a:off x="11916410" y="7966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8"/>
            <p:cNvSpPr/>
            <p:nvPr/>
          </p:nvSpPr>
          <p:spPr>
            <a:xfrm>
              <a:off x="12105046" y="8014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9"/>
            <p:cNvSpPr/>
            <p:nvPr/>
          </p:nvSpPr>
          <p:spPr>
            <a:xfrm>
              <a:off x="11546998" y="8031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10"/>
            <p:cNvSpPr/>
            <p:nvPr/>
          </p:nvSpPr>
          <p:spPr>
            <a:xfrm>
              <a:off x="11602017" y="8024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1"/>
            <p:cNvSpPr/>
            <p:nvPr/>
          </p:nvSpPr>
          <p:spPr>
            <a:xfrm>
              <a:off x="12445877" y="7988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2"/>
            <p:cNvSpPr/>
            <p:nvPr/>
          </p:nvSpPr>
          <p:spPr>
            <a:xfrm>
              <a:off x="11412667" y="8153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3"/>
            <p:cNvSpPr/>
            <p:nvPr/>
          </p:nvSpPr>
          <p:spPr>
            <a:xfrm>
              <a:off x="14057142" y="75202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4"/>
            <p:cNvSpPr/>
            <p:nvPr/>
          </p:nvSpPr>
          <p:spPr>
            <a:xfrm>
              <a:off x="14495864" y="7325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5"/>
            <p:cNvSpPr/>
            <p:nvPr/>
          </p:nvSpPr>
          <p:spPr>
            <a:xfrm>
              <a:off x="11938561" y="8106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6"/>
            <p:cNvSpPr/>
            <p:nvPr/>
          </p:nvSpPr>
          <p:spPr>
            <a:xfrm>
              <a:off x="11551286" y="8120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7"/>
            <p:cNvSpPr/>
            <p:nvPr/>
          </p:nvSpPr>
          <p:spPr>
            <a:xfrm>
              <a:off x="11550571" y="8112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8"/>
            <p:cNvSpPr/>
            <p:nvPr/>
          </p:nvSpPr>
          <p:spPr>
            <a:xfrm>
              <a:off x="11562718" y="8108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9"/>
            <p:cNvSpPr/>
            <p:nvPr/>
          </p:nvSpPr>
          <p:spPr>
            <a:xfrm>
              <a:off x="11520561" y="8102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20"/>
            <p:cNvSpPr/>
            <p:nvPr/>
          </p:nvSpPr>
          <p:spPr>
            <a:xfrm>
              <a:off x="11977860" y="8057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1"/>
            <p:cNvSpPr/>
            <p:nvPr/>
          </p:nvSpPr>
          <p:spPr>
            <a:xfrm>
              <a:off x="12267959" y="8011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2"/>
            <p:cNvSpPr/>
            <p:nvPr/>
          </p:nvSpPr>
          <p:spPr>
            <a:xfrm>
              <a:off x="13531248" y="7709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3"/>
            <p:cNvSpPr/>
            <p:nvPr/>
          </p:nvSpPr>
          <p:spPr>
            <a:xfrm>
              <a:off x="11419812" y="8126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4"/>
            <p:cNvSpPr/>
            <p:nvPr/>
          </p:nvSpPr>
          <p:spPr>
            <a:xfrm>
              <a:off x="11687046" y="8141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5"/>
            <p:cNvSpPr/>
            <p:nvPr/>
          </p:nvSpPr>
          <p:spPr>
            <a:xfrm>
              <a:off x="13399775" y="7772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6"/>
            <p:cNvSpPr/>
            <p:nvPr/>
          </p:nvSpPr>
          <p:spPr>
            <a:xfrm>
              <a:off x="13297597" y="7934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7"/>
            <p:cNvSpPr/>
            <p:nvPr/>
          </p:nvSpPr>
          <p:spPr>
            <a:xfrm>
              <a:off x="11491265" y="8132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8"/>
            <p:cNvSpPr/>
            <p:nvPr/>
          </p:nvSpPr>
          <p:spPr>
            <a:xfrm>
              <a:off x="13171125" y="7875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9"/>
            <p:cNvSpPr/>
            <p:nvPr/>
          </p:nvSpPr>
          <p:spPr>
            <a:xfrm>
              <a:off x="13197563" y="7954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30"/>
            <p:cNvSpPr/>
            <p:nvPr/>
          </p:nvSpPr>
          <p:spPr>
            <a:xfrm>
              <a:off x="11810660" y="8134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1"/>
            <p:cNvSpPr/>
            <p:nvPr/>
          </p:nvSpPr>
          <p:spPr>
            <a:xfrm>
              <a:off x="11919983" y="8124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2"/>
            <p:cNvSpPr/>
            <p:nvPr/>
          </p:nvSpPr>
          <p:spPr>
            <a:xfrm>
              <a:off x="11509843" y="7936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3"/>
            <p:cNvSpPr/>
            <p:nvPr/>
          </p:nvSpPr>
          <p:spPr>
            <a:xfrm>
              <a:off x="13642715" y="7936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4"/>
            <p:cNvSpPr/>
            <p:nvPr/>
          </p:nvSpPr>
          <p:spPr>
            <a:xfrm>
              <a:off x="12846014" y="7403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5"/>
            <p:cNvSpPr/>
            <p:nvPr/>
          </p:nvSpPr>
          <p:spPr>
            <a:xfrm>
              <a:off x="12963911" y="8095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6"/>
            <p:cNvSpPr/>
            <p:nvPr/>
          </p:nvSpPr>
          <p:spPr>
            <a:xfrm>
              <a:off x="13262585" y="7340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7"/>
            <p:cNvSpPr/>
            <p:nvPr/>
          </p:nvSpPr>
          <p:spPr>
            <a:xfrm>
              <a:off x="13391200" y="7441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8"/>
            <p:cNvSpPr/>
            <p:nvPr/>
          </p:nvSpPr>
          <p:spPr>
            <a:xfrm>
              <a:off x="13469084" y="7403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9"/>
            <p:cNvSpPr/>
            <p:nvPr/>
          </p:nvSpPr>
          <p:spPr>
            <a:xfrm>
              <a:off x="11458397" y="8179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40"/>
            <p:cNvSpPr/>
            <p:nvPr/>
          </p:nvSpPr>
          <p:spPr>
            <a:xfrm>
              <a:off x="11458397" y="8179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1"/>
            <p:cNvSpPr/>
            <p:nvPr/>
          </p:nvSpPr>
          <p:spPr>
            <a:xfrm>
              <a:off x="11451966" y="8182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2"/>
            <p:cNvSpPr/>
            <p:nvPr/>
          </p:nvSpPr>
          <p:spPr>
            <a:xfrm>
              <a:off x="11460540" y="8187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3"/>
            <p:cNvSpPr/>
            <p:nvPr/>
          </p:nvSpPr>
          <p:spPr>
            <a:xfrm>
              <a:off x="11976431" y="7901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4"/>
            <p:cNvSpPr/>
            <p:nvPr/>
          </p:nvSpPr>
          <p:spPr>
            <a:xfrm>
              <a:off x="14849556" y="7333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5"/>
            <p:cNvSpPr/>
            <p:nvPr/>
          </p:nvSpPr>
          <p:spPr>
            <a:xfrm>
              <a:off x="15339724" y="7554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6"/>
            <p:cNvSpPr/>
            <p:nvPr/>
          </p:nvSpPr>
          <p:spPr>
            <a:xfrm>
              <a:off x="11459111" y="8026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7"/>
            <p:cNvSpPr/>
            <p:nvPr/>
          </p:nvSpPr>
          <p:spPr>
            <a:xfrm>
              <a:off x="11423385" y="8064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8"/>
            <p:cNvSpPr/>
            <p:nvPr/>
          </p:nvSpPr>
          <p:spPr>
            <a:xfrm>
              <a:off x="11630598" y="8137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9"/>
            <p:cNvSpPr/>
            <p:nvPr/>
          </p:nvSpPr>
          <p:spPr>
            <a:xfrm>
              <a:off x="11747781" y="8105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50"/>
            <p:cNvSpPr/>
            <p:nvPr/>
          </p:nvSpPr>
          <p:spPr>
            <a:xfrm>
              <a:off x="12045026" y="8103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1"/>
            <p:cNvSpPr/>
            <p:nvPr/>
          </p:nvSpPr>
          <p:spPr>
            <a:xfrm>
              <a:off x="12110763" y="7828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2"/>
            <p:cNvSpPr/>
            <p:nvPr/>
          </p:nvSpPr>
          <p:spPr>
            <a:xfrm>
              <a:off x="12385857" y="7811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3"/>
            <p:cNvSpPr/>
            <p:nvPr/>
          </p:nvSpPr>
          <p:spPr>
            <a:xfrm>
              <a:off x="12425870" y="7718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4"/>
            <p:cNvSpPr/>
            <p:nvPr/>
          </p:nvSpPr>
          <p:spPr>
            <a:xfrm>
              <a:off x="11541997" y="8128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5"/>
            <p:cNvSpPr/>
            <p:nvPr/>
          </p:nvSpPr>
          <p:spPr>
            <a:xfrm>
              <a:off x="11516274" y="8127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6"/>
            <p:cNvSpPr/>
            <p:nvPr/>
          </p:nvSpPr>
          <p:spPr>
            <a:xfrm>
              <a:off x="11559860" y="8147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7"/>
            <p:cNvSpPr/>
            <p:nvPr/>
          </p:nvSpPr>
          <p:spPr>
            <a:xfrm>
              <a:off x="11483405" y="8139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8"/>
            <p:cNvSpPr/>
            <p:nvPr/>
          </p:nvSpPr>
          <p:spPr>
            <a:xfrm>
              <a:off x="11470544" y="8065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9"/>
            <p:cNvSpPr/>
            <p:nvPr/>
          </p:nvSpPr>
          <p:spPr>
            <a:xfrm>
              <a:off x="11465542" y="8074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60"/>
            <p:cNvSpPr/>
            <p:nvPr/>
          </p:nvSpPr>
          <p:spPr>
            <a:xfrm>
              <a:off x="12119337" y="7862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1"/>
            <p:cNvSpPr/>
            <p:nvPr/>
          </p:nvSpPr>
          <p:spPr>
            <a:xfrm>
              <a:off x="12845299" y="7750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2"/>
            <p:cNvSpPr/>
            <p:nvPr/>
          </p:nvSpPr>
          <p:spPr>
            <a:xfrm>
              <a:off x="14393686" y="8020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3"/>
            <p:cNvSpPr/>
            <p:nvPr/>
          </p:nvSpPr>
          <p:spPr>
            <a:xfrm>
              <a:off x="13472657" y="7376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4"/>
            <p:cNvSpPr/>
            <p:nvPr/>
          </p:nvSpPr>
          <p:spPr>
            <a:xfrm>
              <a:off x="14113590" y="7462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5"/>
            <p:cNvSpPr/>
            <p:nvPr/>
          </p:nvSpPr>
          <p:spPr>
            <a:xfrm>
              <a:off x="14430842" y="7618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6"/>
            <p:cNvSpPr/>
            <p:nvPr/>
          </p:nvSpPr>
          <p:spPr>
            <a:xfrm>
              <a:off x="11418383" y="8091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7"/>
            <p:cNvSpPr/>
            <p:nvPr/>
          </p:nvSpPr>
          <p:spPr>
            <a:xfrm>
              <a:off x="11489121" y="8095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8"/>
            <p:cNvSpPr/>
            <p:nvPr/>
          </p:nvSpPr>
          <p:spPr>
            <a:xfrm>
              <a:off x="11431959" y="8121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9"/>
            <p:cNvSpPr/>
            <p:nvPr/>
          </p:nvSpPr>
          <p:spPr>
            <a:xfrm>
              <a:off x="11408380" y="8092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70"/>
            <p:cNvSpPr/>
            <p:nvPr/>
          </p:nvSpPr>
          <p:spPr>
            <a:xfrm>
              <a:off x="11364079" y="8112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1"/>
            <p:cNvSpPr/>
            <p:nvPr/>
          </p:nvSpPr>
          <p:spPr>
            <a:xfrm>
              <a:off x="11467686" y="8112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2"/>
            <p:cNvSpPr/>
            <p:nvPr/>
          </p:nvSpPr>
          <p:spPr>
            <a:xfrm>
              <a:off x="11513415" y="8125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3"/>
            <p:cNvSpPr/>
            <p:nvPr/>
          </p:nvSpPr>
          <p:spPr>
            <a:xfrm>
              <a:off x="11741351" y="8062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4"/>
            <p:cNvSpPr/>
            <p:nvPr/>
          </p:nvSpPr>
          <p:spPr>
            <a:xfrm>
              <a:off x="12220086" y="7651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5"/>
            <p:cNvSpPr/>
            <p:nvPr/>
          </p:nvSpPr>
          <p:spPr>
            <a:xfrm>
              <a:off x="11579152" y="8005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6"/>
            <p:cNvSpPr/>
            <p:nvPr/>
          </p:nvSpPr>
          <p:spPr>
            <a:xfrm>
              <a:off x="11772075" y="7978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7"/>
            <p:cNvSpPr/>
            <p:nvPr/>
          </p:nvSpPr>
          <p:spPr>
            <a:xfrm>
              <a:off x="11415525" y="8138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8"/>
            <p:cNvSpPr/>
            <p:nvPr/>
          </p:nvSpPr>
          <p:spPr>
            <a:xfrm>
              <a:off x="11416954" y="8116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9"/>
            <p:cNvSpPr/>
            <p:nvPr/>
          </p:nvSpPr>
          <p:spPr>
            <a:xfrm>
              <a:off x="11489121" y="8099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80"/>
            <p:cNvSpPr/>
            <p:nvPr/>
          </p:nvSpPr>
          <p:spPr>
            <a:xfrm>
              <a:off x="11368366" y="8128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1"/>
            <p:cNvSpPr/>
            <p:nvPr/>
          </p:nvSpPr>
          <p:spPr>
            <a:xfrm>
              <a:off x="11374082" y="8125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2"/>
            <p:cNvSpPr/>
            <p:nvPr/>
          </p:nvSpPr>
          <p:spPr>
            <a:xfrm>
              <a:off x="11391945" y="8103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3"/>
            <p:cNvSpPr/>
            <p:nvPr/>
          </p:nvSpPr>
          <p:spPr>
            <a:xfrm>
              <a:off x="11526277" y="8121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4"/>
            <p:cNvSpPr/>
            <p:nvPr/>
          </p:nvSpPr>
          <p:spPr>
            <a:xfrm>
              <a:off x="11622024" y="8079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5"/>
            <p:cNvSpPr/>
            <p:nvPr/>
          </p:nvSpPr>
          <p:spPr>
            <a:xfrm>
              <a:off x="11622024" y="8079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6"/>
            <p:cNvSpPr/>
            <p:nvPr/>
          </p:nvSpPr>
          <p:spPr>
            <a:xfrm>
              <a:off x="11587727" y="8108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7"/>
            <p:cNvSpPr/>
            <p:nvPr/>
          </p:nvSpPr>
          <p:spPr>
            <a:xfrm>
              <a:off x="11483405" y="8169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8"/>
            <p:cNvSpPr/>
            <p:nvPr/>
          </p:nvSpPr>
          <p:spPr>
            <a:xfrm>
              <a:off x="11491265" y="8176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9"/>
            <p:cNvSpPr/>
            <p:nvPr/>
          </p:nvSpPr>
          <p:spPr>
            <a:xfrm>
              <a:off x="11557002" y="8070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90"/>
            <p:cNvSpPr/>
            <p:nvPr/>
          </p:nvSpPr>
          <p:spPr>
            <a:xfrm>
              <a:off x="11552000" y="8086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1"/>
            <p:cNvSpPr/>
            <p:nvPr/>
          </p:nvSpPr>
          <p:spPr>
            <a:xfrm>
              <a:off x="11453395" y="8152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2"/>
            <p:cNvSpPr/>
            <p:nvPr/>
          </p:nvSpPr>
          <p:spPr>
            <a:xfrm>
              <a:off x="11474831" y="8147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3"/>
            <p:cNvSpPr/>
            <p:nvPr/>
          </p:nvSpPr>
          <p:spPr>
            <a:xfrm>
              <a:off x="11536280" y="8132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4"/>
            <p:cNvSpPr/>
            <p:nvPr/>
          </p:nvSpPr>
          <p:spPr>
            <a:xfrm>
              <a:off x="12309402" y="7837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5"/>
            <p:cNvSpPr/>
            <p:nvPr/>
          </p:nvSpPr>
          <p:spPr>
            <a:xfrm>
              <a:off x="12122195" y="7696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6"/>
            <p:cNvSpPr/>
            <p:nvPr/>
          </p:nvSpPr>
          <p:spPr>
            <a:xfrm>
              <a:off x="12180072" y="7828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7"/>
            <p:cNvSpPr/>
            <p:nvPr/>
          </p:nvSpPr>
          <p:spPr>
            <a:xfrm>
              <a:off x="12163638" y="7849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8"/>
            <p:cNvSpPr/>
            <p:nvPr/>
          </p:nvSpPr>
          <p:spPr>
            <a:xfrm>
              <a:off x="12289395" y="7825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9"/>
            <p:cNvSpPr/>
            <p:nvPr/>
          </p:nvSpPr>
          <p:spPr>
            <a:xfrm>
              <a:off x="13676298" y="7695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300"/>
            <p:cNvSpPr/>
            <p:nvPr/>
          </p:nvSpPr>
          <p:spPr>
            <a:xfrm>
              <a:off x="13750609" y="7327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1"/>
            <p:cNvSpPr/>
            <p:nvPr/>
          </p:nvSpPr>
          <p:spPr>
            <a:xfrm>
              <a:off x="12502325" y="7874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2"/>
            <p:cNvSpPr/>
            <p:nvPr/>
          </p:nvSpPr>
          <p:spPr>
            <a:xfrm>
              <a:off x="11502697" y="8112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3"/>
            <p:cNvSpPr/>
            <p:nvPr/>
          </p:nvSpPr>
          <p:spPr>
            <a:xfrm>
              <a:off x="11369795" y="8081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4"/>
            <p:cNvSpPr/>
            <p:nvPr/>
          </p:nvSpPr>
          <p:spPr>
            <a:xfrm>
              <a:off x="11421956" y="8112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5"/>
            <p:cNvSpPr/>
            <p:nvPr/>
          </p:nvSpPr>
          <p:spPr>
            <a:xfrm>
              <a:off x="11538424" y="799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6"/>
            <p:cNvSpPr/>
            <p:nvPr/>
          </p:nvSpPr>
          <p:spPr>
            <a:xfrm>
              <a:off x="11590585" y="7996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7"/>
            <p:cNvSpPr/>
            <p:nvPr/>
          </p:nvSpPr>
          <p:spPr>
            <a:xfrm>
              <a:off x="11460540" y="8162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8"/>
            <p:cNvSpPr/>
            <p:nvPr/>
          </p:nvSpPr>
          <p:spPr>
            <a:xfrm>
              <a:off x="11491265" y="8156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9"/>
            <p:cNvSpPr/>
            <p:nvPr/>
          </p:nvSpPr>
          <p:spPr>
            <a:xfrm>
              <a:off x="11449822" y="8173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10"/>
            <p:cNvSpPr/>
            <p:nvPr/>
          </p:nvSpPr>
          <p:spPr>
            <a:xfrm>
              <a:off x="11583439" y="8045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1"/>
            <p:cNvSpPr/>
            <p:nvPr/>
          </p:nvSpPr>
          <p:spPr>
            <a:xfrm>
              <a:off x="11521990" y="8156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2"/>
            <p:cNvSpPr/>
            <p:nvPr/>
          </p:nvSpPr>
          <p:spPr>
            <a:xfrm>
              <a:off x="11459111" y="8103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3"/>
            <p:cNvSpPr/>
            <p:nvPr/>
          </p:nvSpPr>
          <p:spPr>
            <a:xfrm>
              <a:off x="11411952" y="8159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4"/>
            <p:cNvSpPr/>
            <p:nvPr/>
          </p:nvSpPr>
          <p:spPr>
            <a:xfrm>
              <a:off x="14014271" y="7575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5"/>
            <p:cNvSpPr/>
            <p:nvPr/>
          </p:nvSpPr>
          <p:spPr>
            <a:xfrm>
              <a:off x="13861361" y="7716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6"/>
            <p:cNvSpPr/>
            <p:nvPr/>
          </p:nvSpPr>
          <p:spPr>
            <a:xfrm>
              <a:off x="11496267" y="8117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7"/>
            <p:cNvSpPr/>
            <p:nvPr/>
          </p:nvSpPr>
          <p:spPr>
            <a:xfrm>
              <a:off x="11448393" y="8123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8"/>
            <p:cNvSpPr/>
            <p:nvPr/>
          </p:nvSpPr>
          <p:spPr>
            <a:xfrm>
              <a:off x="11453395" y="8117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9"/>
            <p:cNvSpPr/>
            <p:nvPr/>
          </p:nvSpPr>
          <p:spPr>
            <a:xfrm>
              <a:off x="11518417" y="8057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20"/>
            <p:cNvSpPr/>
            <p:nvPr/>
          </p:nvSpPr>
          <p:spPr>
            <a:xfrm>
              <a:off x="12880311" y="8007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1"/>
            <p:cNvSpPr/>
            <p:nvPr/>
          </p:nvSpPr>
          <p:spPr>
            <a:xfrm>
              <a:off x="11509128" y="8114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2"/>
            <p:cNvSpPr/>
            <p:nvPr/>
          </p:nvSpPr>
          <p:spPr>
            <a:xfrm>
              <a:off x="11446250" y="8151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3"/>
            <p:cNvSpPr/>
            <p:nvPr/>
          </p:nvSpPr>
          <p:spPr>
            <a:xfrm>
              <a:off x="11486978" y="8139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4"/>
            <p:cNvSpPr/>
            <p:nvPr/>
          </p:nvSpPr>
          <p:spPr>
            <a:xfrm>
              <a:off x="12705252" y="7810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5"/>
            <p:cNvSpPr/>
            <p:nvPr/>
          </p:nvSpPr>
          <p:spPr>
            <a:xfrm>
              <a:off x="12853159" y="7753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6"/>
            <p:cNvSpPr/>
            <p:nvPr/>
          </p:nvSpPr>
          <p:spPr>
            <a:xfrm>
              <a:off x="11545569" y="8144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7"/>
            <p:cNvSpPr/>
            <p:nvPr/>
          </p:nvSpPr>
          <p:spPr>
            <a:xfrm>
              <a:off x="11547713" y="8144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8"/>
            <p:cNvSpPr/>
            <p:nvPr/>
          </p:nvSpPr>
          <p:spPr>
            <a:xfrm>
              <a:off x="11479118" y="8140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9"/>
            <p:cNvSpPr/>
            <p:nvPr/>
          </p:nvSpPr>
          <p:spPr>
            <a:xfrm>
              <a:off x="11512701" y="8148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30"/>
            <p:cNvSpPr/>
            <p:nvPr/>
          </p:nvSpPr>
          <p:spPr>
            <a:xfrm>
              <a:off x="13647002" y="8037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1"/>
            <p:cNvSpPr/>
            <p:nvPr/>
          </p:nvSpPr>
          <p:spPr>
            <a:xfrm>
              <a:off x="11755641" y="8098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2"/>
            <p:cNvSpPr/>
            <p:nvPr/>
          </p:nvSpPr>
          <p:spPr>
            <a:xfrm>
              <a:off x="11434103" y="8128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3"/>
            <p:cNvSpPr/>
            <p:nvPr/>
          </p:nvSpPr>
          <p:spPr>
            <a:xfrm>
              <a:off x="12756698" y="7624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4"/>
            <p:cNvSpPr/>
            <p:nvPr/>
          </p:nvSpPr>
          <p:spPr>
            <a:xfrm>
              <a:off x="12821720" y="7557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5"/>
            <p:cNvSpPr/>
            <p:nvPr/>
          </p:nvSpPr>
          <p:spPr>
            <a:xfrm>
              <a:off x="11852103" y="8081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6"/>
            <p:cNvSpPr/>
            <p:nvPr/>
          </p:nvSpPr>
          <p:spPr>
            <a:xfrm>
              <a:off x="11809945" y="8066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7"/>
            <p:cNvSpPr/>
            <p:nvPr/>
          </p:nvSpPr>
          <p:spPr>
            <a:xfrm>
              <a:off x="11794226" y="7916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8"/>
            <p:cNvSpPr/>
            <p:nvPr/>
          </p:nvSpPr>
          <p:spPr>
            <a:xfrm>
              <a:off x="11780650" y="7911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9"/>
            <p:cNvSpPr/>
            <p:nvPr/>
          </p:nvSpPr>
          <p:spPr>
            <a:xfrm>
              <a:off x="11446250" y="8137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40"/>
            <p:cNvSpPr/>
            <p:nvPr/>
          </p:nvSpPr>
          <p:spPr>
            <a:xfrm>
              <a:off x="11506985" y="8147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1"/>
            <p:cNvSpPr/>
            <p:nvPr/>
          </p:nvSpPr>
          <p:spPr>
            <a:xfrm>
              <a:off x="11504841" y="8176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2"/>
            <p:cNvSpPr/>
            <p:nvPr/>
          </p:nvSpPr>
          <p:spPr>
            <a:xfrm>
              <a:off x="11408380" y="8152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3"/>
            <p:cNvSpPr/>
            <p:nvPr/>
          </p:nvSpPr>
          <p:spPr>
            <a:xfrm>
              <a:off x="11973573" y="7709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4"/>
            <p:cNvSpPr/>
            <p:nvPr/>
          </p:nvSpPr>
          <p:spPr>
            <a:xfrm>
              <a:off x="12100045" y="7600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5"/>
            <p:cNvSpPr/>
            <p:nvPr/>
          </p:nvSpPr>
          <p:spPr>
            <a:xfrm>
              <a:off x="12218657" y="7655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6"/>
            <p:cNvSpPr/>
            <p:nvPr/>
          </p:nvSpPr>
          <p:spPr>
            <a:xfrm>
              <a:off x="12406578" y="7712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7"/>
            <p:cNvSpPr/>
            <p:nvPr/>
          </p:nvSpPr>
          <p:spPr>
            <a:xfrm>
              <a:off x="12444448" y="75202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8"/>
            <p:cNvSpPr/>
            <p:nvPr/>
          </p:nvSpPr>
          <p:spPr>
            <a:xfrm>
              <a:off x="11549142" y="8116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9"/>
            <p:cNvSpPr/>
            <p:nvPr/>
          </p:nvSpPr>
          <p:spPr>
            <a:xfrm>
              <a:off x="11506985" y="8118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50"/>
            <p:cNvSpPr/>
            <p:nvPr/>
          </p:nvSpPr>
          <p:spPr>
            <a:xfrm>
              <a:off x="11490550" y="8122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1"/>
            <p:cNvSpPr/>
            <p:nvPr/>
          </p:nvSpPr>
          <p:spPr>
            <a:xfrm>
              <a:off x="12332981" y="7464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2"/>
            <p:cNvSpPr/>
            <p:nvPr/>
          </p:nvSpPr>
          <p:spPr>
            <a:xfrm>
              <a:off x="12540195" y="7440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3"/>
            <p:cNvSpPr/>
            <p:nvPr/>
          </p:nvSpPr>
          <p:spPr>
            <a:xfrm>
              <a:off x="11487692" y="8162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4"/>
            <p:cNvSpPr/>
            <p:nvPr/>
          </p:nvSpPr>
          <p:spPr>
            <a:xfrm>
              <a:off x="11491980" y="8167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5"/>
            <p:cNvSpPr/>
            <p:nvPr/>
          </p:nvSpPr>
          <p:spPr>
            <a:xfrm>
              <a:off x="11479118" y="8158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6"/>
            <p:cNvSpPr/>
            <p:nvPr/>
          </p:nvSpPr>
          <p:spPr>
            <a:xfrm>
              <a:off x="11415525" y="8054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7"/>
            <p:cNvSpPr/>
            <p:nvPr/>
          </p:nvSpPr>
          <p:spPr>
            <a:xfrm>
              <a:off x="11440533" y="8071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8"/>
            <p:cNvSpPr/>
            <p:nvPr/>
          </p:nvSpPr>
          <p:spPr>
            <a:xfrm>
              <a:off x="11448393" y="8100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9"/>
            <p:cNvSpPr/>
            <p:nvPr/>
          </p:nvSpPr>
          <p:spPr>
            <a:xfrm>
              <a:off x="11502697" y="8157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60"/>
            <p:cNvSpPr/>
            <p:nvPr/>
          </p:nvSpPr>
          <p:spPr>
            <a:xfrm>
              <a:off x="12144345" y="7116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1"/>
            <p:cNvSpPr/>
            <p:nvPr/>
          </p:nvSpPr>
          <p:spPr>
            <a:xfrm>
              <a:off x="12190790" y="7024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2"/>
            <p:cNvSpPr/>
            <p:nvPr/>
          </p:nvSpPr>
          <p:spPr>
            <a:xfrm>
              <a:off x="12190790" y="7024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3"/>
            <p:cNvSpPr/>
            <p:nvPr/>
          </p:nvSpPr>
          <p:spPr>
            <a:xfrm>
              <a:off x="11520561" y="8119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4"/>
            <p:cNvSpPr/>
            <p:nvPr/>
          </p:nvSpPr>
          <p:spPr>
            <a:xfrm>
              <a:off x="11304058" y="8102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5"/>
            <p:cNvSpPr/>
            <p:nvPr/>
          </p:nvSpPr>
          <p:spPr>
            <a:xfrm>
              <a:off x="11459826" y="8109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6"/>
            <p:cNvSpPr/>
            <p:nvPr/>
          </p:nvSpPr>
          <p:spPr>
            <a:xfrm>
              <a:off x="11423385" y="8170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7"/>
            <p:cNvSpPr/>
            <p:nvPr/>
          </p:nvSpPr>
          <p:spPr>
            <a:xfrm>
              <a:off x="11429101" y="8166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8"/>
            <p:cNvSpPr/>
            <p:nvPr/>
          </p:nvSpPr>
          <p:spPr>
            <a:xfrm>
              <a:off x="11367651" y="8185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9"/>
            <p:cNvSpPr/>
            <p:nvPr/>
          </p:nvSpPr>
          <p:spPr>
            <a:xfrm>
              <a:off x="11436961" y="8132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70"/>
            <p:cNvSpPr/>
            <p:nvPr/>
          </p:nvSpPr>
          <p:spPr>
            <a:xfrm>
              <a:off x="12018588" y="8107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1"/>
            <p:cNvSpPr/>
            <p:nvPr/>
          </p:nvSpPr>
          <p:spPr>
            <a:xfrm>
              <a:off x="11984291" y="8102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2"/>
            <p:cNvSpPr/>
            <p:nvPr/>
          </p:nvSpPr>
          <p:spPr>
            <a:xfrm>
              <a:off x="12298684" y="7767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3"/>
            <p:cNvSpPr/>
            <p:nvPr/>
          </p:nvSpPr>
          <p:spPr>
            <a:xfrm>
              <a:off x="12480175" y="7726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4"/>
            <p:cNvSpPr/>
            <p:nvPr/>
          </p:nvSpPr>
          <p:spPr>
            <a:xfrm>
              <a:off x="12422298" y="7703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5"/>
            <p:cNvSpPr/>
            <p:nvPr/>
          </p:nvSpPr>
          <p:spPr>
            <a:xfrm>
              <a:off x="12350845" y="7730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6"/>
            <p:cNvSpPr/>
            <p:nvPr/>
          </p:nvSpPr>
          <p:spPr>
            <a:xfrm>
              <a:off x="11459826" y="8150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7"/>
            <p:cNvSpPr/>
            <p:nvPr/>
          </p:nvSpPr>
          <p:spPr>
            <a:xfrm>
              <a:off x="11467686" y="8091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8"/>
            <p:cNvSpPr/>
            <p:nvPr/>
          </p:nvSpPr>
          <p:spPr>
            <a:xfrm>
              <a:off x="11513415" y="8117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9"/>
            <p:cNvSpPr/>
            <p:nvPr/>
          </p:nvSpPr>
          <p:spPr>
            <a:xfrm>
              <a:off x="11529135" y="8138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80"/>
            <p:cNvSpPr/>
            <p:nvPr/>
          </p:nvSpPr>
          <p:spPr>
            <a:xfrm>
              <a:off x="11534137" y="8152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1"/>
            <p:cNvSpPr/>
            <p:nvPr/>
          </p:nvSpPr>
          <p:spPr>
            <a:xfrm>
              <a:off x="11522704" y="8162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2"/>
            <p:cNvSpPr/>
            <p:nvPr/>
          </p:nvSpPr>
          <p:spPr>
            <a:xfrm>
              <a:off x="12314404" y="7940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3"/>
            <p:cNvSpPr/>
            <p:nvPr/>
          </p:nvSpPr>
          <p:spPr>
            <a:xfrm>
              <a:off x="11461969" y="8139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4"/>
            <p:cNvSpPr/>
            <p:nvPr/>
          </p:nvSpPr>
          <p:spPr>
            <a:xfrm>
              <a:off x="11463398" y="8156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5"/>
            <p:cNvSpPr/>
            <p:nvPr/>
          </p:nvSpPr>
          <p:spPr>
            <a:xfrm>
              <a:off x="11480547" y="8150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6"/>
            <p:cNvSpPr/>
            <p:nvPr/>
          </p:nvSpPr>
          <p:spPr>
            <a:xfrm>
              <a:off x="11458397" y="8150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7"/>
            <p:cNvSpPr/>
            <p:nvPr/>
          </p:nvSpPr>
          <p:spPr>
            <a:xfrm>
              <a:off x="12907464" y="7635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8"/>
            <p:cNvSpPr/>
            <p:nvPr/>
          </p:nvSpPr>
          <p:spPr>
            <a:xfrm>
              <a:off x="11876397" y="7835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9"/>
            <p:cNvSpPr/>
            <p:nvPr/>
          </p:nvSpPr>
          <p:spPr>
            <a:xfrm>
              <a:off x="11894260" y="7704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90"/>
            <p:cNvSpPr/>
            <p:nvPr/>
          </p:nvSpPr>
          <p:spPr>
            <a:xfrm>
              <a:off x="11749210" y="7748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1"/>
            <p:cNvSpPr/>
            <p:nvPr/>
          </p:nvSpPr>
          <p:spPr>
            <a:xfrm>
              <a:off x="11425528" y="8144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2"/>
            <p:cNvSpPr/>
            <p:nvPr/>
          </p:nvSpPr>
          <p:spPr>
            <a:xfrm>
              <a:off x="11552715" y="8128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3"/>
            <p:cNvSpPr/>
            <p:nvPr/>
          </p:nvSpPr>
          <p:spPr>
            <a:xfrm>
              <a:off x="12057887" y="7502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4"/>
            <p:cNvSpPr/>
            <p:nvPr/>
          </p:nvSpPr>
          <p:spPr>
            <a:xfrm>
              <a:off x="12590212" y="7576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5"/>
            <p:cNvSpPr/>
            <p:nvPr/>
          </p:nvSpPr>
          <p:spPr>
            <a:xfrm>
              <a:off x="12412294" y="7585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6"/>
            <p:cNvSpPr/>
            <p:nvPr/>
          </p:nvSpPr>
          <p:spPr>
            <a:xfrm>
              <a:off x="11629169" y="8139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7"/>
            <p:cNvSpPr/>
            <p:nvPr/>
          </p:nvSpPr>
          <p:spPr>
            <a:xfrm>
              <a:off x="13727744" y="7874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8"/>
            <p:cNvSpPr/>
            <p:nvPr/>
          </p:nvSpPr>
          <p:spPr>
            <a:xfrm>
              <a:off x="11469115" y="8138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9"/>
            <p:cNvSpPr/>
            <p:nvPr/>
          </p:nvSpPr>
          <p:spPr>
            <a:xfrm>
              <a:off x="11499125" y="8153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400"/>
            <p:cNvSpPr/>
            <p:nvPr/>
          </p:nvSpPr>
          <p:spPr>
            <a:xfrm>
              <a:off x="11446964" y="8186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1"/>
            <p:cNvSpPr/>
            <p:nvPr/>
          </p:nvSpPr>
          <p:spPr>
            <a:xfrm>
              <a:off x="11460540" y="8184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2"/>
            <p:cNvSpPr/>
            <p:nvPr/>
          </p:nvSpPr>
          <p:spPr>
            <a:xfrm>
              <a:off x="11625597" y="8046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3"/>
            <p:cNvSpPr/>
            <p:nvPr/>
          </p:nvSpPr>
          <p:spPr>
            <a:xfrm>
              <a:off x="13479802" y="7456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4"/>
            <p:cNvSpPr/>
            <p:nvPr/>
          </p:nvSpPr>
          <p:spPr>
            <a:xfrm>
              <a:off x="13459795" y="7466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5"/>
            <p:cNvSpPr/>
            <p:nvPr/>
          </p:nvSpPr>
          <p:spPr>
            <a:xfrm>
              <a:off x="13454079" y="7123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6"/>
            <p:cNvSpPr/>
            <p:nvPr/>
          </p:nvSpPr>
          <p:spPr>
            <a:xfrm>
              <a:off x="13379053" y="8004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7"/>
            <p:cNvSpPr/>
            <p:nvPr/>
          </p:nvSpPr>
          <p:spPr>
            <a:xfrm>
              <a:off x="11538424" y="8137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8"/>
            <p:cNvSpPr/>
            <p:nvPr/>
          </p:nvSpPr>
          <p:spPr>
            <a:xfrm>
              <a:off x="11544140" y="8110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9"/>
            <p:cNvSpPr/>
            <p:nvPr/>
          </p:nvSpPr>
          <p:spPr>
            <a:xfrm>
              <a:off x="13241864" y="6805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10"/>
            <p:cNvSpPr/>
            <p:nvPr/>
          </p:nvSpPr>
          <p:spPr>
            <a:xfrm>
              <a:off x="11469829" y="8111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1"/>
            <p:cNvSpPr/>
            <p:nvPr/>
          </p:nvSpPr>
          <p:spPr>
            <a:xfrm>
              <a:off x="11430530" y="8088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2"/>
            <p:cNvSpPr/>
            <p:nvPr/>
          </p:nvSpPr>
          <p:spPr>
            <a:xfrm>
              <a:off x="11764215" y="7960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3"/>
            <p:cNvSpPr/>
            <p:nvPr/>
          </p:nvSpPr>
          <p:spPr>
            <a:xfrm>
              <a:off x="11824236" y="7988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4"/>
            <p:cNvSpPr/>
            <p:nvPr/>
          </p:nvSpPr>
          <p:spPr>
            <a:xfrm>
              <a:off x="11674185" y="8120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5"/>
            <p:cNvSpPr/>
            <p:nvPr/>
          </p:nvSpPr>
          <p:spPr>
            <a:xfrm>
              <a:off x="11709197" y="8111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6"/>
            <p:cNvSpPr/>
            <p:nvPr/>
          </p:nvSpPr>
          <p:spPr>
            <a:xfrm>
              <a:off x="11785651" y="8123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7"/>
            <p:cNvSpPr/>
            <p:nvPr/>
          </p:nvSpPr>
          <p:spPr>
            <a:xfrm>
              <a:off x="13991406" y="7964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8"/>
            <p:cNvSpPr/>
            <p:nvPr/>
          </p:nvSpPr>
          <p:spPr>
            <a:xfrm>
              <a:off x="14362247" y="7906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9"/>
            <p:cNvSpPr/>
            <p:nvPr/>
          </p:nvSpPr>
          <p:spPr>
            <a:xfrm>
              <a:off x="14177183" y="7954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20"/>
            <p:cNvSpPr/>
            <p:nvPr/>
          </p:nvSpPr>
          <p:spPr>
            <a:xfrm>
              <a:off x="14186472" y="7926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1"/>
            <p:cNvSpPr/>
            <p:nvPr/>
          </p:nvSpPr>
          <p:spPr>
            <a:xfrm>
              <a:off x="14185758" y="7949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2"/>
            <p:cNvSpPr/>
            <p:nvPr/>
          </p:nvSpPr>
          <p:spPr>
            <a:xfrm>
              <a:off x="11517703" y="8081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3"/>
            <p:cNvSpPr/>
            <p:nvPr/>
          </p:nvSpPr>
          <p:spPr>
            <a:xfrm>
              <a:off x="11520561" y="8044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4"/>
            <p:cNvSpPr/>
            <p:nvPr/>
          </p:nvSpPr>
          <p:spPr>
            <a:xfrm>
              <a:off x="11937132" y="7934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5"/>
            <p:cNvSpPr/>
            <p:nvPr/>
          </p:nvSpPr>
          <p:spPr>
            <a:xfrm>
              <a:off x="11933559" y="7965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6"/>
            <p:cNvSpPr/>
            <p:nvPr/>
          </p:nvSpPr>
          <p:spPr>
            <a:xfrm>
              <a:off x="11510557" y="8137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7"/>
            <p:cNvSpPr/>
            <p:nvPr/>
          </p:nvSpPr>
          <p:spPr>
            <a:xfrm>
              <a:off x="11494123" y="8135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8"/>
            <p:cNvSpPr/>
            <p:nvPr/>
          </p:nvSpPr>
          <p:spPr>
            <a:xfrm>
              <a:off x="11460540" y="8091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9"/>
            <p:cNvSpPr/>
            <p:nvPr/>
          </p:nvSpPr>
          <p:spPr>
            <a:xfrm>
              <a:off x="11464113" y="8135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30"/>
            <p:cNvSpPr/>
            <p:nvPr/>
          </p:nvSpPr>
          <p:spPr>
            <a:xfrm>
              <a:off x="11499839" y="8128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1"/>
            <p:cNvSpPr/>
            <p:nvPr/>
          </p:nvSpPr>
          <p:spPr>
            <a:xfrm>
              <a:off x="11514130" y="8082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2"/>
            <p:cNvSpPr/>
            <p:nvPr/>
          </p:nvSpPr>
          <p:spPr>
            <a:xfrm>
              <a:off x="11450537" y="8121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3"/>
            <p:cNvSpPr/>
            <p:nvPr/>
          </p:nvSpPr>
          <p:spPr>
            <a:xfrm>
              <a:off x="11464113" y="8116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4"/>
            <p:cNvSpPr/>
            <p:nvPr/>
          </p:nvSpPr>
          <p:spPr>
            <a:xfrm>
              <a:off x="11506270" y="8089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5"/>
            <p:cNvSpPr/>
            <p:nvPr/>
          </p:nvSpPr>
          <p:spPr>
            <a:xfrm>
              <a:off x="11539853" y="8140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6"/>
            <p:cNvSpPr/>
            <p:nvPr/>
          </p:nvSpPr>
          <p:spPr>
            <a:xfrm>
              <a:off x="11496267" y="8032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7"/>
            <p:cNvSpPr/>
            <p:nvPr/>
          </p:nvSpPr>
          <p:spPr>
            <a:xfrm>
              <a:off x="11515559" y="8080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8"/>
            <p:cNvSpPr/>
            <p:nvPr/>
          </p:nvSpPr>
          <p:spPr>
            <a:xfrm>
              <a:off x="11509128" y="8095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9"/>
            <p:cNvSpPr/>
            <p:nvPr/>
          </p:nvSpPr>
          <p:spPr>
            <a:xfrm>
              <a:off x="11493409" y="8093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40"/>
            <p:cNvSpPr/>
            <p:nvPr/>
          </p:nvSpPr>
          <p:spPr>
            <a:xfrm>
              <a:off x="11501268" y="8054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1"/>
            <p:cNvSpPr/>
            <p:nvPr/>
          </p:nvSpPr>
          <p:spPr>
            <a:xfrm>
              <a:off x="11454109" y="8125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2"/>
            <p:cNvSpPr/>
            <p:nvPr/>
          </p:nvSpPr>
          <p:spPr>
            <a:xfrm>
              <a:off x="11490550" y="8135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3"/>
            <p:cNvSpPr/>
            <p:nvPr/>
          </p:nvSpPr>
          <p:spPr>
            <a:xfrm>
              <a:off x="11454109" y="8122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4"/>
            <p:cNvSpPr/>
            <p:nvPr/>
          </p:nvSpPr>
          <p:spPr>
            <a:xfrm>
              <a:off x="11471973" y="8138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5"/>
            <p:cNvSpPr/>
            <p:nvPr/>
          </p:nvSpPr>
          <p:spPr>
            <a:xfrm>
              <a:off x="12115050" y="7396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6"/>
            <p:cNvSpPr/>
            <p:nvPr/>
          </p:nvSpPr>
          <p:spPr>
            <a:xfrm>
              <a:off x="12026448" y="7563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7"/>
            <p:cNvSpPr/>
            <p:nvPr/>
          </p:nvSpPr>
          <p:spPr>
            <a:xfrm>
              <a:off x="11752783" y="7864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8"/>
            <p:cNvSpPr/>
            <p:nvPr/>
          </p:nvSpPr>
          <p:spPr>
            <a:xfrm>
              <a:off x="11828523" y="7931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9"/>
            <p:cNvSpPr/>
            <p:nvPr/>
          </p:nvSpPr>
          <p:spPr>
            <a:xfrm>
              <a:off x="11855675" y="7917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50"/>
            <p:cNvSpPr/>
            <p:nvPr/>
          </p:nvSpPr>
          <p:spPr>
            <a:xfrm>
              <a:off x="11534137" y="8140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1"/>
            <p:cNvSpPr/>
            <p:nvPr/>
          </p:nvSpPr>
          <p:spPr>
            <a:xfrm>
              <a:off x="11570578" y="8141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2"/>
            <p:cNvSpPr/>
            <p:nvPr/>
          </p:nvSpPr>
          <p:spPr>
            <a:xfrm>
              <a:off x="11554858" y="8130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3"/>
            <p:cNvSpPr/>
            <p:nvPr/>
          </p:nvSpPr>
          <p:spPr>
            <a:xfrm>
              <a:off x="11609162" y="8142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4"/>
            <p:cNvSpPr/>
            <p:nvPr/>
          </p:nvSpPr>
          <p:spPr>
            <a:xfrm>
              <a:off x="11458397" y="8142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5"/>
            <p:cNvSpPr/>
            <p:nvPr/>
          </p:nvSpPr>
          <p:spPr>
            <a:xfrm>
              <a:off x="11586298" y="8185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6"/>
            <p:cNvSpPr/>
            <p:nvPr/>
          </p:nvSpPr>
          <p:spPr>
            <a:xfrm>
              <a:off x="11559145" y="8182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7"/>
            <p:cNvSpPr/>
            <p:nvPr/>
          </p:nvSpPr>
          <p:spPr>
            <a:xfrm>
              <a:off x="11471258" y="7757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8"/>
            <p:cNvSpPr/>
            <p:nvPr/>
          </p:nvSpPr>
          <p:spPr>
            <a:xfrm>
              <a:off x="11469829" y="8160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9"/>
            <p:cNvSpPr/>
            <p:nvPr/>
          </p:nvSpPr>
          <p:spPr>
            <a:xfrm>
              <a:off x="11520561" y="8149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60"/>
            <p:cNvSpPr/>
            <p:nvPr/>
          </p:nvSpPr>
          <p:spPr>
            <a:xfrm>
              <a:off x="11642031" y="8128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1"/>
            <p:cNvSpPr/>
            <p:nvPr/>
          </p:nvSpPr>
          <p:spPr>
            <a:xfrm>
              <a:off x="11580581" y="8087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2"/>
            <p:cNvSpPr/>
            <p:nvPr/>
          </p:nvSpPr>
          <p:spPr>
            <a:xfrm>
              <a:off x="14312230" y="7961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3"/>
            <p:cNvSpPr/>
            <p:nvPr/>
          </p:nvSpPr>
          <p:spPr>
            <a:xfrm>
              <a:off x="11442677" y="8157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4"/>
            <p:cNvSpPr/>
            <p:nvPr/>
          </p:nvSpPr>
          <p:spPr>
            <a:xfrm>
              <a:off x="11496267" y="8121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5"/>
            <p:cNvSpPr/>
            <p:nvPr/>
          </p:nvSpPr>
          <p:spPr>
            <a:xfrm>
              <a:off x="11471973" y="8097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6"/>
            <p:cNvSpPr/>
            <p:nvPr/>
          </p:nvSpPr>
          <p:spPr>
            <a:xfrm>
              <a:off x="11482691" y="8097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7"/>
            <p:cNvSpPr/>
            <p:nvPr/>
          </p:nvSpPr>
          <p:spPr>
            <a:xfrm>
              <a:off x="11487692" y="8105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8"/>
            <p:cNvSpPr/>
            <p:nvPr/>
          </p:nvSpPr>
          <p:spPr>
            <a:xfrm>
              <a:off x="12270817" y="7596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9"/>
            <p:cNvSpPr/>
            <p:nvPr/>
          </p:nvSpPr>
          <p:spPr>
            <a:xfrm>
              <a:off x="12275819" y="7704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70"/>
            <p:cNvSpPr/>
            <p:nvPr/>
          </p:nvSpPr>
          <p:spPr>
            <a:xfrm>
              <a:off x="12336554" y="7705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1"/>
            <p:cNvSpPr/>
            <p:nvPr/>
          </p:nvSpPr>
          <p:spPr>
            <a:xfrm>
              <a:off x="12341556" y="7830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2"/>
            <p:cNvSpPr/>
            <p:nvPr/>
          </p:nvSpPr>
          <p:spPr>
            <a:xfrm>
              <a:off x="11464827" y="8119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3"/>
            <p:cNvSpPr/>
            <p:nvPr/>
          </p:nvSpPr>
          <p:spPr>
            <a:xfrm>
              <a:off x="12565918" y="7752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4"/>
            <p:cNvSpPr/>
            <p:nvPr/>
          </p:nvSpPr>
          <p:spPr>
            <a:xfrm>
              <a:off x="12883170" y="7803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5"/>
            <p:cNvSpPr/>
            <p:nvPr/>
          </p:nvSpPr>
          <p:spPr>
            <a:xfrm>
              <a:off x="11412667" y="8123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6"/>
            <p:cNvSpPr/>
            <p:nvPr/>
          </p:nvSpPr>
          <p:spPr>
            <a:xfrm>
              <a:off x="11444821" y="8138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7"/>
            <p:cNvSpPr/>
            <p:nvPr/>
          </p:nvSpPr>
          <p:spPr>
            <a:xfrm>
              <a:off x="11451966" y="8147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8"/>
            <p:cNvSpPr/>
            <p:nvPr/>
          </p:nvSpPr>
          <p:spPr>
            <a:xfrm>
              <a:off x="11518417" y="8075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9"/>
            <p:cNvSpPr/>
            <p:nvPr/>
          </p:nvSpPr>
          <p:spPr>
            <a:xfrm>
              <a:off x="11399805" y="8143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80"/>
            <p:cNvSpPr/>
            <p:nvPr/>
          </p:nvSpPr>
          <p:spPr>
            <a:xfrm>
              <a:off x="11488407" y="8071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1"/>
            <p:cNvSpPr/>
            <p:nvPr/>
          </p:nvSpPr>
          <p:spPr>
            <a:xfrm>
              <a:off x="11496267" y="8121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2"/>
            <p:cNvSpPr/>
            <p:nvPr/>
          </p:nvSpPr>
          <p:spPr>
            <a:xfrm>
              <a:off x="11515559" y="8123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3"/>
            <p:cNvSpPr/>
            <p:nvPr/>
          </p:nvSpPr>
          <p:spPr>
            <a:xfrm>
              <a:off x="11485549" y="8064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4"/>
            <p:cNvSpPr/>
            <p:nvPr/>
          </p:nvSpPr>
          <p:spPr>
            <a:xfrm>
              <a:off x="11509128" y="8008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5"/>
            <p:cNvSpPr/>
            <p:nvPr/>
          </p:nvSpPr>
          <p:spPr>
            <a:xfrm>
              <a:off x="11442677" y="8087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6"/>
            <p:cNvSpPr/>
            <p:nvPr/>
          </p:nvSpPr>
          <p:spPr>
            <a:xfrm>
              <a:off x="11424814" y="8074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7"/>
            <p:cNvSpPr/>
            <p:nvPr/>
          </p:nvSpPr>
          <p:spPr>
            <a:xfrm>
              <a:off x="11632742" y="8034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8"/>
            <p:cNvSpPr/>
            <p:nvPr/>
          </p:nvSpPr>
          <p:spPr>
            <a:xfrm>
              <a:off x="11717771" y="8056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9"/>
            <p:cNvSpPr/>
            <p:nvPr/>
          </p:nvSpPr>
          <p:spPr>
            <a:xfrm>
              <a:off x="11501268" y="8164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90"/>
            <p:cNvSpPr/>
            <p:nvPr/>
          </p:nvSpPr>
          <p:spPr>
            <a:xfrm>
              <a:off x="11429815" y="8163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1"/>
            <p:cNvSpPr/>
            <p:nvPr/>
          </p:nvSpPr>
          <p:spPr>
            <a:xfrm>
              <a:off x="11494123" y="8175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2"/>
            <p:cNvSpPr/>
            <p:nvPr/>
          </p:nvSpPr>
          <p:spPr>
            <a:xfrm>
              <a:off x="11982147" y="6968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3"/>
            <p:cNvSpPr/>
            <p:nvPr/>
          </p:nvSpPr>
          <p:spPr>
            <a:xfrm>
              <a:off x="12095043" y="6976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4"/>
            <p:cNvSpPr/>
            <p:nvPr/>
          </p:nvSpPr>
          <p:spPr>
            <a:xfrm>
              <a:off x="12016445" y="8037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5"/>
            <p:cNvSpPr/>
            <p:nvPr/>
          </p:nvSpPr>
          <p:spPr>
            <a:xfrm>
              <a:off x="13365477" y="76242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6"/>
            <p:cNvSpPr/>
            <p:nvPr/>
          </p:nvSpPr>
          <p:spPr>
            <a:xfrm>
              <a:off x="11454824" y="8113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7"/>
            <p:cNvSpPr/>
            <p:nvPr/>
          </p:nvSpPr>
          <p:spPr>
            <a:xfrm>
              <a:off x="11458397" y="8115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8"/>
            <p:cNvSpPr/>
            <p:nvPr/>
          </p:nvSpPr>
          <p:spPr>
            <a:xfrm>
              <a:off x="11501268" y="8104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9"/>
            <p:cNvSpPr/>
            <p:nvPr/>
          </p:nvSpPr>
          <p:spPr>
            <a:xfrm>
              <a:off x="12007156" y="8009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500"/>
            <p:cNvSpPr/>
            <p:nvPr/>
          </p:nvSpPr>
          <p:spPr>
            <a:xfrm>
              <a:off x="11429815" y="8142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1"/>
            <p:cNvSpPr/>
            <p:nvPr/>
          </p:nvSpPr>
          <p:spPr>
            <a:xfrm>
              <a:off x="11486263" y="8172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2"/>
            <p:cNvSpPr/>
            <p:nvPr/>
          </p:nvSpPr>
          <p:spPr>
            <a:xfrm>
              <a:off x="11405521" y="8139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3"/>
            <p:cNvSpPr/>
            <p:nvPr/>
          </p:nvSpPr>
          <p:spPr>
            <a:xfrm>
              <a:off x="11436961" y="8144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4"/>
            <p:cNvSpPr/>
            <p:nvPr/>
          </p:nvSpPr>
          <p:spPr>
            <a:xfrm>
              <a:off x="11499839" y="8120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5"/>
            <p:cNvSpPr/>
            <p:nvPr/>
          </p:nvSpPr>
          <p:spPr>
            <a:xfrm>
              <a:off x="11500554" y="8136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6"/>
            <p:cNvSpPr/>
            <p:nvPr/>
          </p:nvSpPr>
          <p:spPr>
            <a:xfrm>
              <a:off x="12598787" y="7332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7"/>
            <p:cNvSpPr/>
            <p:nvPr/>
          </p:nvSpPr>
          <p:spPr>
            <a:xfrm>
              <a:off x="12410151" y="7194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8"/>
            <p:cNvSpPr/>
            <p:nvPr/>
          </p:nvSpPr>
          <p:spPr>
            <a:xfrm>
              <a:off x="11808516" y="8030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9"/>
            <p:cNvSpPr/>
            <p:nvPr/>
          </p:nvSpPr>
          <p:spPr>
            <a:xfrm>
              <a:off x="11576294" y="8114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10"/>
            <p:cNvSpPr/>
            <p:nvPr/>
          </p:nvSpPr>
          <p:spPr>
            <a:xfrm>
              <a:off x="13186130" y="7576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1"/>
            <p:cNvSpPr/>
            <p:nvPr/>
          </p:nvSpPr>
          <p:spPr>
            <a:xfrm>
              <a:off x="13967112" y="7570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2"/>
            <p:cNvSpPr/>
            <p:nvPr/>
          </p:nvSpPr>
          <p:spPr>
            <a:xfrm>
              <a:off x="13672725" y="7586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3"/>
            <p:cNvSpPr/>
            <p:nvPr/>
          </p:nvSpPr>
          <p:spPr>
            <a:xfrm>
              <a:off x="13729888" y="7650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4"/>
            <p:cNvSpPr/>
            <p:nvPr/>
          </p:nvSpPr>
          <p:spPr>
            <a:xfrm>
              <a:off x="11759214" y="7921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5"/>
            <p:cNvSpPr/>
            <p:nvPr/>
          </p:nvSpPr>
          <p:spPr>
            <a:xfrm>
              <a:off x="11909265" y="7849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6"/>
            <p:cNvSpPr/>
            <p:nvPr/>
          </p:nvSpPr>
          <p:spPr>
            <a:xfrm>
              <a:off x="11438390" y="8088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7"/>
            <p:cNvSpPr/>
            <p:nvPr/>
          </p:nvSpPr>
          <p:spPr>
            <a:xfrm>
              <a:off x="11492694" y="8143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8"/>
            <p:cNvSpPr/>
            <p:nvPr/>
          </p:nvSpPr>
          <p:spPr>
            <a:xfrm>
              <a:off x="11631313" y="8017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9"/>
            <p:cNvSpPr/>
            <p:nvPr/>
          </p:nvSpPr>
          <p:spPr>
            <a:xfrm>
              <a:off x="11700622" y="7075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20"/>
            <p:cNvSpPr/>
            <p:nvPr/>
          </p:nvSpPr>
          <p:spPr>
            <a:xfrm>
              <a:off x="11341928" y="8130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1"/>
            <p:cNvSpPr/>
            <p:nvPr/>
          </p:nvSpPr>
          <p:spPr>
            <a:xfrm>
              <a:off x="11398376" y="8128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2"/>
            <p:cNvSpPr/>
            <p:nvPr/>
          </p:nvSpPr>
          <p:spPr>
            <a:xfrm>
              <a:off x="11391231" y="8126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3"/>
            <p:cNvSpPr/>
            <p:nvPr/>
          </p:nvSpPr>
          <p:spPr>
            <a:xfrm>
              <a:off x="11407665" y="8093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4"/>
            <p:cNvSpPr/>
            <p:nvPr/>
          </p:nvSpPr>
          <p:spPr>
            <a:xfrm>
              <a:off x="11476974" y="8107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5"/>
            <p:cNvSpPr/>
            <p:nvPr/>
          </p:nvSpPr>
          <p:spPr>
            <a:xfrm>
              <a:off x="11441248" y="8131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6"/>
            <p:cNvSpPr/>
            <p:nvPr/>
          </p:nvSpPr>
          <p:spPr>
            <a:xfrm>
              <a:off x="11437675" y="8158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7"/>
            <p:cNvSpPr/>
            <p:nvPr/>
          </p:nvSpPr>
          <p:spPr>
            <a:xfrm>
              <a:off x="13029648" y="7496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8"/>
            <p:cNvSpPr/>
            <p:nvPr/>
          </p:nvSpPr>
          <p:spPr>
            <a:xfrm>
              <a:off x="13006783" y="7536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9"/>
            <p:cNvSpPr/>
            <p:nvPr/>
          </p:nvSpPr>
          <p:spPr>
            <a:xfrm>
              <a:off x="11450537" y="8168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30"/>
            <p:cNvSpPr/>
            <p:nvPr/>
          </p:nvSpPr>
          <p:spPr>
            <a:xfrm>
              <a:off x="11534137" y="8169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1"/>
            <p:cNvSpPr/>
            <p:nvPr/>
          </p:nvSpPr>
          <p:spPr>
            <a:xfrm>
              <a:off x="11432674" y="8154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2"/>
            <p:cNvSpPr/>
            <p:nvPr/>
          </p:nvSpPr>
          <p:spPr>
            <a:xfrm>
              <a:off x="11464827" y="8129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3"/>
            <p:cNvSpPr/>
            <p:nvPr/>
          </p:nvSpPr>
          <p:spPr>
            <a:xfrm>
              <a:off x="11896404" y="6691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4"/>
            <p:cNvSpPr/>
            <p:nvPr/>
          </p:nvSpPr>
          <p:spPr>
            <a:xfrm>
              <a:off x="11761357" y="7888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5"/>
            <p:cNvSpPr/>
            <p:nvPr/>
          </p:nvSpPr>
          <p:spPr>
            <a:xfrm>
              <a:off x="11842814" y="7872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6"/>
            <p:cNvSpPr/>
            <p:nvPr/>
          </p:nvSpPr>
          <p:spPr>
            <a:xfrm>
              <a:off x="12008585" y="7839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7"/>
            <p:cNvSpPr/>
            <p:nvPr/>
          </p:nvSpPr>
          <p:spPr>
            <a:xfrm>
              <a:off x="12579494" y="7570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8"/>
            <p:cNvSpPr/>
            <p:nvPr/>
          </p:nvSpPr>
          <p:spPr>
            <a:xfrm>
              <a:off x="11376226" y="8151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9"/>
            <p:cNvSpPr/>
            <p:nvPr/>
          </p:nvSpPr>
          <p:spPr>
            <a:xfrm>
              <a:off x="11612021" y="8178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40"/>
            <p:cNvSpPr/>
            <p:nvPr/>
          </p:nvSpPr>
          <p:spPr>
            <a:xfrm>
              <a:off x="11573436" y="8177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1"/>
            <p:cNvSpPr/>
            <p:nvPr/>
          </p:nvSpPr>
          <p:spPr>
            <a:xfrm>
              <a:off x="12705252" y="8046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2"/>
            <p:cNvSpPr/>
            <p:nvPr/>
          </p:nvSpPr>
          <p:spPr>
            <a:xfrm>
              <a:off x="11448393" y="8153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3"/>
            <p:cNvSpPr/>
            <p:nvPr/>
          </p:nvSpPr>
          <p:spPr>
            <a:xfrm>
              <a:off x="11481262" y="8173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4"/>
            <p:cNvSpPr/>
            <p:nvPr/>
          </p:nvSpPr>
          <p:spPr>
            <a:xfrm>
              <a:off x="11874253" y="7573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5"/>
            <p:cNvSpPr/>
            <p:nvPr/>
          </p:nvSpPr>
          <p:spPr>
            <a:xfrm>
              <a:off x="13304028" y="8113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6"/>
            <p:cNvSpPr/>
            <p:nvPr/>
          </p:nvSpPr>
          <p:spPr>
            <a:xfrm>
              <a:off x="11453395" y="8138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7"/>
            <p:cNvSpPr/>
            <p:nvPr/>
          </p:nvSpPr>
          <p:spPr>
            <a:xfrm>
              <a:off x="11421956" y="8160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8"/>
            <p:cNvSpPr/>
            <p:nvPr/>
          </p:nvSpPr>
          <p:spPr>
            <a:xfrm>
              <a:off x="11461969" y="8178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9"/>
            <p:cNvSpPr/>
            <p:nvPr/>
          </p:nvSpPr>
          <p:spPr>
            <a:xfrm>
              <a:off x="11341214" y="8175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50"/>
            <p:cNvSpPr/>
            <p:nvPr/>
          </p:nvSpPr>
          <p:spPr>
            <a:xfrm>
              <a:off x="11456968" y="8102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1"/>
            <p:cNvSpPr/>
            <p:nvPr/>
          </p:nvSpPr>
          <p:spPr>
            <a:xfrm>
              <a:off x="12017159" y="7946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2"/>
            <p:cNvSpPr/>
            <p:nvPr/>
          </p:nvSpPr>
          <p:spPr>
            <a:xfrm>
              <a:off x="11513415" y="8178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3"/>
            <p:cNvSpPr/>
            <p:nvPr/>
          </p:nvSpPr>
          <p:spPr>
            <a:xfrm>
              <a:off x="11500554" y="8182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4"/>
            <p:cNvSpPr/>
            <p:nvPr/>
          </p:nvSpPr>
          <p:spPr>
            <a:xfrm>
              <a:off x="11319778" y="8106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5"/>
            <p:cNvSpPr/>
            <p:nvPr/>
          </p:nvSpPr>
          <p:spPr>
            <a:xfrm>
              <a:off x="11336212" y="8128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6"/>
            <p:cNvSpPr/>
            <p:nvPr/>
          </p:nvSpPr>
          <p:spPr>
            <a:xfrm>
              <a:off x="11520561" y="8103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7"/>
            <p:cNvSpPr/>
            <p:nvPr/>
          </p:nvSpPr>
          <p:spPr>
            <a:xfrm>
              <a:off x="11452680" y="8130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8"/>
            <p:cNvSpPr/>
            <p:nvPr/>
          </p:nvSpPr>
          <p:spPr>
            <a:xfrm>
              <a:off x="11436246" y="8106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9"/>
            <p:cNvSpPr/>
            <p:nvPr/>
          </p:nvSpPr>
          <p:spPr>
            <a:xfrm>
              <a:off x="11472687" y="8098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60"/>
            <p:cNvSpPr/>
            <p:nvPr/>
          </p:nvSpPr>
          <p:spPr>
            <a:xfrm>
              <a:off x="11465542" y="8100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1"/>
            <p:cNvSpPr/>
            <p:nvPr/>
          </p:nvSpPr>
          <p:spPr>
            <a:xfrm>
              <a:off x="11655607" y="8115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2"/>
            <p:cNvSpPr/>
            <p:nvPr/>
          </p:nvSpPr>
          <p:spPr>
            <a:xfrm>
              <a:off x="11707053" y="8112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3"/>
            <p:cNvSpPr/>
            <p:nvPr/>
          </p:nvSpPr>
          <p:spPr>
            <a:xfrm>
              <a:off x="11730633" y="8100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4"/>
            <p:cNvSpPr/>
            <p:nvPr/>
          </p:nvSpPr>
          <p:spPr>
            <a:xfrm>
              <a:off x="11846386" y="8124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5"/>
            <p:cNvSpPr/>
            <p:nvPr/>
          </p:nvSpPr>
          <p:spPr>
            <a:xfrm>
              <a:off x="11852103" y="8124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6"/>
            <p:cNvSpPr/>
            <p:nvPr/>
          </p:nvSpPr>
          <p:spPr>
            <a:xfrm>
              <a:off x="11791368" y="8126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7"/>
            <p:cNvSpPr/>
            <p:nvPr/>
          </p:nvSpPr>
          <p:spPr>
            <a:xfrm>
              <a:off x="11506270" y="8162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8"/>
            <p:cNvSpPr/>
            <p:nvPr/>
          </p:nvSpPr>
          <p:spPr>
            <a:xfrm>
              <a:off x="11480547" y="8159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9"/>
            <p:cNvSpPr/>
            <p:nvPr/>
          </p:nvSpPr>
          <p:spPr>
            <a:xfrm>
              <a:off x="11404807" y="8151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70"/>
            <p:cNvSpPr/>
            <p:nvPr/>
          </p:nvSpPr>
          <p:spPr>
            <a:xfrm>
              <a:off x="11434103" y="8112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1"/>
            <p:cNvSpPr/>
            <p:nvPr/>
          </p:nvSpPr>
          <p:spPr>
            <a:xfrm>
              <a:off x="11451251" y="8125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2"/>
            <p:cNvSpPr/>
            <p:nvPr/>
          </p:nvSpPr>
          <p:spPr>
            <a:xfrm>
              <a:off x="11424099" y="8149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3"/>
            <p:cNvSpPr/>
            <p:nvPr/>
          </p:nvSpPr>
          <p:spPr>
            <a:xfrm>
              <a:off x="11456968" y="8130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4"/>
            <p:cNvSpPr/>
            <p:nvPr/>
          </p:nvSpPr>
          <p:spPr>
            <a:xfrm>
              <a:off x="11453395" y="8134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5"/>
            <p:cNvSpPr/>
            <p:nvPr/>
          </p:nvSpPr>
          <p:spPr>
            <a:xfrm>
              <a:off x="11507699" y="8089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6"/>
            <p:cNvSpPr/>
            <p:nvPr/>
          </p:nvSpPr>
          <p:spPr>
            <a:xfrm>
              <a:off x="12255812" y="7968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7"/>
            <p:cNvSpPr/>
            <p:nvPr/>
          </p:nvSpPr>
          <p:spPr>
            <a:xfrm>
              <a:off x="12693105" y="7845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8"/>
            <p:cNvSpPr/>
            <p:nvPr/>
          </p:nvSpPr>
          <p:spPr>
            <a:xfrm>
              <a:off x="11802800" y="8061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9"/>
            <p:cNvSpPr/>
            <p:nvPr/>
          </p:nvSpPr>
          <p:spPr>
            <a:xfrm>
              <a:off x="11763501" y="8058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80"/>
            <p:cNvSpPr/>
            <p:nvPr/>
          </p:nvSpPr>
          <p:spPr>
            <a:xfrm>
              <a:off x="11491265" y="8135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1"/>
            <p:cNvSpPr/>
            <p:nvPr/>
          </p:nvSpPr>
          <p:spPr>
            <a:xfrm>
              <a:off x="11468400" y="8060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2"/>
            <p:cNvSpPr/>
            <p:nvPr/>
          </p:nvSpPr>
          <p:spPr>
            <a:xfrm>
              <a:off x="11474116" y="8045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3"/>
            <p:cNvSpPr/>
            <p:nvPr/>
          </p:nvSpPr>
          <p:spPr>
            <a:xfrm>
              <a:off x="12061460" y="7829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4"/>
            <p:cNvSpPr/>
            <p:nvPr/>
          </p:nvSpPr>
          <p:spPr>
            <a:xfrm>
              <a:off x="12029306" y="7935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5"/>
            <p:cNvSpPr/>
            <p:nvPr/>
          </p:nvSpPr>
          <p:spPr>
            <a:xfrm>
              <a:off x="11377655" y="8184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6"/>
            <p:cNvSpPr/>
            <p:nvPr/>
          </p:nvSpPr>
          <p:spPr>
            <a:xfrm>
              <a:off x="11803515" y="7937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7"/>
            <p:cNvSpPr/>
            <p:nvPr/>
          </p:nvSpPr>
          <p:spPr>
            <a:xfrm>
              <a:off x="11803515" y="7937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8"/>
            <p:cNvSpPr/>
            <p:nvPr/>
          </p:nvSpPr>
          <p:spPr>
            <a:xfrm>
              <a:off x="11879969" y="7943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9"/>
            <p:cNvSpPr/>
            <p:nvPr/>
          </p:nvSpPr>
          <p:spPr>
            <a:xfrm>
              <a:off x="12909607" y="7198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90"/>
            <p:cNvSpPr/>
            <p:nvPr/>
          </p:nvSpPr>
          <p:spPr>
            <a:xfrm>
              <a:off x="11474831" y="7974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1"/>
            <p:cNvSpPr/>
            <p:nvPr/>
          </p:nvSpPr>
          <p:spPr>
            <a:xfrm>
              <a:off x="11379084" y="7996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2"/>
            <p:cNvSpPr/>
            <p:nvPr/>
          </p:nvSpPr>
          <p:spPr>
            <a:xfrm>
              <a:off x="11410523" y="8000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3"/>
            <p:cNvSpPr/>
            <p:nvPr/>
          </p:nvSpPr>
          <p:spPr>
            <a:xfrm>
              <a:off x="13519816" y="7604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4"/>
            <p:cNvSpPr/>
            <p:nvPr/>
          </p:nvSpPr>
          <p:spPr>
            <a:xfrm>
              <a:off x="11484834" y="8126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5"/>
            <p:cNvSpPr/>
            <p:nvPr/>
          </p:nvSpPr>
          <p:spPr>
            <a:xfrm>
              <a:off x="11434103" y="8113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6"/>
            <p:cNvSpPr/>
            <p:nvPr/>
          </p:nvSpPr>
          <p:spPr>
            <a:xfrm>
              <a:off x="11454824" y="8124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7"/>
            <p:cNvSpPr/>
            <p:nvPr/>
          </p:nvSpPr>
          <p:spPr>
            <a:xfrm>
              <a:off x="11875682" y="8053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8"/>
            <p:cNvSpPr/>
            <p:nvPr/>
          </p:nvSpPr>
          <p:spPr>
            <a:xfrm>
              <a:off x="11514130" y="8143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9"/>
            <p:cNvSpPr/>
            <p:nvPr/>
          </p:nvSpPr>
          <p:spPr>
            <a:xfrm>
              <a:off x="11454109" y="8165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600"/>
            <p:cNvSpPr/>
            <p:nvPr/>
          </p:nvSpPr>
          <p:spPr>
            <a:xfrm>
              <a:off x="11547713" y="8045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1"/>
            <p:cNvSpPr/>
            <p:nvPr/>
          </p:nvSpPr>
          <p:spPr>
            <a:xfrm>
              <a:off x="11479833" y="8143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2"/>
            <p:cNvSpPr/>
            <p:nvPr/>
          </p:nvSpPr>
          <p:spPr>
            <a:xfrm>
              <a:off x="11425528" y="8155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3"/>
            <p:cNvSpPr/>
            <p:nvPr/>
          </p:nvSpPr>
          <p:spPr>
            <a:xfrm>
              <a:off x="11640602" y="8155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4"/>
            <p:cNvSpPr/>
            <p:nvPr/>
          </p:nvSpPr>
          <p:spPr>
            <a:xfrm>
              <a:off x="11368366" y="8188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5"/>
            <p:cNvSpPr/>
            <p:nvPr/>
          </p:nvSpPr>
          <p:spPr>
            <a:xfrm>
              <a:off x="11465542" y="8081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6"/>
            <p:cNvSpPr/>
            <p:nvPr/>
          </p:nvSpPr>
          <p:spPr>
            <a:xfrm>
              <a:off x="11501268" y="8101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7"/>
            <p:cNvSpPr/>
            <p:nvPr/>
          </p:nvSpPr>
          <p:spPr>
            <a:xfrm>
              <a:off x="13359761" y="7758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8"/>
            <p:cNvSpPr/>
            <p:nvPr/>
          </p:nvSpPr>
          <p:spPr>
            <a:xfrm>
              <a:off x="13689874" y="7709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9"/>
            <p:cNvSpPr/>
            <p:nvPr/>
          </p:nvSpPr>
          <p:spPr>
            <a:xfrm>
              <a:off x="11472687" y="8160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10"/>
            <p:cNvSpPr/>
            <p:nvPr/>
          </p:nvSpPr>
          <p:spPr>
            <a:xfrm>
              <a:off x="11967142" y="7210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1"/>
            <p:cNvSpPr/>
            <p:nvPr/>
          </p:nvSpPr>
          <p:spPr>
            <a:xfrm>
              <a:off x="12157922" y="7157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2"/>
            <p:cNvSpPr/>
            <p:nvPr/>
          </p:nvSpPr>
          <p:spPr>
            <a:xfrm>
              <a:off x="11466256" y="8125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3"/>
            <p:cNvSpPr/>
            <p:nvPr/>
          </p:nvSpPr>
          <p:spPr>
            <a:xfrm>
              <a:off x="11485549" y="8115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4"/>
            <p:cNvSpPr/>
            <p:nvPr/>
          </p:nvSpPr>
          <p:spPr>
            <a:xfrm>
              <a:off x="11485549" y="8125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5"/>
            <p:cNvSpPr/>
            <p:nvPr/>
          </p:nvSpPr>
          <p:spPr>
            <a:xfrm>
              <a:off x="11461255" y="8166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6"/>
            <p:cNvSpPr/>
            <p:nvPr/>
          </p:nvSpPr>
          <p:spPr>
            <a:xfrm>
              <a:off x="11491265" y="8167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7"/>
            <p:cNvSpPr/>
            <p:nvPr/>
          </p:nvSpPr>
          <p:spPr>
            <a:xfrm>
              <a:off x="11399805" y="8165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8"/>
            <p:cNvSpPr/>
            <p:nvPr/>
          </p:nvSpPr>
          <p:spPr>
            <a:xfrm>
              <a:off x="11422670" y="8179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9"/>
            <p:cNvSpPr/>
            <p:nvPr/>
          </p:nvSpPr>
          <p:spPr>
            <a:xfrm>
              <a:off x="11414096" y="8169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20"/>
            <p:cNvSpPr/>
            <p:nvPr/>
          </p:nvSpPr>
          <p:spPr>
            <a:xfrm>
              <a:off x="11389087" y="8171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1"/>
            <p:cNvSpPr/>
            <p:nvPr/>
          </p:nvSpPr>
          <p:spPr>
            <a:xfrm>
              <a:off x="11552715" y="8145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2"/>
            <p:cNvSpPr/>
            <p:nvPr/>
          </p:nvSpPr>
          <p:spPr>
            <a:xfrm>
              <a:off x="11550571" y="8152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3"/>
            <p:cNvSpPr/>
            <p:nvPr/>
          </p:nvSpPr>
          <p:spPr>
            <a:xfrm>
              <a:off x="11431959" y="8184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4"/>
            <p:cNvSpPr/>
            <p:nvPr/>
          </p:nvSpPr>
          <p:spPr>
            <a:xfrm>
              <a:off x="11533422" y="8125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5"/>
            <p:cNvSpPr/>
            <p:nvPr/>
          </p:nvSpPr>
          <p:spPr>
            <a:xfrm>
              <a:off x="11632027" y="8129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6"/>
            <p:cNvSpPr/>
            <p:nvPr/>
          </p:nvSpPr>
          <p:spPr>
            <a:xfrm>
              <a:off x="12360848" y="7740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7"/>
            <p:cNvSpPr/>
            <p:nvPr/>
          </p:nvSpPr>
          <p:spPr>
            <a:xfrm>
              <a:off x="11972144" y="8000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8"/>
            <p:cNvSpPr/>
            <p:nvPr/>
          </p:nvSpPr>
          <p:spPr>
            <a:xfrm>
              <a:off x="12105761" y="7958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9"/>
            <p:cNvSpPr/>
            <p:nvPr/>
          </p:nvSpPr>
          <p:spPr>
            <a:xfrm>
              <a:off x="12148633" y="7971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30"/>
            <p:cNvSpPr/>
            <p:nvPr/>
          </p:nvSpPr>
          <p:spPr>
            <a:xfrm>
              <a:off x="11466256" y="8065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1"/>
            <p:cNvSpPr/>
            <p:nvPr/>
          </p:nvSpPr>
          <p:spPr>
            <a:xfrm>
              <a:off x="12095757" y="7965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2"/>
            <p:cNvSpPr/>
            <p:nvPr/>
          </p:nvSpPr>
          <p:spPr>
            <a:xfrm>
              <a:off x="11468400" y="8150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3"/>
            <p:cNvSpPr/>
            <p:nvPr/>
          </p:nvSpPr>
          <p:spPr>
            <a:xfrm>
              <a:off x="11439104" y="8144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4"/>
            <p:cNvSpPr/>
            <p:nvPr/>
          </p:nvSpPr>
          <p:spPr>
            <a:xfrm>
              <a:off x="12237949" y="8004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5"/>
            <p:cNvSpPr/>
            <p:nvPr/>
          </p:nvSpPr>
          <p:spPr>
            <a:xfrm>
              <a:off x="12514472" y="7984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6"/>
            <p:cNvSpPr/>
            <p:nvPr/>
          </p:nvSpPr>
          <p:spPr>
            <a:xfrm>
              <a:off x="11567720" y="8105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7"/>
            <p:cNvSpPr/>
            <p:nvPr/>
          </p:nvSpPr>
          <p:spPr>
            <a:xfrm>
              <a:off x="12045026" y="7708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8"/>
            <p:cNvSpPr/>
            <p:nvPr/>
          </p:nvSpPr>
          <p:spPr>
            <a:xfrm>
              <a:off x="12045026" y="7708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9"/>
            <p:cNvSpPr/>
            <p:nvPr/>
          </p:nvSpPr>
          <p:spPr>
            <a:xfrm>
              <a:off x="12342985" y="7909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40"/>
            <p:cNvSpPr/>
            <p:nvPr/>
          </p:nvSpPr>
          <p:spPr>
            <a:xfrm>
              <a:off x="12633084" y="7228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1"/>
            <p:cNvSpPr/>
            <p:nvPr/>
          </p:nvSpPr>
          <p:spPr>
            <a:xfrm>
              <a:off x="12749552" y="6943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2"/>
            <p:cNvSpPr/>
            <p:nvPr/>
          </p:nvSpPr>
          <p:spPr>
            <a:xfrm>
              <a:off x="13153262" y="7033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3"/>
            <p:cNvSpPr/>
            <p:nvPr/>
          </p:nvSpPr>
          <p:spPr>
            <a:xfrm>
              <a:off x="13153262" y="7033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4"/>
            <p:cNvSpPr/>
            <p:nvPr/>
          </p:nvSpPr>
          <p:spPr>
            <a:xfrm>
              <a:off x="12836011" y="7050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5"/>
            <p:cNvSpPr/>
            <p:nvPr/>
          </p:nvSpPr>
          <p:spPr>
            <a:xfrm>
              <a:off x="12122195" y="8047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6"/>
            <p:cNvSpPr/>
            <p:nvPr/>
          </p:nvSpPr>
          <p:spPr>
            <a:xfrm>
              <a:off x="12120766" y="8032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7"/>
            <p:cNvSpPr/>
            <p:nvPr/>
          </p:nvSpPr>
          <p:spPr>
            <a:xfrm>
              <a:off x="12162923" y="8044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8"/>
            <p:cNvSpPr/>
            <p:nvPr/>
          </p:nvSpPr>
          <p:spPr>
            <a:xfrm>
              <a:off x="12134342" y="8017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9"/>
            <p:cNvSpPr/>
            <p:nvPr/>
          </p:nvSpPr>
          <p:spPr>
            <a:xfrm>
              <a:off x="12125768" y="7985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50"/>
            <p:cNvSpPr/>
            <p:nvPr/>
          </p:nvSpPr>
          <p:spPr>
            <a:xfrm>
              <a:off x="12142202" y="7860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1"/>
            <p:cNvSpPr/>
            <p:nvPr/>
          </p:nvSpPr>
          <p:spPr>
            <a:xfrm>
              <a:off x="12123624" y="7842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2"/>
            <p:cNvSpPr/>
            <p:nvPr/>
          </p:nvSpPr>
          <p:spPr>
            <a:xfrm>
              <a:off x="12267959" y="7680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3"/>
            <p:cNvSpPr/>
            <p:nvPr/>
          </p:nvSpPr>
          <p:spPr>
            <a:xfrm>
              <a:off x="14180042" y="6889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4"/>
            <p:cNvSpPr/>
            <p:nvPr/>
          </p:nvSpPr>
          <p:spPr>
            <a:xfrm>
              <a:off x="14139313" y="6866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5"/>
            <p:cNvSpPr/>
            <p:nvPr/>
          </p:nvSpPr>
          <p:spPr>
            <a:xfrm>
              <a:off x="14479430" y="6665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6"/>
            <p:cNvSpPr/>
            <p:nvPr/>
          </p:nvSpPr>
          <p:spPr>
            <a:xfrm>
              <a:off x="11496981" y="8098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7"/>
            <p:cNvSpPr/>
            <p:nvPr/>
          </p:nvSpPr>
          <p:spPr>
            <a:xfrm>
              <a:off x="11485549" y="8118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8"/>
            <p:cNvSpPr/>
            <p:nvPr/>
          </p:nvSpPr>
          <p:spPr>
            <a:xfrm>
              <a:off x="11533422" y="8187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9"/>
            <p:cNvSpPr/>
            <p:nvPr/>
          </p:nvSpPr>
          <p:spPr>
            <a:xfrm>
              <a:off x="11582725" y="8178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60"/>
            <p:cNvSpPr/>
            <p:nvPr/>
          </p:nvSpPr>
          <p:spPr>
            <a:xfrm>
              <a:off x="11405521" y="8104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1"/>
            <p:cNvSpPr/>
            <p:nvPr/>
          </p:nvSpPr>
          <p:spPr>
            <a:xfrm>
              <a:off x="11484834" y="8109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2"/>
            <p:cNvSpPr/>
            <p:nvPr/>
          </p:nvSpPr>
          <p:spPr>
            <a:xfrm>
              <a:off x="11474831" y="8032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3"/>
            <p:cNvSpPr/>
            <p:nvPr/>
          </p:nvSpPr>
          <p:spPr>
            <a:xfrm>
              <a:off x="12348701" y="7579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4"/>
            <p:cNvSpPr/>
            <p:nvPr/>
          </p:nvSpPr>
          <p:spPr>
            <a:xfrm>
              <a:off x="12292968" y="7726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5"/>
            <p:cNvSpPr/>
            <p:nvPr/>
          </p:nvSpPr>
          <p:spPr>
            <a:xfrm>
              <a:off x="11537709" y="8106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6"/>
            <p:cNvSpPr/>
            <p:nvPr/>
          </p:nvSpPr>
          <p:spPr>
            <a:xfrm>
              <a:off x="11629169" y="8092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7"/>
            <p:cNvSpPr/>
            <p:nvPr/>
          </p:nvSpPr>
          <p:spPr>
            <a:xfrm>
              <a:off x="12082896" y="8113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8"/>
            <p:cNvSpPr/>
            <p:nvPr/>
          </p:nvSpPr>
          <p:spPr>
            <a:xfrm>
              <a:off x="11796369" y="7709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9"/>
            <p:cNvSpPr/>
            <p:nvPr/>
          </p:nvSpPr>
          <p:spPr>
            <a:xfrm>
              <a:off x="11443391" y="8124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70"/>
            <p:cNvSpPr/>
            <p:nvPr/>
          </p:nvSpPr>
          <p:spPr>
            <a:xfrm>
              <a:off x="11807087" y="8091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1"/>
            <p:cNvSpPr/>
            <p:nvPr/>
          </p:nvSpPr>
          <p:spPr>
            <a:xfrm>
              <a:off x="12147204" y="8045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2"/>
            <p:cNvSpPr/>
            <p:nvPr/>
          </p:nvSpPr>
          <p:spPr>
            <a:xfrm>
              <a:off x="12578780" y="7953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3"/>
            <p:cNvSpPr/>
            <p:nvPr/>
          </p:nvSpPr>
          <p:spPr>
            <a:xfrm>
              <a:off x="11454109" y="8158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4"/>
            <p:cNvSpPr/>
            <p:nvPr/>
          </p:nvSpPr>
          <p:spPr>
            <a:xfrm>
              <a:off x="12658807" y="7340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5"/>
            <p:cNvSpPr/>
            <p:nvPr/>
          </p:nvSpPr>
          <p:spPr>
            <a:xfrm>
              <a:off x="14202906" y="7943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6"/>
            <p:cNvSpPr/>
            <p:nvPr/>
          </p:nvSpPr>
          <p:spPr>
            <a:xfrm>
              <a:off x="11511272" y="8102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7"/>
            <p:cNvSpPr/>
            <p:nvPr/>
          </p:nvSpPr>
          <p:spPr>
            <a:xfrm>
              <a:off x="11464827" y="8116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8"/>
            <p:cNvSpPr/>
            <p:nvPr/>
          </p:nvSpPr>
          <p:spPr>
            <a:xfrm>
              <a:off x="11980718" y="8135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9"/>
            <p:cNvSpPr/>
            <p:nvPr/>
          </p:nvSpPr>
          <p:spPr>
            <a:xfrm>
              <a:off x="11962855" y="8137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80"/>
            <p:cNvSpPr/>
            <p:nvPr/>
          </p:nvSpPr>
          <p:spPr>
            <a:xfrm>
              <a:off x="12262957" y="8142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1"/>
            <p:cNvSpPr/>
            <p:nvPr/>
          </p:nvSpPr>
          <p:spPr>
            <a:xfrm>
              <a:off x="12230804" y="7277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2"/>
            <p:cNvSpPr/>
            <p:nvPr/>
          </p:nvSpPr>
          <p:spPr>
            <a:xfrm>
              <a:off x="12474458" y="7523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3"/>
            <p:cNvSpPr/>
            <p:nvPr/>
          </p:nvSpPr>
          <p:spPr>
            <a:xfrm>
              <a:off x="12488034" y="7199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4"/>
            <p:cNvSpPr/>
            <p:nvPr/>
          </p:nvSpPr>
          <p:spPr>
            <a:xfrm>
              <a:off x="12488034" y="7199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5"/>
            <p:cNvSpPr/>
            <p:nvPr/>
          </p:nvSpPr>
          <p:spPr>
            <a:xfrm>
              <a:off x="11886400" y="7873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6"/>
            <p:cNvSpPr/>
            <p:nvPr/>
          </p:nvSpPr>
          <p:spPr>
            <a:xfrm>
              <a:off x="12003583" y="7756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7"/>
            <p:cNvSpPr/>
            <p:nvPr/>
          </p:nvSpPr>
          <p:spPr>
            <a:xfrm>
              <a:off x="11467686" y="8098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8"/>
            <p:cNvSpPr/>
            <p:nvPr/>
          </p:nvSpPr>
          <p:spPr>
            <a:xfrm>
              <a:off x="11535566" y="8161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9"/>
            <p:cNvSpPr/>
            <p:nvPr/>
          </p:nvSpPr>
          <p:spPr>
            <a:xfrm>
              <a:off x="11445535" y="8153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90"/>
            <p:cNvSpPr/>
            <p:nvPr/>
          </p:nvSpPr>
          <p:spPr>
            <a:xfrm>
              <a:off x="11449108" y="8145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1"/>
            <p:cNvSpPr/>
            <p:nvPr/>
          </p:nvSpPr>
          <p:spPr>
            <a:xfrm>
              <a:off x="11559860" y="8047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2"/>
            <p:cNvSpPr/>
            <p:nvPr/>
          </p:nvSpPr>
          <p:spPr>
            <a:xfrm>
              <a:off x="11514844" y="8053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3"/>
            <p:cNvSpPr/>
            <p:nvPr/>
          </p:nvSpPr>
          <p:spPr>
            <a:xfrm>
              <a:off x="11431959" y="8105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4"/>
            <p:cNvSpPr/>
            <p:nvPr/>
          </p:nvSpPr>
          <p:spPr>
            <a:xfrm>
              <a:off x="11421956" y="8121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5"/>
            <p:cNvSpPr/>
            <p:nvPr/>
          </p:nvSpPr>
          <p:spPr>
            <a:xfrm>
              <a:off x="11419097" y="8090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6"/>
            <p:cNvSpPr/>
            <p:nvPr/>
          </p:nvSpPr>
          <p:spPr>
            <a:xfrm>
              <a:off x="11490550" y="8087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7"/>
            <p:cNvSpPr/>
            <p:nvPr/>
          </p:nvSpPr>
          <p:spPr>
            <a:xfrm>
              <a:off x="11496981" y="8061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8"/>
            <p:cNvSpPr/>
            <p:nvPr/>
          </p:nvSpPr>
          <p:spPr>
            <a:xfrm>
              <a:off x="11527706" y="8015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9"/>
            <p:cNvSpPr/>
            <p:nvPr/>
          </p:nvSpPr>
          <p:spPr>
            <a:xfrm>
              <a:off x="11432674" y="8150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700"/>
            <p:cNvSpPr/>
            <p:nvPr/>
          </p:nvSpPr>
          <p:spPr>
            <a:xfrm>
              <a:off x="11917125" y="8016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1"/>
            <p:cNvSpPr/>
            <p:nvPr/>
          </p:nvSpPr>
          <p:spPr>
            <a:xfrm>
              <a:off x="12415152" y="7979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2"/>
            <p:cNvSpPr/>
            <p:nvPr/>
          </p:nvSpPr>
          <p:spPr>
            <a:xfrm>
              <a:off x="12873881" y="8116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3"/>
            <p:cNvSpPr/>
            <p:nvPr/>
          </p:nvSpPr>
          <p:spPr>
            <a:xfrm>
              <a:off x="11407665" y="8144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4"/>
            <p:cNvSpPr/>
            <p:nvPr/>
          </p:nvSpPr>
          <p:spPr>
            <a:xfrm>
              <a:off x="11446250" y="8130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5"/>
            <p:cNvSpPr/>
            <p:nvPr/>
          </p:nvSpPr>
          <p:spPr>
            <a:xfrm>
              <a:off x="11449108" y="8115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6"/>
            <p:cNvSpPr/>
            <p:nvPr/>
          </p:nvSpPr>
          <p:spPr>
            <a:xfrm>
              <a:off x="11499125" y="8137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7"/>
            <p:cNvSpPr/>
            <p:nvPr/>
          </p:nvSpPr>
          <p:spPr>
            <a:xfrm>
              <a:off x="11462684" y="8053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8"/>
            <p:cNvSpPr/>
            <p:nvPr/>
          </p:nvSpPr>
          <p:spPr>
            <a:xfrm>
              <a:off x="12364421" y="7551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9"/>
            <p:cNvSpPr/>
            <p:nvPr/>
          </p:nvSpPr>
          <p:spPr>
            <a:xfrm>
              <a:off x="12364421" y="7551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10"/>
            <p:cNvSpPr/>
            <p:nvPr/>
          </p:nvSpPr>
          <p:spPr>
            <a:xfrm>
              <a:off x="12388715" y="7524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1"/>
            <p:cNvSpPr/>
            <p:nvPr/>
          </p:nvSpPr>
          <p:spPr>
            <a:xfrm>
              <a:off x="13062517" y="7794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2"/>
            <p:cNvSpPr/>
            <p:nvPr/>
          </p:nvSpPr>
          <p:spPr>
            <a:xfrm>
              <a:off x="13120393" y="7765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3"/>
            <p:cNvSpPr/>
            <p:nvPr/>
          </p:nvSpPr>
          <p:spPr>
            <a:xfrm>
              <a:off x="13538394" y="7771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4"/>
            <p:cNvSpPr/>
            <p:nvPr/>
          </p:nvSpPr>
          <p:spPr>
            <a:xfrm>
              <a:off x="13630568" y="7657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5"/>
            <p:cNvSpPr/>
            <p:nvPr/>
          </p:nvSpPr>
          <p:spPr>
            <a:xfrm>
              <a:off x="11504841" y="8126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6"/>
            <p:cNvSpPr/>
            <p:nvPr/>
          </p:nvSpPr>
          <p:spPr>
            <a:xfrm>
              <a:off x="11535566" y="8133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7"/>
            <p:cNvSpPr/>
            <p:nvPr/>
          </p:nvSpPr>
          <p:spPr>
            <a:xfrm>
              <a:off x="11520561" y="8133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8"/>
            <p:cNvSpPr/>
            <p:nvPr/>
          </p:nvSpPr>
          <p:spPr>
            <a:xfrm>
              <a:off x="11511986" y="8126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9"/>
            <p:cNvSpPr/>
            <p:nvPr/>
          </p:nvSpPr>
          <p:spPr>
            <a:xfrm>
              <a:off x="11549142" y="8124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20"/>
            <p:cNvSpPr/>
            <p:nvPr/>
          </p:nvSpPr>
          <p:spPr>
            <a:xfrm>
              <a:off x="11536995" y="8134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1"/>
            <p:cNvSpPr/>
            <p:nvPr/>
          </p:nvSpPr>
          <p:spPr>
            <a:xfrm>
              <a:off x="11464827" y="8104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2"/>
            <p:cNvSpPr/>
            <p:nvPr/>
          </p:nvSpPr>
          <p:spPr>
            <a:xfrm>
              <a:off x="11541997" y="8175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3"/>
            <p:cNvSpPr/>
            <p:nvPr/>
          </p:nvSpPr>
          <p:spPr>
            <a:xfrm>
              <a:off x="11531993" y="8165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4"/>
            <p:cNvSpPr/>
            <p:nvPr/>
          </p:nvSpPr>
          <p:spPr>
            <a:xfrm>
              <a:off x="12737405" y="7436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5"/>
            <p:cNvSpPr/>
            <p:nvPr/>
          </p:nvSpPr>
          <p:spPr>
            <a:xfrm>
              <a:off x="11809945" y="8125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6"/>
            <p:cNvSpPr/>
            <p:nvPr/>
          </p:nvSpPr>
          <p:spPr>
            <a:xfrm>
              <a:off x="12193648" y="7418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7"/>
            <p:cNvSpPr/>
            <p:nvPr/>
          </p:nvSpPr>
          <p:spPr>
            <a:xfrm>
              <a:off x="12245094" y="7169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8"/>
            <p:cNvSpPr/>
            <p:nvPr/>
          </p:nvSpPr>
          <p:spPr>
            <a:xfrm>
              <a:off x="12241522" y="7138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9"/>
            <p:cNvSpPr/>
            <p:nvPr/>
          </p:nvSpPr>
          <p:spPr>
            <a:xfrm>
              <a:off x="12065033" y="8063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30"/>
            <p:cNvSpPr/>
            <p:nvPr/>
          </p:nvSpPr>
          <p:spPr>
            <a:xfrm>
              <a:off x="12185074" y="7987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1"/>
            <p:cNvSpPr/>
            <p:nvPr/>
          </p:nvSpPr>
          <p:spPr>
            <a:xfrm>
              <a:off x="11421241" y="8060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2"/>
            <p:cNvSpPr/>
            <p:nvPr/>
          </p:nvSpPr>
          <p:spPr>
            <a:xfrm>
              <a:off x="12803857" y="7962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3"/>
            <p:cNvSpPr/>
            <p:nvPr/>
          </p:nvSpPr>
          <p:spPr>
            <a:xfrm>
              <a:off x="12317976" y="7880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4"/>
            <p:cNvSpPr/>
            <p:nvPr/>
          </p:nvSpPr>
          <p:spPr>
            <a:xfrm>
              <a:off x="12188646" y="7848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5"/>
            <p:cNvSpPr/>
            <p:nvPr/>
          </p:nvSpPr>
          <p:spPr>
            <a:xfrm>
              <a:off x="12190790" y="7911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6"/>
            <p:cNvSpPr/>
            <p:nvPr/>
          </p:nvSpPr>
          <p:spPr>
            <a:xfrm>
              <a:off x="11450537" y="8143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7"/>
            <p:cNvSpPr/>
            <p:nvPr/>
          </p:nvSpPr>
          <p:spPr>
            <a:xfrm>
              <a:off x="12152205" y="8099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8"/>
            <p:cNvSpPr/>
            <p:nvPr/>
          </p:nvSpPr>
          <p:spPr>
            <a:xfrm>
              <a:off x="12238663" y="8095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9"/>
            <p:cNvSpPr/>
            <p:nvPr/>
          </p:nvSpPr>
          <p:spPr>
            <a:xfrm>
              <a:off x="13083952" y="7591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40"/>
            <p:cNvSpPr/>
            <p:nvPr/>
          </p:nvSpPr>
          <p:spPr>
            <a:xfrm>
              <a:off x="13083952" y="7591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1"/>
            <p:cNvSpPr/>
            <p:nvPr/>
          </p:nvSpPr>
          <p:spPr>
            <a:xfrm>
              <a:off x="12060745" y="8007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2"/>
            <p:cNvSpPr/>
            <p:nvPr/>
          </p:nvSpPr>
          <p:spPr>
            <a:xfrm>
              <a:off x="11444821" y="8170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3"/>
            <p:cNvSpPr/>
            <p:nvPr/>
          </p:nvSpPr>
          <p:spPr>
            <a:xfrm>
              <a:off x="11572007" y="8161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4"/>
            <p:cNvSpPr/>
            <p:nvPr/>
          </p:nvSpPr>
          <p:spPr>
            <a:xfrm>
              <a:off x="12550913" y="8108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5"/>
            <p:cNvSpPr/>
            <p:nvPr/>
          </p:nvSpPr>
          <p:spPr>
            <a:xfrm>
              <a:off x="11512701" y="8125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6"/>
            <p:cNvSpPr/>
            <p:nvPr/>
          </p:nvSpPr>
          <p:spPr>
            <a:xfrm>
              <a:off x="11641316" y="8089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7"/>
            <p:cNvSpPr/>
            <p:nvPr/>
          </p:nvSpPr>
          <p:spPr>
            <a:xfrm>
              <a:off x="11496981" y="8101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8"/>
            <p:cNvSpPr/>
            <p:nvPr/>
          </p:nvSpPr>
          <p:spPr>
            <a:xfrm>
              <a:off x="11543426" y="8090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9"/>
            <p:cNvSpPr/>
            <p:nvPr/>
          </p:nvSpPr>
          <p:spPr>
            <a:xfrm>
              <a:off x="11589156" y="8171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50"/>
            <p:cNvSpPr/>
            <p:nvPr/>
          </p:nvSpPr>
          <p:spPr>
            <a:xfrm>
              <a:off x="11378369" y="8175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1"/>
            <p:cNvSpPr/>
            <p:nvPr/>
          </p:nvSpPr>
          <p:spPr>
            <a:xfrm>
              <a:off x="11359077" y="8175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2"/>
            <p:cNvSpPr/>
            <p:nvPr/>
          </p:nvSpPr>
          <p:spPr>
            <a:xfrm>
              <a:off x="11539853" y="8048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3"/>
            <p:cNvSpPr/>
            <p:nvPr/>
          </p:nvSpPr>
          <p:spPr>
            <a:xfrm>
              <a:off x="11412667" y="8100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4"/>
            <p:cNvSpPr/>
            <p:nvPr/>
          </p:nvSpPr>
          <p:spPr>
            <a:xfrm>
              <a:off x="11446964" y="8136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5"/>
            <p:cNvSpPr/>
            <p:nvPr/>
          </p:nvSpPr>
          <p:spPr>
            <a:xfrm>
              <a:off x="13038937" y="7898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6"/>
            <p:cNvSpPr/>
            <p:nvPr/>
          </p:nvSpPr>
          <p:spPr>
            <a:xfrm>
              <a:off x="12951764" y="7818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7"/>
            <p:cNvSpPr/>
            <p:nvPr/>
          </p:nvSpPr>
          <p:spPr>
            <a:xfrm>
              <a:off x="12815289" y="7706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8"/>
            <p:cNvSpPr/>
            <p:nvPr/>
          </p:nvSpPr>
          <p:spPr>
            <a:xfrm>
              <a:off x="13213997" y="7541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9"/>
            <p:cNvSpPr/>
            <p:nvPr/>
          </p:nvSpPr>
          <p:spPr>
            <a:xfrm>
              <a:off x="13213997" y="7541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60"/>
            <p:cNvSpPr/>
            <p:nvPr/>
          </p:nvSpPr>
          <p:spPr>
            <a:xfrm>
              <a:off x="12694534" y="7756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1"/>
            <p:cNvSpPr/>
            <p:nvPr/>
          </p:nvSpPr>
          <p:spPr>
            <a:xfrm>
              <a:off x="12977487" y="7895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2"/>
            <p:cNvSpPr/>
            <p:nvPr/>
          </p:nvSpPr>
          <p:spPr>
            <a:xfrm>
              <a:off x="11701337" y="8144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3"/>
            <p:cNvSpPr/>
            <p:nvPr/>
          </p:nvSpPr>
          <p:spPr>
            <a:xfrm>
              <a:off x="12238663" y="7560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4"/>
            <p:cNvSpPr/>
            <p:nvPr/>
          </p:nvSpPr>
          <p:spPr>
            <a:xfrm>
              <a:off x="12578065" y="7316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5"/>
            <p:cNvSpPr/>
            <p:nvPr/>
          </p:nvSpPr>
          <p:spPr>
            <a:xfrm>
              <a:off x="11446964" y="8141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6"/>
            <p:cNvSpPr/>
            <p:nvPr/>
          </p:nvSpPr>
          <p:spPr>
            <a:xfrm>
              <a:off x="11645603" y="8107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7"/>
            <p:cNvSpPr/>
            <p:nvPr/>
          </p:nvSpPr>
          <p:spPr>
            <a:xfrm>
              <a:off x="11736349" y="8109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8"/>
            <p:cNvSpPr/>
            <p:nvPr/>
          </p:nvSpPr>
          <p:spPr>
            <a:xfrm>
              <a:off x="11763501" y="8096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9"/>
            <p:cNvSpPr/>
            <p:nvPr/>
          </p:nvSpPr>
          <p:spPr>
            <a:xfrm>
              <a:off x="11544140" y="8129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70"/>
            <p:cNvSpPr/>
            <p:nvPr/>
          </p:nvSpPr>
          <p:spPr>
            <a:xfrm>
              <a:off x="12087183" y="7964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1"/>
            <p:cNvSpPr/>
            <p:nvPr/>
          </p:nvSpPr>
          <p:spPr>
            <a:xfrm>
              <a:off x="12034308" y="7917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2"/>
            <p:cNvSpPr/>
            <p:nvPr/>
          </p:nvSpPr>
          <p:spPr>
            <a:xfrm>
              <a:off x="11773504" y="8017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3"/>
            <p:cNvSpPr/>
            <p:nvPr/>
          </p:nvSpPr>
          <p:spPr>
            <a:xfrm>
              <a:off x="12267959" y="7941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4"/>
            <p:cNvSpPr/>
            <p:nvPr/>
          </p:nvSpPr>
          <p:spPr>
            <a:xfrm>
              <a:off x="11516274" y="8158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5"/>
            <p:cNvSpPr/>
            <p:nvPr/>
          </p:nvSpPr>
          <p:spPr>
            <a:xfrm>
              <a:off x="11456968" y="8136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6"/>
            <p:cNvSpPr/>
            <p:nvPr/>
          </p:nvSpPr>
          <p:spPr>
            <a:xfrm>
              <a:off x="11458397" y="8151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7"/>
            <p:cNvSpPr/>
            <p:nvPr/>
          </p:nvSpPr>
          <p:spPr>
            <a:xfrm>
              <a:off x="11463398" y="8146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8"/>
            <p:cNvSpPr/>
            <p:nvPr/>
          </p:nvSpPr>
          <p:spPr>
            <a:xfrm>
              <a:off x="11463398" y="8146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9"/>
            <p:cNvSpPr/>
            <p:nvPr/>
          </p:nvSpPr>
          <p:spPr>
            <a:xfrm>
              <a:off x="11453395" y="8133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80"/>
            <p:cNvSpPr/>
            <p:nvPr/>
          </p:nvSpPr>
          <p:spPr>
            <a:xfrm>
              <a:off x="11447679" y="8049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1"/>
            <p:cNvSpPr/>
            <p:nvPr/>
          </p:nvSpPr>
          <p:spPr>
            <a:xfrm>
              <a:off x="12147204" y="7811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2"/>
            <p:cNvSpPr/>
            <p:nvPr/>
          </p:nvSpPr>
          <p:spPr>
            <a:xfrm>
              <a:off x="11466971" y="8134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3"/>
            <p:cNvSpPr/>
            <p:nvPr/>
          </p:nvSpPr>
          <p:spPr>
            <a:xfrm>
              <a:off x="12896746" y="7483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4"/>
            <p:cNvSpPr/>
            <p:nvPr/>
          </p:nvSpPr>
          <p:spPr>
            <a:xfrm>
              <a:off x="11507699" y="8119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5"/>
            <p:cNvSpPr/>
            <p:nvPr/>
          </p:nvSpPr>
          <p:spPr>
            <a:xfrm>
              <a:off x="11525562" y="8120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6"/>
            <p:cNvSpPr/>
            <p:nvPr/>
          </p:nvSpPr>
          <p:spPr>
            <a:xfrm>
              <a:off x="11619880" y="8118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7"/>
            <p:cNvSpPr/>
            <p:nvPr/>
          </p:nvSpPr>
          <p:spPr>
            <a:xfrm>
              <a:off x="11963569" y="8079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8"/>
            <p:cNvSpPr/>
            <p:nvPr/>
          </p:nvSpPr>
          <p:spPr>
            <a:xfrm>
              <a:off x="12432301" y="8093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9"/>
            <p:cNvSpPr/>
            <p:nvPr/>
          </p:nvSpPr>
          <p:spPr>
            <a:xfrm>
              <a:off x="11511272" y="8100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90"/>
            <p:cNvSpPr/>
            <p:nvPr/>
          </p:nvSpPr>
          <p:spPr>
            <a:xfrm>
              <a:off x="12331552" y="7598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1"/>
            <p:cNvSpPr/>
            <p:nvPr/>
          </p:nvSpPr>
          <p:spPr>
            <a:xfrm>
              <a:off x="12322978" y="7685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2"/>
            <p:cNvSpPr/>
            <p:nvPr/>
          </p:nvSpPr>
          <p:spPr>
            <a:xfrm>
              <a:off x="12125768" y="7894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3"/>
            <p:cNvSpPr/>
            <p:nvPr/>
          </p:nvSpPr>
          <p:spPr>
            <a:xfrm>
              <a:off x="14635197" y="7500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4"/>
            <p:cNvSpPr/>
            <p:nvPr/>
          </p:nvSpPr>
          <p:spPr>
            <a:xfrm>
              <a:off x="14087867" y="7649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5"/>
            <p:cNvSpPr/>
            <p:nvPr/>
          </p:nvSpPr>
          <p:spPr>
            <a:xfrm>
              <a:off x="13804199" y="7534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6"/>
            <p:cNvSpPr/>
            <p:nvPr/>
          </p:nvSpPr>
          <p:spPr>
            <a:xfrm>
              <a:off x="13992120" y="7520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7"/>
            <p:cNvSpPr/>
            <p:nvPr/>
          </p:nvSpPr>
          <p:spPr>
            <a:xfrm>
              <a:off x="14422982" y="7604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8"/>
            <p:cNvSpPr/>
            <p:nvPr/>
          </p:nvSpPr>
          <p:spPr>
            <a:xfrm>
              <a:off x="14422982" y="7604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9"/>
            <p:cNvSpPr/>
            <p:nvPr/>
          </p:nvSpPr>
          <p:spPr>
            <a:xfrm>
              <a:off x="11502697" y="8118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800"/>
            <p:cNvSpPr/>
            <p:nvPr/>
          </p:nvSpPr>
          <p:spPr>
            <a:xfrm>
              <a:off x="11483405" y="8098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1"/>
            <p:cNvSpPr/>
            <p:nvPr/>
          </p:nvSpPr>
          <p:spPr>
            <a:xfrm>
              <a:off x="11519132" y="8123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2"/>
            <p:cNvSpPr/>
            <p:nvPr/>
          </p:nvSpPr>
          <p:spPr>
            <a:xfrm>
              <a:off x="11453395" y="8102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3"/>
            <p:cNvSpPr/>
            <p:nvPr/>
          </p:nvSpPr>
          <p:spPr>
            <a:xfrm>
              <a:off x="11352646" y="8132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4"/>
            <p:cNvSpPr/>
            <p:nvPr/>
          </p:nvSpPr>
          <p:spPr>
            <a:xfrm>
              <a:off x="11474831" y="8003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5"/>
            <p:cNvSpPr/>
            <p:nvPr/>
          </p:nvSpPr>
          <p:spPr>
            <a:xfrm>
              <a:off x="11441248" y="8063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6"/>
            <p:cNvSpPr/>
            <p:nvPr/>
          </p:nvSpPr>
          <p:spPr>
            <a:xfrm>
              <a:off x="11569149" y="8105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7"/>
            <p:cNvSpPr/>
            <p:nvPr/>
          </p:nvSpPr>
          <p:spPr>
            <a:xfrm>
              <a:off x="11486978" y="8046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8"/>
            <p:cNvSpPr/>
            <p:nvPr/>
          </p:nvSpPr>
          <p:spPr>
            <a:xfrm>
              <a:off x="11509128" y="8092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9"/>
            <p:cNvSpPr/>
            <p:nvPr/>
          </p:nvSpPr>
          <p:spPr>
            <a:xfrm>
              <a:off x="12210797" y="7933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10"/>
            <p:cNvSpPr/>
            <p:nvPr/>
          </p:nvSpPr>
          <p:spPr>
            <a:xfrm>
              <a:off x="11484120" y="7859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1"/>
            <p:cNvSpPr/>
            <p:nvPr/>
          </p:nvSpPr>
          <p:spPr>
            <a:xfrm>
              <a:off x="11501983" y="8112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2"/>
            <p:cNvSpPr/>
            <p:nvPr/>
          </p:nvSpPr>
          <p:spPr>
            <a:xfrm>
              <a:off x="11549142" y="8126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3"/>
            <p:cNvSpPr/>
            <p:nvPr/>
          </p:nvSpPr>
          <p:spPr>
            <a:xfrm>
              <a:off x="11891402" y="8088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4"/>
            <p:cNvSpPr/>
            <p:nvPr/>
          </p:nvSpPr>
          <p:spPr>
            <a:xfrm>
              <a:off x="11891402" y="8088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5"/>
            <p:cNvSpPr/>
            <p:nvPr/>
          </p:nvSpPr>
          <p:spPr>
            <a:xfrm>
              <a:off x="11469115" y="8123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6"/>
            <p:cNvSpPr/>
            <p:nvPr/>
          </p:nvSpPr>
          <p:spPr>
            <a:xfrm>
              <a:off x="11747781" y="7860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7"/>
            <p:cNvSpPr/>
            <p:nvPr/>
          </p:nvSpPr>
          <p:spPr>
            <a:xfrm>
              <a:off x="11496981" y="8109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8"/>
            <p:cNvSpPr/>
            <p:nvPr/>
          </p:nvSpPr>
          <p:spPr>
            <a:xfrm>
              <a:off x="11539853" y="8087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9"/>
            <p:cNvSpPr/>
            <p:nvPr/>
          </p:nvSpPr>
          <p:spPr>
            <a:xfrm>
              <a:off x="11491980" y="8138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20"/>
            <p:cNvSpPr/>
            <p:nvPr/>
          </p:nvSpPr>
          <p:spPr>
            <a:xfrm>
              <a:off x="12939617" y="8087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1"/>
            <p:cNvSpPr/>
            <p:nvPr/>
          </p:nvSpPr>
          <p:spPr>
            <a:xfrm>
              <a:off x="11764215" y="8026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2"/>
            <p:cNvSpPr/>
            <p:nvPr/>
          </p:nvSpPr>
          <p:spPr>
            <a:xfrm>
              <a:off x="12052171" y="8011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3"/>
            <p:cNvSpPr/>
            <p:nvPr/>
          </p:nvSpPr>
          <p:spPr>
            <a:xfrm>
              <a:off x="12392287" y="7972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4"/>
            <p:cNvSpPr/>
            <p:nvPr/>
          </p:nvSpPr>
          <p:spPr>
            <a:xfrm>
              <a:off x="12462311" y="7982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5"/>
            <p:cNvSpPr/>
            <p:nvPr/>
          </p:nvSpPr>
          <p:spPr>
            <a:xfrm>
              <a:off x="11870680" y="7861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6"/>
            <p:cNvSpPr/>
            <p:nvPr/>
          </p:nvSpPr>
          <p:spPr>
            <a:xfrm>
              <a:off x="11441248" y="8187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7"/>
            <p:cNvSpPr/>
            <p:nvPr/>
          </p:nvSpPr>
          <p:spPr>
            <a:xfrm>
              <a:off x="11441962" y="8179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8"/>
            <p:cNvSpPr/>
            <p:nvPr/>
          </p:nvSpPr>
          <p:spPr>
            <a:xfrm>
              <a:off x="12122910" y="8147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9"/>
            <p:cNvSpPr/>
            <p:nvPr/>
          </p:nvSpPr>
          <p:spPr>
            <a:xfrm>
              <a:off x="11559860" y="8187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30"/>
            <p:cNvSpPr/>
            <p:nvPr/>
          </p:nvSpPr>
          <p:spPr>
            <a:xfrm>
              <a:off x="13021788" y="7652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1"/>
            <p:cNvSpPr/>
            <p:nvPr/>
          </p:nvSpPr>
          <p:spPr>
            <a:xfrm>
              <a:off x="11427672" y="8070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2"/>
            <p:cNvSpPr/>
            <p:nvPr/>
          </p:nvSpPr>
          <p:spPr>
            <a:xfrm>
              <a:off x="11427672" y="8070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3"/>
            <p:cNvSpPr/>
            <p:nvPr/>
          </p:nvSpPr>
          <p:spPr>
            <a:xfrm>
              <a:off x="12598072" y="7920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4"/>
            <p:cNvSpPr/>
            <p:nvPr/>
          </p:nvSpPr>
          <p:spPr>
            <a:xfrm>
              <a:off x="11438390" y="8119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5"/>
            <p:cNvSpPr/>
            <p:nvPr/>
          </p:nvSpPr>
          <p:spPr>
            <a:xfrm>
              <a:off x="11394089" y="8127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6"/>
            <p:cNvSpPr/>
            <p:nvPr/>
          </p:nvSpPr>
          <p:spPr>
            <a:xfrm>
              <a:off x="11336927" y="8117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7"/>
            <p:cNvSpPr/>
            <p:nvPr/>
          </p:nvSpPr>
          <p:spPr>
            <a:xfrm>
              <a:off x="11369795" y="8139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8"/>
            <p:cNvSpPr/>
            <p:nvPr/>
          </p:nvSpPr>
          <p:spPr>
            <a:xfrm>
              <a:off x="11396233" y="8117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9"/>
            <p:cNvSpPr/>
            <p:nvPr/>
          </p:nvSpPr>
          <p:spPr>
            <a:xfrm>
              <a:off x="11466256" y="8149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40"/>
            <p:cNvSpPr/>
            <p:nvPr/>
          </p:nvSpPr>
          <p:spPr>
            <a:xfrm>
              <a:off x="11525562" y="8067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1"/>
            <p:cNvSpPr/>
            <p:nvPr/>
          </p:nvSpPr>
          <p:spPr>
            <a:xfrm>
              <a:off x="11454109" y="8066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2"/>
            <p:cNvSpPr/>
            <p:nvPr/>
          </p:nvSpPr>
          <p:spPr>
            <a:xfrm>
              <a:off x="13158264" y="7884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3"/>
            <p:cNvSpPr/>
            <p:nvPr/>
          </p:nvSpPr>
          <p:spPr>
            <a:xfrm>
              <a:off x="13436930" y="7852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4"/>
            <p:cNvSpPr/>
            <p:nvPr/>
          </p:nvSpPr>
          <p:spPr>
            <a:xfrm>
              <a:off x="13305457" y="7815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5"/>
            <p:cNvSpPr/>
            <p:nvPr/>
          </p:nvSpPr>
          <p:spPr>
            <a:xfrm>
              <a:off x="12095043" y="7968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6"/>
            <p:cNvSpPr/>
            <p:nvPr/>
          </p:nvSpPr>
          <p:spPr>
            <a:xfrm>
              <a:off x="11527706" y="8153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7"/>
            <p:cNvSpPr/>
            <p:nvPr/>
          </p:nvSpPr>
          <p:spPr>
            <a:xfrm>
              <a:off x="13719170" y="7390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8"/>
            <p:cNvSpPr/>
            <p:nvPr/>
          </p:nvSpPr>
          <p:spPr>
            <a:xfrm>
              <a:off x="14046424" y="7425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9"/>
            <p:cNvSpPr/>
            <p:nvPr/>
          </p:nvSpPr>
          <p:spPr>
            <a:xfrm>
              <a:off x="14046424" y="7425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50"/>
            <p:cNvSpPr/>
            <p:nvPr/>
          </p:nvSpPr>
          <p:spPr>
            <a:xfrm>
              <a:off x="11484834" y="8159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1"/>
            <p:cNvSpPr/>
            <p:nvPr/>
          </p:nvSpPr>
          <p:spPr>
            <a:xfrm>
              <a:off x="11501268" y="8161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2"/>
            <p:cNvSpPr/>
            <p:nvPr/>
          </p:nvSpPr>
          <p:spPr>
            <a:xfrm>
              <a:off x="13267587" y="6758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3"/>
            <p:cNvSpPr/>
            <p:nvPr/>
          </p:nvSpPr>
          <p:spPr>
            <a:xfrm>
              <a:off x="12788852" y="7836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4"/>
            <p:cNvSpPr/>
            <p:nvPr/>
          </p:nvSpPr>
          <p:spPr>
            <a:xfrm>
              <a:off x="12958195" y="7807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5"/>
            <p:cNvSpPr/>
            <p:nvPr/>
          </p:nvSpPr>
          <p:spPr>
            <a:xfrm>
              <a:off x="12057173" y="8084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6"/>
            <p:cNvSpPr/>
            <p:nvPr/>
          </p:nvSpPr>
          <p:spPr>
            <a:xfrm>
              <a:off x="11599159" y="8058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7"/>
            <p:cNvSpPr/>
            <p:nvPr/>
          </p:nvSpPr>
          <p:spPr>
            <a:xfrm>
              <a:off x="11551286" y="8107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8"/>
            <p:cNvSpPr/>
            <p:nvPr/>
          </p:nvSpPr>
          <p:spPr>
            <a:xfrm>
              <a:off x="11695621" y="8060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9"/>
            <p:cNvSpPr/>
            <p:nvPr/>
          </p:nvSpPr>
          <p:spPr>
            <a:xfrm>
              <a:off x="12079323" y="7874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60"/>
            <p:cNvSpPr/>
            <p:nvPr/>
          </p:nvSpPr>
          <p:spPr>
            <a:xfrm>
              <a:off x="12476602" y="8130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1"/>
            <p:cNvSpPr/>
            <p:nvPr/>
          </p:nvSpPr>
          <p:spPr>
            <a:xfrm>
              <a:off x="11474116" y="8106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2"/>
            <p:cNvSpPr/>
            <p:nvPr/>
          </p:nvSpPr>
          <p:spPr>
            <a:xfrm>
              <a:off x="11995723" y="8150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3"/>
            <p:cNvSpPr/>
            <p:nvPr/>
          </p:nvSpPr>
          <p:spPr>
            <a:xfrm>
              <a:off x="11518417" y="8079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4"/>
            <p:cNvSpPr/>
            <p:nvPr/>
          </p:nvSpPr>
          <p:spPr>
            <a:xfrm>
              <a:off x="11589870" y="8079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5"/>
            <p:cNvSpPr/>
            <p:nvPr/>
          </p:nvSpPr>
          <p:spPr>
            <a:xfrm>
              <a:off x="11564147" y="8085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6"/>
            <p:cNvSpPr/>
            <p:nvPr/>
          </p:nvSpPr>
          <p:spPr>
            <a:xfrm>
              <a:off x="11564862" y="8090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7"/>
            <p:cNvSpPr/>
            <p:nvPr/>
          </p:nvSpPr>
          <p:spPr>
            <a:xfrm>
              <a:off x="11509128" y="8056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8"/>
            <p:cNvSpPr/>
            <p:nvPr/>
          </p:nvSpPr>
          <p:spPr>
            <a:xfrm>
              <a:off x="15241119" y="8046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9"/>
            <p:cNvSpPr/>
            <p:nvPr/>
          </p:nvSpPr>
          <p:spPr>
            <a:xfrm>
              <a:off x="11489121" y="7997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70"/>
            <p:cNvSpPr/>
            <p:nvPr/>
          </p:nvSpPr>
          <p:spPr>
            <a:xfrm>
              <a:off x="11458397" y="8124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1"/>
            <p:cNvSpPr/>
            <p:nvPr/>
          </p:nvSpPr>
          <p:spPr>
            <a:xfrm>
              <a:off x="11426243" y="8152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2"/>
            <p:cNvSpPr/>
            <p:nvPr/>
          </p:nvSpPr>
          <p:spPr>
            <a:xfrm>
              <a:off x="11400520" y="8126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3"/>
            <p:cNvSpPr/>
            <p:nvPr/>
          </p:nvSpPr>
          <p:spPr>
            <a:xfrm>
              <a:off x="11406950" y="8149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4"/>
            <p:cNvSpPr/>
            <p:nvPr/>
          </p:nvSpPr>
          <p:spPr>
            <a:xfrm>
              <a:off x="13053942" y="7393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5"/>
            <p:cNvSpPr/>
            <p:nvPr/>
          </p:nvSpPr>
          <p:spPr>
            <a:xfrm>
              <a:off x="12926041" y="7237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6"/>
            <p:cNvSpPr/>
            <p:nvPr/>
          </p:nvSpPr>
          <p:spPr>
            <a:xfrm>
              <a:off x="12926041" y="7237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7"/>
            <p:cNvSpPr/>
            <p:nvPr/>
          </p:nvSpPr>
          <p:spPr>
            <a:xfrm>
              <a:off x="12953193" y="7181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8"/>
            <p:cNvSpPr/>
            <p:nvPr/>
          </p:nvSpPr>
          <p:spPr>
            <a:xfrm>
              <a:off x="13378339" y="7116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9"/>
            <p:cNvSpPr/>
            <p:nvPr/>
          </p:nvSpPr>
          <p:spPr>
            <a:xfrm>
              <a:off x="11419097" y="8150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80"/>
            <p:cNvSpPr/>
            <p:nvPr/>
          </p:nvSpPr>
          <p:spPr>
            <a:xfrm>
              <a:off x="11807802" y="8089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1"/>
            <p:cNvSpPr/>
            <p:nvPr/>
          </p:nvSpPr>
          <p:spPr>
            <a:xfrm>
              <a:off x="12372281" y="8020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2"/>
            <p:cNvSpPr/>
            <p:nvPr/>
          </p:nvSpPr>
          <p:spPr>
            <a:xfrm>
              <a:off x="11481976" y="8099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3"/>
            <p:cNvSpPr/>
            <p:nvPr/>
          </p:nvSpPr>
          <p:spPr>
            <a:xfrm>
              <a:off x="12773846" y="7211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4"/>
            <p:cNvSpPr/>
            <p:nvPr/>
          </p:nvSpPr>
          <p:spPr>
            <a:xfrm>
              <a:off x="11499839" y="8154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5"/>
            <p:cNvSpPr/>
            <p:nvPr/>
          </p:nvSpPr>
          <p:spPr>
            <a:xfrm>
              <a:off x="12123624" y="8138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6"/>
            <p:cNvSpPr/>
            <p:nvPr/>
          </p:nvSpPr>
          <p:spPr>
            <a:xfrm>
              <a:off x="12190790" y="7946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7"/>
            <p:cNvSpPr/>
            <p:nvPr/>
          </p:nvSpPr>
          <p:spPr>
            <a:xfrm>
              <a:off x="11809231" y="8126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8"/>
            <p:cNvSpPr/>
            <p:nvPr/>
          </p:nvSpPr>
          <p:spPr>
            <a:xfrm>
              <a:off x="11861392" y="8117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9"/>
            <p:cNvSpPr/>
            <p:nvPr/>
          </p:nvSpPr>
          <p:spPr>
            <a:xfrm>
              <a:off x="12063604" y="8111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90"/>
            <p:cNvSpPr/>
            <p:nvPr/>
          </p:nvSpPr>
          <p:spPr>
            <a:xfrm>
              <a:off x="12073607" y="8057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1"/>
            <p:cNvSpPr/>
            <p:nvPr/>
          </p:nvSpPr>
          <p:spPr>
            <a:xfrm>
              <a:off x="12274390" y="7965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2"/>
            <p:cNvSpPr/>
            <p:nvPr/>
          </p:nvSpPr>
          <p:spPr>
            <a:xfrm>
              <a:off x="12362277" y="7949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3"/>
            <p:cNvSpPr/>
            <p:nvPr/>
          </p:nvSpPr>
          <p:spPr>
            <a:xfrm>
              <a:off x="11484834" y="8154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4"/>
            <p:cNvSpPr/>
            <p:nvPr/>
          </p:nvSpPr>
          <p:spPr>
            <a:xfrm>
              <a:off x="11465542" y="8164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5"/>
            <p:cNvSpPr/>
            <p:nvPr/>
          </p:nvSpPr>
          <p:spPr>
            <a:xfrm>
              <a:off x="11481976" y="8101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6"/>
            <p:cNvSpPr/>
            <p:nvPr/>
          </p:nvSpPr>
          <p:spPr>
            <a:xfrm>
              <a:off x="11454824" y="8112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7"/>
            <p:cNvSpPr/>
            <p:nvPr/>
          </p:nvSpPr>
          <p:spPr>
            <a:xfrm>
              <a:off x="11520561" y="8107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8"/>
            <p:cNvSpPr/>
            <p:nvPr/>
          </p:nvSpPr>
          <p:spPr>
            <a:xfrm>
              <a:off x="11450537" y="8151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9"/>
            <p:cNvSpPr/>
            <p:nvPr/>
          </p:nvSpPr>
          <p:spPr>
            <a:xfrm>
              <a:off x="11493409" y="8140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900"/>
            <p:cNvSpPr/>
            <p:nvPr/>
          </p:nvSpPr>
          <p:spPr>
            <a:xfrm>
              <a:off x="11591299" y="8133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1"/>
            <p:cNvSpPr/>
            <p:nvPr/>
          </p:nvSpPr>
          <p:spPr>
            <a:xfrm>
              <a:off x="11557002" y="8087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2"/>
            <p:cNvSpPr/>
            <p:nvPr/>
          </p:nvSpPr>
          <p:spPr>
            <a:xfrm>
              <a:off x="11567005" y="8041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3"/>
            <p:cNvSpPr/>
            <p:nvPr/>
          </p:nvSpPr>
          <p:spPr>
            <a:xfrm>
              <a:off x="11604161" y="8065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4"/>
            <p:cNvSpPr/>
            <p:nvPr/>
          </p:nvSpPr>
          <p:spPr>
            <a:xfrm>
              <a:off x="13566975" y="7969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5"/>
            <p:cNvSpPr/>
            <p:nvPr/>
          </p:nvSpPr>
          <p:spPr>
            <a:xfrm>
              <a:off x="13551970" y="7917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6"/>
            <p:cNvSpPr/>
            <p:nvPr/>
          </p:nvSpPr>
          <p:spPr>
            <a:xfrm>
              <a:off x="13344756" y="7910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7"/>
            <p:cNvSpPr/>
            <p:nvPr/>
          </p:nvSpPr>
          <p:spPr>
            <a:xfrm>
              <a:off x="11464827" y="8115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8"/>
            <p:cNvSpPr/>
            <p:nvPr/>
          </p:nvSpPr>
          <p:spPr>
            <a:xfrm>
              <a:off x="11493409" y="8099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9"/>
            <p:cNvSpPr/>
            <p:nvPr/>
          </p:nvSpPr>
          <p:spPr>
            <a:xfrm>
              <a:off x="11544855" y="8106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10"/>
            <p:cNvSpPr/>
            <p:nvPr/>
          </p:nvSpPr>
          <p:spPr>
            <a:xfrm>
              <a:off x="11728489" y="8102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1"/>
            <p:cNvSpPr/>
            <p:nvPr/>
          </p:nvSpPr>
          <p:spPr>
            <a:xfrm>
              <a:off x="12008585" y="8032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2"/>
            <p:cNvSpPr/>
            <p:nvPr/>
          </p:nvSpPr>
          <p:spPr>
            <a:xfrm>
              <a:off x="11431959" y="8141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3"/>
            <p:cNvSpPr/>
            <p:nvPr/>
          </p:nvSpPr>
          <p:spPr>
            <a:xfrm>
              <a:off x="11480547" y="8165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4"/>
            <p:cNvSpPr/>
            <p:nvPr/>
          </p:nvSpPr>
          <p:spPr>
            <a:xfrm>
              <a:off x="14028561" y="7708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5"/>
            <p:cNvSpPr/>
            <p:nvPr/>
          </p:nvSpPr>
          <p:spPr>
            <a:xfrm>
              <a:off x="13486233" y="7604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6"/>
            <p:cNvSpPr/>
            <p:nvPr/>
          </p:nvSpPr>
          <p:spPr>
            <a:xfrm>
              <a:off x="13272588" y="7841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7"/>
            <p:cNvSpPr/>
            <p:nvPr/>
          </p:nvSpPr>
          <p:spPr>
            <a:xfrm>
              <a:off x="11414810" y="8059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8"/>
            <p:cNvSpPr/>
            <p:nvPr/>
          </p:nvSpPr>
          <p:spPr>
            <a:xfrm>
              <a:off x="11597015" y="8044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9"/>
            <p:cNvSpPr/>
            <p:nvPr/>
          </p:nvSpPr>
          <p:spPr>
            <a:xfrm>
              <a:off x="12080752" y="7943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20"/>
            <p:cNvSpPr/>
            <p:nvPr/>
          </p:nvSpPr>
          <p:spPr>
            <a:xfrm>
              <a:off x="11426957" y="8121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1"/>
            <p:cNvSpPr/>
            <p:nvPr/>
          </p:nvSpPr>
          <p:spPr>
            <a:xfrm>
              <a:off x="11387658" y="8147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2"/>
            <p:cNvSpPr/>
            <p:nvPr/>
          </p:nvSpPr>
          <p:spPr>
            <a:xfrm>
              <a:off x="11414096" y="8101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3"/>
            <p:cNvSpPr/>
            <p:nvPr/>
          </p:nvSpPr>
          <p:spPr>
            <a:xfrm>
              <a:off x="11461255" y="8109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11426957" y="8124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11441962" y="8107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11444821" y="8114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11448393" y="8143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11570578" y="8086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11500554" y="8103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11496981" y="8128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11459826" y="8110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11497696" y="8097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11478403" y="7947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11457682" y="8111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11396233" y="8160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11481976" y="8143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11432674" y="8114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11425528" y="8096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11497696" y="8139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11645603" y="8127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11481262" y="8164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14837409" y="7810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11827094" y="8141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11952851" y="8132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12119337" y="8077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12362277" y="8063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11485549" y="8118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11461969" y="8124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11469829" y="8118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11778506" y="8148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12148633" y="7902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11466256" y="8136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12548055" y="7646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11494123" y="8063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11494838" y="8094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11516274" y="8115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11496267" y="8116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11478403" y="8122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11519846" y="8100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11546284" y="8193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13282592" y="8137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2"/>
            <p:cNvSpPr/>
            <p:nvPr/>
          </p:nvSpPr>
          <p:spPr>
            <a:xfrm>
              <a:off x="11429101" y="8166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3"/>
            <p:cNvSpPr/>
            <p:nvPr/>
          </p:nvSpPr>
          <p:spPr>
            <a:xfrm>
              <a:off x="13038223" y="7754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4"/>
            <p:cNvSpPr/>
            <p:nvPr/>
          </p:nvSpPr>
          <p:spPr>
            <a:xfrm>
              <a:off x="14045710" y="7561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5"/>
            <p:cNvSpPr/>
            <p:nvPr/>
          </p:nvSpPr>
          <p:spPr>
            <a:xfrm>
              <a:off x="11423385" y="8078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6"/>
            <p:cNvSpPr/>
            <p:nvPr/>
          </p:nvSpPr>
          <p:spPr>
            <a:xfrm>
              <a:off x="11361935" y="8092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7"/>
            <p:cNvSpPr/>
            <p:nvPr/>
          </p:nvSpPr>
          <p:spPr>
            <a:xfrm>
              <a:off x="11497696" y="8099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8"/>
            <p:cNvSpPr/>
            <p:nvPr/>
          </p:nvSpPr>
          <p:spPr>
            <a:xfrm>
              <a:off x="11507699" y="8045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9"/>
            <p:cNvSpPr/>
            <p:nvPr/>
          </p:nvSpPr>
          <p:spPr>
            <a:xfrm>
              <a:off x="11503412" y="8026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70"/>
            <p:cNvSpPr/>
            <p:nvPr/>
          </p:nvSpPr>
          <p:spPr>
            <a:xfrm>
              <a:off x="11528421" y="8052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1"/>
            <p:cNvSpPr/>
            <p:nvPr/>
          </p:nvSpPr>
          <p:spPr>
            <a:xfrm>
              <a:off x="12711682" y="7980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2"/>
            <p:cNvSpPr/>
            <p:nvPr/>
          </p:nvSpPr>
          <p:spPr>
            <a:xfrm>
              <a:off x="13639857" y="7948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3"/>
            <p:cNvSpPr/>
            <p:nvPr/>
          </p:nvSpPr>
          <p:spPr>
            <a:xfrm>
              <a:off x="11432674" y="8067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4"/>
            <p:cNvSpPr/>
            <p:nvPr/>
          </p:nvSpPr>
          <p:spPr>
            <a:xfrm>
              <a:off x="11453395" y="8060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5"/>
            <p:cNvSpPr/>
            <p:nvPr/>
          </p:nvSpPr>
          <p:spPr>
            <a:xfrm>
              <a:off x="11544855" y="8063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6"/>
            <p:cNvSpPr/>
            <p:nvPr/>
          </p:nvSpPr>
          <p:spPr>
            <a:xfrm>
              <a:off x="11477689" y="8079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7"/>
            <p:cNvSpPr/>
            <p:nvPr/>
          </p:nvSpPr>
          <p:spPr>
            <a:xfrm>
              <a:off x="11911409" y="8062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8"/>
            <p:cNvSpPr/>
            <p:nvPr/>
          </p:nvSpPr>
          <p:spPr>
            <a:xfrm>
              <a:off x="12723829" y="7740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9"/>
            <p:cNvSpPr/>
            <p:nvPr/>
          </p:nvSpPr>
          <p:spPr>
            <a:xfrm>
              <a:off x="13067518" y="7726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80"/>
            <p:cNvSpPr/>
            <p:nvPr/>
          </p:nvSpPr>
          <p:spPr>
            <a:xfrm>
              <a:off x="13133255" y="7828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1"/>
            <p:cNvSpPr/>
            <p:nvPr/>
          </p:nvSpPr>
          <p:spPr>
            <a:xfrm>
              <a:off x="13084667" y="7852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2"/>
            <p:cNvSpPr/>
            <p:nvPr/>
          </p:nvSpPr>
          <p:spPr>
            <a:xfrm>
              <a:off x="11430530" y="8095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3"/>
            <p:cNvSpPr/>
            <p:nvPr/>
          </p:nvSpPr>
          <p:spPr>
            <a:xfrm>
              <a:off x="11722058" y="8142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4"/>
            <p:cNvSpPr/>
            <p:nvPr/>
          </p:nvSpPr>
          <p:spPr>
            <a:xfrm>
              <a:off x="14335095" y="8143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5"/>
            <p:cNvSpPr/>
            <p:nvPr/>
          </p:nvSpPr>
          <p:spPr>
            <a:xfrm>
              <a:off x="11530564" y="8104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11634987" y="656091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11127101" y="805988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88" name="pg3988"/>
            <p:cNvSpPr/>
            <p:nvPr/>
          </p:nvSpPr>
          <p:spPr>
            <a:xfrm>
              <a:off x="11127101" y="6560918"/>
              <a:ext cx="649366" cy="277422"/>
            </a:xfrm>
            <a:custGeom>
              <a:avLst/>
              <a:pathLst>
                <a:path w="649366" h="277422">
                  <a:moveTo>
                    <a:pt x="0" y="277422"/>
                  </a:moveTo>
                  <a:lnTo>
                    <a:pt x="624130" y="277422"/>
                  </a:lnTo>
                  <a:lnTo>
                    <a:pt x="623114" y="277402"/>
                  </a:lnTo>
                  <a:lnTo>
                    <a:pt x="627172" y="277238"/>
                  </a:lnTo>
                  <a:lnTo>
                    <a:pt x="631151" y="276426"/>
                  </a:lnTo>
                  <a:lnTo>
                    <a:pt x="634948" y="274985"/>
                  </a:lnTo>
                  <a:lnTo>
                    <a:pt x="638466" y="272955"/>
                  </a:lnTo>
                  <a:lnTo>
                    <a:pt x="641612" y="270386"/>
                  </a:lnTo>
                  <a:lnTo>
                    <a:pt x="644305" y="267346"/>
                  </a:lnTo>
                  <a:lnTo>
                    <a:pt x="646476" y="263913"/>
                  </a:lnTo>
                  <a:lnTo>
                    <a:pt x="648068" y="260177"/>
                  </a:lnTo>
                  <a:lnTo>
                    <a:pt x="649040" y="256234"/>
                  </a:lnTo>
                  <a:lnTo>
                    <a:pt x="649366" y="25218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tx3989"/>
            <p:cNvSpPr/>
            <p:nvPr/>
          </p:nvSpPr>
          <p:spPr>
            <a:xfrm>
              <a:off x="10861693" y="6492382"/>
              <a:ext cx="872713" cy="10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11243488" y="6664701"/>
              <a:ext cx="49091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 (3%)</a:t>
              </a:r>
            </a:p>
          </p:txBody>
        </p:sp>
        <p:sp>
          <p:nvSpPr>
            <p:cNvPr id="3991" name="pg3991"/>
            <p:cNvSpPr/>
            <p:nvPr/>
          </p:nvSpPr>
          <p:spPr>
            <a:xfrm>
              <a:off x="11127101" y="8136648"/>
              <a:ext cx="649366" cy="277422"/>
            </a:xfrm>
            <a:custGeom>
              <a:avLst/>
              <a:pathLst>
                <a:path w="649366" h="277422">
                  <a:moveTo>
                    <a:pt x="649366" y="277422"/>
                  </a:moveTo>
                  <a:lnTo>
                    <a:pt x="649366" y="25236"/>
                  </a:lnTo>
                  <a:lnTo>
                    <a:pt x="649040" y="21188"/>
                  </a:lnTo>
                  <a:lnTo>
                    <a:pt x="648068" y="17245"/>
                  </a:lnTo>
                  <a:lnTo>
                    <a:pt x="646476" y="13508"/>
                  </a:lnTo>
                  <a:lnTo>
                    <a:pt x="644305" y="10075"/>
                  </a:lnTo>
                  <a:lnTo>
                    <a:pt x="641612" y="7035"/>
                  </a:lnTo>
                  <a:lnTo>
                    <a:pt x="638466" y="4467"/>
                  </a:lnTo>
                  <a:lnTo>
                    <a:pt x="634948" y="2436"/>
                  </a:lnTo>
                  <a:lnTo>
                    <a:pt x="631151" y="996"/>
                  </a:lnTo>
                  <a:lnTo>
                    <a:pt x="627172" y="184"/>
                  </a:lnTo>
                  <a:lnTo>
                    <a:pt x="624130" y="0"/>
                  </a:lnTo>
                  <a:lnTo>
                    <a:pt x="0" y="0"/>
                  </a:lnTo>
                  <a:lnTo>
                    <a:pt x="0" y="277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tx3992"/>
            <p:cNvSpPr/>
            <p:nvPr/>
          </p:nvSpPr>
          <p:spPr>
            <a:xfrm>
              <a:off x="10853820" y="8149204"/>
              <a:ext cx="880586" cy="129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3993" name="tx3993"/>
            <p:cNvSpPr/>
            <p:nvPr/>
          </p:nvSpPr>
          <p:spPr>
            <a:xfrm>
              <a:off x="10970611" y="8349386"/>
              <a:ext cx="763795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562 (56.9%)</a:t>
              </a:r>
            </a:p>
          </p:txBody>
        </p:sp>
        <p:sp>
          <p:nvSpPr>
            <p:cNvPr id="3994" name="pg3994"/>
            <p:cNvSpPr/>
            <p:nvPr/>
          </p:nvSpPr>
          <p:spPr>
            <a:xfrm>
              <a:off x="12200184" y="6560918"/>
              <a:ext cx="902274" cy="277422"/>
            </a:xfrm>
            <a:custGeom>
              <a:avLst/>
              <a:pathLst>
                <a:path w="902274" h="277422">
                  <a:moveTo>
                    <a:pt x="25236" y="277422"/>
                  </a:moveTo>
                  <a:lnTo>
                    <a:pt x="877037" y="277422"/>
                  </a:lnTo>
                  <a:lnTo>
                    <a:pt x="876021" y="277402"/>
                  </a:lnTo>
                  <a:lnTo>
                    <a:pt x="880079" y="277238"/>
                  </a:lnTo>
                  <a:lnTo>
                    <a:pt x="884059" y="276426"/>
                  </a:lnTo>
                  <a:lnTo>
                    <a:pt x="887856" y="274985"/>
                  </a:lnTo>
                  <a:lnTo>
                    <a:pt x="891373" y="272955"/>
                  </a:lnTo>
                  <a:lnTo>
                    <a:pt x="894519" y="270386"/>
                  </a:lnTo>
                  <a:lnTo>
                    <a:pt x="897213" y="267346"/>
                  </a:lnTo>
                  <a:lnTo>
                    <a:pt x="899383" y="263913"/>
                  </a:lnTo>
                  <a:lnTo>
                    <a:pt x="900975" y="260177"/>
                  </a:lnTo>
                  <a:lnTo>
                    <a:pt x="901947" y="256234"/>
                  </a:lnTo>
                  <a:lnTo>
                    <a:pt x="902274" y="252185"/>
                  </a:lnTo>
                  <a:lnTo>
                    <a:pt x="902274" y="0"/>
                  </a:lnTo>
                  <a:lnTo>
                    <a:pt x="0" y="0"/>
                  </a:lnTo>
                  <a:lnTo>
                    <a:pt x="0" y="252185"/>
                  </a:lnTo>
                  <a:lnTo>
                    <a:pt x="81" y="250155"/>
                  </a:lnTo>
                  <a:lnTo>
                    <a:pt x="81" y="254216"/>
                  </a:lnTo>
                  <a:lnTo>
                    <a:pt x="733" y="258225"/>
                  </a:lnTo>
                  <a:lnTo>
                    <a:pt x="2019" y="262077"/>
                  </a:lnTo>
                  <a:lnTo>
                    <a:pt x="3906" y="265673"/>
                  </a:lnTo>
                  <a:lnTo>
                    <a:pt x="6346" y="268920"/>
                  </a:lnTo>
                  <a:lnTo>
                    <a:pt x="9275" y="271734"/>
                  </a:lnTo>
                  <a:lnTo>
                    <a:pt x="12618" y="274041"/>
                  </a:lnTo>
                  <a:lnTo>
                    <a:pt x="16287" y="275782"/>
                  </a:lnTo>
                  <a:lnTo>
                    <a:pt x="20188" y="276912"/>
                  </a:lnTo>
                  <a:lnTo>
                    <a:pt x="24220" y="277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tx3995"/>
            <p:cNvSpPr/>
            <p:nvPr/>
          </p:nvSpPr>
          <p:spPr>
            <a:xfrm>
              <a:off x="12242245" y="6492382"/>
              <a:ext cx="818152" cy="10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3996" name="tx3996"/>
            <p:cNvSpPr/>
            <p:nvPr/>
          </p:nvSpPr>
          <p:spPr>
            <a:xfrm>
              <a:off x="12296602" y="6664701"/>
              <a:ext cx="763795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313 (31.7%)</a:t>
              </a:r>
            </a:p>
          </p:txBody>
        </p:sp>
        <p:sp>
          <p:nvSpPr>
            <p:cNvPr id="3997" name="pg3997"/>
            <p:cNvSpPr/>
            <p:nvPr/>
          </p:nvSpPr>
          <p:spPr>
            <a:xfrm>
              <a:off x="12083188" y="8136648"/>
              <a:ext cx="1019270" cy="277422"/>
            </a:xfrm>
            <a:custGeom>
              <a:avLst/>
              <a:pathLst>
                <a:path w="1019270" h="277422">
                  <a:moveTo>
                    <a:pt x="1019270" y="277422"/>
                  </a:moveTo>
                  <a:lnTo>
                    <a:pt x="1019270" y="25236"/>
                  </a:lnTo>
                  <a:lnTo>
                    <a:pt x="1018943" y="21188"/>
                  </a:lnTo>
                  <a:lnTo>
                    <a:pt x="1017971" y="17245"/>
                  </a:lnTo>
                  <a:lnTo>
                    <a:pt x="1016379" y="13508"/>
                  </a:lnTo>
                  <a:lnTo>
                    <a:pt x="1014209" y="10075"/>
                  </a:lnTo>
                  <a:lnTo>
                    <a:pt x="1011516" y="7035"/>
                  </a:lnTo>
                  <a:lnTo>
                    <a:pt x="1008370" y="4467"/>
                  </a:lnTo>
                  <a:lnTo>
                    <a:pt x="1004852" y="2436"/>
                  </a:lnTo>
                  <a:lnTo>
                    <a:pt x="1001055" y="996"/>
                  </a:lnTo>
                  <a:lnTo>
                    <a:pt x="997075" y="184"/>
                  </a:lnTo>
                  <a:lnTo>
                    <a:pt x="994033" y="0"/>
                  </a:lnTo>
                  <a:lnTo>
                    <a:pt x="25236" y="0"/>
                  </a:lnTo>
                  <a:lnTo>
                    <a:pt x="28278" y="184"/>
                  </a:lnTo>
                  <a:lnTo>
                    <a:pt x="24220" y="20"/>
                  </a:lnTo>
                  <a:lnTo>
                    <a:pt x="20188" y="510"/>
                  </a:lnTo>
                  <a:lnTo>
                    <a:pt x="16287" y="1639"/>
                  </a:lnTo>
                  <a:lnTo>
                    <a:pt x="12618" y="3381"/>
                  </a:lnTo>
                  <a:lnTo>
                    <a:pt x="9275" y="5688"/>
                  </a:lnTo>
                  <a:lnTo>
                    <a:pt x="6346" y="8501"/>
                  </a:lnTo>
                  <a:lnTo>
                    <a:pt x="3906" y="11748"/>
                  </a:lnTo>
                  <a:lnTo>
                    <a:pt x="2019" y="15344"/>
                  </a:lnTo>
                  <a:lnTo>
                    <a:pt x="733" y="19197"/>
                  </a:lnTo>
                  <a:lnTo>
                    <a:pt x="81" y="23205"/>
                  </a:lnTo>
                  <a:lnTo>
                    <a:pt x="0" y="25236"/>
                  </a:lnTo>
                  <a:lnTo>
                    <a:pt x="0" y="277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tx3998"/>
            <p:cNvSpPr/>
            <p:nvPr/>
          </p:nvSpPr>
          <p:spPr>
            <a:xfrm>
              <a:off x="12125249" y="8149204"/>
              <a:ext cx="935148" cy="129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3999" name="tx3999"/>
            <p:cNvSpPr/>
            <p:nvPr/>
          </p:nvSpPr>
          <p:spPr>
            <a:xfrm>
              <a:off x="12452551" y="8349386"/>
              <a:ext cx="607846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82 (8.3%)</a:t>
              </a:r>
            </a:p>
          </p:txBody>
        </p:sp>
        <p:sp>
          <p:nvSpPr>
            <p:cNvPr id="4000" name="rc4000"/>
            <p:cNvSpPr/>
            <p:nvPr/>
          </p:nvSpPr>
          <p:spPr>
            <a:xfrm>
              <a:off x="11127101" y="6560918"/>
              <a:ext cx="4439232" cy="185315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tx4001"/>
            <p:cNvSpPr/>
            <p:nvPr/>
          </p:nvSpPr>
          <p:spPr>
            <a:xfrm>
              <a:off x="11002315" y="809375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002" name="tx4002"/>
            <p:cNvSpPr/>
            <p:nvPr/>
          </p:nvSpPr>
          <p:spPr>
            <a:xfrm>
              <a:off x="11002315" y="777119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003" name="tx4003"/>
            <p:cNvSpPr/>
            <p:nvPr/>
          </p:nvSpPr>
          <p:spPr>
            <a:xfrm>
              <a:off x="10940159" y="744580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004" name="tx4004"/>
            <p:cNvSpPr/>
            <p:nvPr/>
          </p:nvSpPr>
          <p:spPr>
            <a:xfrm>
              <a:off x="10940159" y="7121825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4005" name="tx4005"/>
            <p:cNvSpPr/>
            <p:nvPr/>
          </p:nvSpPr>
          <p:spPr>
            <a:xfrm>
              <a:off x="10940159" y="6797847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006" name="pl4006"/>
            <p:cNvSpPr/>
            <p:nvPr/>
          </p:nvSpPr>
          <p:spPr>
            <a:xfrm>
              <a:off x="11092306" y="81354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11092306" y="78114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11092306" y="7487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11092306" y="7163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11092306" y="683953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11511269" y="841407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12572062" y="841407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13632855" y="841407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14693648" y="841407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tx4015"/>
            <p:cNvSpPr/>
            <p:nvPr/>
          </p:nvSpPr>
          <p:spPr>
            <a:xfrm>
              <a:off x="11480192" y="847500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12509907" y="847500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13570699" y="847500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14631492" y="847495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12488906" y="859469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4020" name="tx4020"/>
            <p:cNvSpPr/>
            <p:nvPr/>
          </p:nvSpPr>
          <p:spPr>
            <a:xfrm rot="-5400000">
              <a:off x="9920956" y="7421942"/>
              <a:ext cx="176248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Lumipulse pTau181 (Z)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11127101" y="6333229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K.</a:t>
              </a:r>
            </a:p>
          </p:txBody>
        </p:sp>
        <p:sp>
          <p:nvSpPr>
            <p:cNvPr id="4022" name="pl4022"/>
            <p:cNvSpPr/>
            <p:nvPr/>
          </p:nvSpPr>
          <p:spPr>
            <a:xfrm>
              <a:off x="16724103" y="8037221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16724103" y="7657324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16724103" y="7277427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16724103" y="6897530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16990031" y="663160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17369928" y="663160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17749824" y="663160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18129721" y="663160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16724103" y="8227169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16724103" y="7847273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16724103" y="7467376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16724103" y="7087479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16724103" y="6707582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16800082" y="663160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17179979" y="663160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17559876" y="663160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17939773" y="663160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18319670" y="663160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16800082" y="6707582"/>
              <a:ext cx="1519587" cy="1519587"/>
            </a:xfrm>
            <a:custGeom>
              <a:avLst/>
              <a:pathLst>
                <a:path w="1519587" h="1519587">
                  <a:moveTo>
                    <a:pt x="0" y="1519587"/>
                  </a:moveTo>
                  <a:lnTo>
                    <a:pt x="0" y="1515740"/>
                  </a:lnTo>
                  <a:lnTo>
                    <a:pt x="0" y="1511893"/>
                  </a:lnTo>
                  <a:lnTo>
                    <a:pt x="0" y="1504199"/>
                  </a:lnTo>
                  <a:lnTo>
                    <a:pt x="0" y="1500352"/>
                  </a:lnTo>
                  <a:lnTo>
                    <a:pt x="0" y="1496505"/>
                  </a:lnTo>
                  <a:lnTo>
                    <a:pt x="0" y="1492657"/>
                  </a:lnTo>
                  <a:lnTo>
                    <a:pt x="0" y="1488810"/>
                  </a:lnTo>
                  <a:lnTo>
                    <a:pt x="0" y="1484963"/>
                  </a:lnTo>
                  <a:lnTo>
                    <a:pt x="0" y="1481116"/>
                  </a:lnTo>
                  <a:lnTo>
                    <a:pt x="0" y="1477269"/>
                  </a:lnTo>
                  <a:lnTo>
                    <a:pt x="0" y="1473422"/>
                  </a:lnTo>
                  <a:lnTo>
                    <a:pt x="0" y="1469575"/>
                  </a:lnTo>
                  <a:lnTo>
                    <a:pt x="0" y="1461881"/>
                  </a:lnTo>
                  <a:lnTo>
                    <a:pt x="0" y="1454187"/>
                  </a:lnTo>
                  <a:lnTo>
                    <a:pt x="0" y="1450340"/>
                  </a:lnTo>
                  <a:lnTo>
                    <a:pt x="2566" y="1450340"/>
                  </a:lnTo>
                  <a:lnTo>
                    <a:pt x="2566" y="1446493"/>
                  </a:lnTo>
                  <a:lnTo>
                    <a:pt x="2566" y="1442646"/>
                  </a:lnTo>
                  <a:lnTo>
                    <a:pt x="2566" y="1438799"/>
                  </a:lnTo>
                  <a:lnTo>
                    <a:pt x="2566" y="1434952"/>
                  </a:lnTo>
                  <a:lnTo>
                    <a:pt x="2566" y="1431105"/>
                  </a:lnTo>
                  <a:lnTo>
                    <a:pt x="2566" y="1427258"/>
                  </a:lnTo>
                  <a:lnTo>
                    <a:pt x="2566" y="1419563"/>
                  </a:lnTo>
                  <a:lnTo>
                    <a:pt x="2566" y="1415716"/>
                  </a:lnTo>
                  <a:lnTo>
                    <a:pt x="2566" y="1411869"/>
                  </a:lnTo>
                  <a:lnTo>
                    <a:pt x="2566" y="1408022"/>
                  </a:lnTo>
                  <a:lnTo>
                    <a:pt x="2566" y="1404175"/>
                  </a:lnTo>
                  <a:lnTo>
                    <a:pt x="2566" y="1400328"/>
                  </a:lnTo>
                  <a:lnTo>
                    <a:pt x="2566" y="1392634"/>
                  </a:lnTo>
                  <a:lnTo>
                    <a:pt x="2566" y="1388787"/>
                  </a:lnTo>
                  <a:lnTo>
                    <a:pt x="2566" y="1384940"/>
                  </a:lnTo>
                  <a:lnTo>
                    <a:pt x="2566" y="1381093"/>
                  </a:lnTo>
                  <a:lnTo>
                    <a:pt x="2566" y="1377246"/>
                  </a:lnTo>
                  <a:lnTo>
                    <a:pt x="2566" y="1369552"/>
                  </a:lnTo>
                  <a:lnTo>
                    <a:pt x="2566" y="1365705"/>
                  </a:lnTo>
                  <a:lnTo>
                    <a:pt x="2566" y="1361858"/>
                  </a:lnTo>
                  <a:lnTo>
                    <a:pt x="2566" y="1358010"/>
                  </a:lnTo>
                  <a:lnTo>
                    <a:pt x="2566" y="1354163"/>
                  </a:lnTo>
                  <a:lnTo>
                    <a:pt x="2566" y="1350316"/>
                  </a:lnTo>
                  <a:lnTo>
                    <a:pt x="2566" y="1346469"/>
                  </a:lnTo>
                  <a:lnTo>
                    <a:pt x="2566" y="1342622"/>
                  </a:lnTo>
                  <a:lnTo>
                    <a:pt x="2566" y="1338775"/>
                  </a:lnTo>
                  <a:lnTo>
                    <a:pt x="2566" y="1334928"/>
                  </a:lnTo>
                  <a:lnTo>
                    <a:pt x="2566" y="1331081"/>
                  </a:lnTo>
                  <a:lnTo>
                    <a:pt x="2566" y="1327234"/>
                  </a:lnTo>
                  <a:lnTo>
                    <a:pt x="2566" y="1323387"/>
                  </a:lnTo>
                  <a:lnTo>
                    <a:pt x="2566" y="1319540"/>
                  </a:lnTo>
                  <a:lnTo>
                    <a:pt x="2566" y="1315693"/>
                  </a:lnTo>
                  <a:lnTo>
                    <a:pt x="2566" y="1307999"/>
                  </a:lnTo>
                  <a:lnTo>
                    <a:pt x="2566" y="1304152"/>
                  </a:lnTo>
                  <a:lnTo>
                    <a:pt x="2566" y="1300305"/>
                  </a:lnTo>
                  <a:lnTo>
                    <a:pt x="2566" y="1292611"/>
                  </a:lnTo>
                  <a:lnTo>
                    <a:pt x="2566" y="1288763"/>
                  </a:lnTo>
                  <a:lnTo>
                    <a:pt x="2566" y="1284916"/>
                  </a:lnTo>
                  <a:lnTo>
                    <a:pt x="2566" y="1281069"/>
                  </a:lnTo>
                  <a:lnTo>
                    <a:pt x="2566" y="1277222"/>
                  </a:lnTo>
                  <a:lnTo>
                    <a:pt x="2566" y="1273375"/>
                  </a:lnTo>
                  <a:lnTo>
                    <a:pt x="2566" y="1265681"/>
                  </a:lnTo>
                  <a:lnTo>
                    <a:pt x="2566" y="1261834"/>
                  </a:lnTo>
                  <a:lnTo>
                    <a:pt x="2566" y="1257987"/>
                  </a:lnTo>
                  <a:lnTo>
                    <a:pt x="2566" y="1254140"/>
                  </a:lnTo>
                  <a:lnTo>
                    <a:pt x="2566" y="1250293"/>
                  </a:lnTo>
                  <a:lnTo>
                    <a:pt x="2566" y="1246446"/>
                  </a:lnTo>
                  <a:lnTo>
                    <a:pt x="2566" y="1242599"/>
                  </a:lnTo>
                  <a:lnTo>
                    <a:pt x="2566" y="1238752"/>
                  </a:lnTo>
                  <a:lnTo>
                    <a:pt x="2566" y="1234905"/>
                  </a:lnTo>
                  <a:lnTo>
                    <a:pt x="2566" y="1231058"/>
                  </a:lnTo>
                  <a:lnTo>
                    <a:pt x="2566" y="1223364"/>
                  </a:lnTo>
                  <a:lnTo>
                    <a:pt x="2566" y="1219516"/>
                  </a:lnTo>
                  <a:lnTo>
                    <a:pt x="2566" y="1215669"/>
                  </a:lnTo>
                  <a:lnTo>
                    <a:pt x="2566" y="1211822"/>
                  </a:lnTo>
                  <a:lnTo>
                    <a:pt x="2566" y="1207975"/>
                  </a:lnTo>
                  <a:lnTo>
                    <a:pt x="2566" y="1204128"/>
                  </a:lnTo>
                  <a:lnTo>
                    <a:pt x="2566" y="1200281"/>
                  </a:lnTo>
                  <a:lnTo>
                    <a:pt x="2566" y="1192587"/>
                  </a:lnTo>
                  <a:lnTo>
                    <a:pt x="2566" y="1184893"/>
                  </a:lnTo>
                  <a:lnTo>
                    <a:pt x="2566" y="1181046"/>
                  </a:lnTo>
                  <a:lnTo>
                    <a:pt x="2566" y="1177199"/>
                  </a:lnTo>
                  <a:lnTo>
                    <a:pt x="2566" y="1173352"/>
                  </a:lnTo>
                  <a:lnTo>
                    <a:pt x="2566" y="1169505"/>
                  </a:lnTo>
                  <a:lnTo>
                    <a:pt x="2566" y="1161811"/>
                  </a:lnTo>
                  <a:lnTo>
                    <a:pt x="2566" y="1154116"/>
                  </a:lnTo>
                  <a:lnTo>
                    <a:pt x="2566" y="1150269"/>
                  </a:lnTo>
                  <a:lnTo>
                    <a:pt x="2566" y="1146422"/>
                  </a:lnTo>
                  <a:lnTo>
                    <a:pt x="2566" y="1138728"/>
                  </a:lnTo>
                  <a:lnTo>
                    <a:pt x="2566" y="1134881"/>
                  </a:lnTo>
                  <a:lnTo>
                    <a:pt x="2566" y="1131034"/>
                  </a:lnTo>
                  <a:lnTo>
                    <a:pt x="2566" y="1127187"/>
                  </a:lnTo>
                  <a:lnTo>
                    <a:pt x="2566" y="1123340"/>
                  </a:lnTo>
                  <a:lnTo>
                    <a:pt x="2566" y="1119493"/>
                  </a:lnTo>
                  <a:lnTo>
                    <a:pt x="2566" y="1111799"/>
                  </a:lnTo>
                  <a:lnTo>
                    <a:pt x="2566" y="1107952"/>
                  </a:lnTo>
                  <a:lnTo>
                    <a:pt x="2566" y="1104105"/>
                  </a:lnTo>
                  <a:lnTo>
                    <a:pt x="2566" y="1100258"/>
                  </a:lnTo>
                  <a:lnTo>
                    <a:pt x="2566" y="1096411"/>
                  </a:lnTo>
                  <a:lnTo>
                    <a:pt x="2566" y="1084869"/>
                  </a:lnTo>
                  <a:lnTo>
                    <a:pt x="2566" y="1081022"/>
                  </a:lnTo>
                  <a:lnTo>
                    <a:pt x="2566" y="1077175"/>
                  </a:lnTo>
                  <a:lnTo>
                    <a:pt x="2566" y="1073328"/>
                  </a:lnTo>
                  <a:lnTo>
                    <a:pt x="2566" y="1069481"/>
                  </a:lnTo>
                  <a:lnTo>
                    <a:pt x="2566" y="1065634"/>
                  </a:lnTo>
                  <a:lnTo>
                    <a:pt x="2566" y="1061787"/>
                  </a:lnTo>
                  <a:lnTo>
                    <a:pt x="2566" y="1057940"/>
                  </a:lnTo>
                  <a:lnTo>
                    <a:pt x="2566" y="1054093"/>
                  </a:lnTo>
                  <a:lnTo>
                    <a:pt x="2566" y="1046399"/>
                  </a:lnTo>
                  <a:lnTo>
                    <a:pt x="2566" y="1042552"/>
                  </a:lnTo>
                  <a:lnTo>
                    <a:pt x="2566" y="1038705"/>
                  </a:lnTo>
                  <a:lnTo>
                    <a:pt x="2566" y="1034858"/>
                  </a:lnTo>
                  <a:lnTo>
                    <a:pt x="2566" y="1031011"/>
                  </a:lnTo>
                  <a:lnTo>
                    <a:pt x="2566" y="1027164"/>
                  </a:lnTo>
                  <a:lnTo>
                    <a:pt x="2566" y="1023317"/>
                  </a:lnTo>
                  <a:lnTo>
                    <a:pt x="2566" y="1019470"/>
                  </a:lnTo>
                  <a:lnTo>
                    <a:pt x="2566" y="1015622"/>
                  </a:lnTo>
                  <a:lnTo>
                    <a:pt x="2566" y="1011775"/>
                  </a:lnTo>
                  <a:lnTo>
                    <a:pt x="2566" y="1007928"/>
                  </a:lnTo>
                  <a:lnTo>
                    <a:pt x="2566" y="1004081"/>
                  </a:lnTo>
                  <a:lnTo>
                    <a:pt x="2566" y="1000234"/>
                  </a:lnTo>
                  <a:lnTo>
                    <a:pt x="2566" y="996387"/>
                  </a:lnTo>
                  <a:lnTo>
                    <a:pt x="2566" y="992540"/>
                  </a:lnTo>
                  <a:lnTo>
                    <a:pt x="2566" y="984846"/>
                  </a:lnTo>
                  <a:lnTo>
                    <a:pt x="2566" y="980999"/>
                  </a:lnTo>
                  <a:lnTo>
                    <a:pt x="2566" y="977152"/>
                  </a:lnTo>
                  <a:lnTo>
                    <a:pt x="2566" y="969458"/>
                  </a:lnTo>
                  <a:lnTo>
                    <a:pt x="2566" y="965611"/>
                  </a:lnTo>
                  <a:lnTo>
                    <a:pt x="2566" y="950222"/>
                  </a:lnTo>
                  <a:lnTo>
                    <a:pt x="5133" y="946375"/>
                  </a:lnTo>
                  <a:lnTo>
                    <a:pt x="5133" y="942528"/>
                  </a:lnTo>
                  <a:lnTo>
                    <a:pt x="5133" y="938681"/>
                  </a:lnTo>
                  <a:lnTo>
                    <a:pt x="5133" y="934834"/>
                  </a:lnTo>
                  <a:lnTo>
                    <a:pt x="5133" y="923293"/>
                  </a:lnTo>
                  <a:lnTo>
                    <a:pt x="5133" y="919446"/>
                  </a:lnTo>
                  <a:lnTo>
                    <a:pt x="5133" y="915599"/>
                  </a:lnTo>
                  <a:lnTo>
                    <a:pt x="5133" y="911752"/>
                  </a:lnTo>
                  <a:lnTo>
                    <a:pt x="5133" y="904058"/>
                  </a:lnTo>
                  <a:lnTo>
                    <a:pt x="7700" y="904058"/>
                  </a:lnTo>
                  <a:lnTo>
                    <a:pt x="7700" y="900211"/>
                  </a:lnTo>
                  <a:lnTo>
                    <a:pt x="7700" y="896364"/>
                  </a:lnTo>
                  <a:lnTo>
                    <a:pt x="7700" y="892517"/>
                  </a:lnTo>
                  <a:lnTo>
                    <a:pt x="7700" y="888670"/>
                  </a:lnTo>
                  <a:lnTo>
                    <a:pt x="7700" y="884823"/>
                  </a:lnTo>
                  <a:lnTo>
                    <a:pt x="7700" y="880975"/>
                  </a:lnTo>
                  <a:lnTo>
                    <a:pt x="7700" y="873281"/>
                  </a:lnTo>
                  <a:lnTo>
                    <a:pt x="10267" y="873281"/>
                  </a:lnTo>
                  <a:lnTo>
                    <a:pt x="10267" y="869434"/>
                  </a:lnTo>
                  <a:lnTo>
                    <a:pt x="10267" y="865587"/>
                  </a:lnTo>
                  <a:lnTo>
                    <a:pt x="10267" y="861740"/>
                  </a:lnTo>
                  <a:lnTo>
                    <a:pt x="10267" y="857893"/>
                  </a:lnTo>
                  <a:lnTo>
                    <a:pt x="10267" y="854046"/>
                  </a:lnTo>
                  <a:lnTo>
                    <a:pt x="10267" y="850199"/>
                  </a:lnTo>
                  <a:lnTo>
                    <a:pt x="10267" y="846352"/>
                  </a:lnTo>
                  <a:lnTo>
                    <a:pt x="10267" y="838658"/>
                  </a:lnTo>
                  <a:lnTo>
                    <a:pt x="10267" y="834811"/>
                  </a:lnTo>
                  <a:lnTo>
                    <a:pt x="10267" y="830964"/>
                  </a:lnTo>
                  <a:lnTo>
                    <a:pt x="10267" y="827117"/>
                  </a:lnTo>
                  <a:lnTo>
                    <a:pt x="10267" y="819423"/>
                  </a:lnTo>
                  <a:lnTo>
                    <a:pt x="10267" y="811728"/>
                  </a:lnTo>
                  <a:lnTo>
                    <a:pt x="10267" y="807881"/>
                  </a:lnTo>
                  <a:lnTo>
                    <a:pt x="10267" y="804034"/>
                  </a:lnTo>
                  <a:lnTo>
                    <a:pt x="10267" y="796340"/>
                  </a:lnTo>
                  <a:lnTo>
                    <a:pt x="10267" y="792493"/>
                  </a:lnTo>
                  <a:lnTo>
                    <a:pt x="10267" y="777105"/>
                  </a:lnTo>
                  <a:lnTo>
                    <a:pt x="10267" y="773258"/>
                  </a:lnTo>
                  <a:lnTo>
                    <a:pt x="10267" y="769411"/>
                  </a:lnTo>
                  <a:lnTo>
                    <a:pt x="10267" y="765564"/>
                  </a:lnTo>
                  <a:lnTo>
                    <a:pt x="10267" y="761717"/>
                  </a:lnTo>
                  <a:lnTo>
                    <a:pt x="10267" y="757870"/>
                  </a:lnTo>
                  <a:lnTo>
                    <a:pt x="10267" y="754023"/>
                  </a:lnTo>
                  <a:lnTo>
                    <a:pt x="10267" y="750176"/>
                  </a:lnTo>
                  <a:lnTo>
                    <a:pt x="10267" y="746328"/>
                  </a:lnTo>
                  <a:lnTo>
                    <a:pt x="10267" y="742481"/>
                  </a:lnTo>
                  <a:lnTo>
                    <a:pt x="10267" y="738634"/>
                  </a:lnTo>
                  <a:lnTo>
                    <a:pt x="10267" y="734787"/>
                  </a:lnTo>
                  <a:lnTo>
                    <a:pt x="10267" y="730940"/>
                  </a:lnTo>
                  <a:lnTo>
                    <a:pt x="10267" y="723246"/>
                  </a:lnTo>
                  <a:lnTo>
                    <a:pt x="12834" y="723246"/>
                  </a:lnTo>
                  <a:lnTo>
                    <a:pt x="12834" y="719399"/>
                  </a:lnTo>
                  <a:lnTo>
                    <a:pt x="15401" y="719399"/>
                  </a:lnTo>
                  <a:lnTo>
                    <a:pt x="15401" y="715552"/>
                  </a:lnTo>
                  <a:lnTo>
                    <a:pt x="15401" y="711705"/>
                  </a:lnTo>
                  <a:lnTo>
                    <a:pt x="17968" y="711705"/>
                  </a:lnTo>
                  <a:lnTo>
                    <a:pt x="17968" y="707858"/>
                  </a:lnTo>
                  <a:lnTo>
                    <a:pt x="17968" y="704011"/>
                  </a:lnTo>
                  <a:lnTo>
                    <a:pt x="17968" y="696317"/>
                  </a:lnTo>
                  <a:lnTo>
                    <a:pt x="17968" y="688623"/>
                  </a:lnTo>
                  <a:lnTo>
                    <a:pt x="17968" y="684776"/>
                  </a:lnTo>
                  <a:lnTo>
                    <a:pt x="17968" y="680929"/>
                  </a:lnTo>
                  <a:lnTo>
                    <a:pt x="17968" y="677081"/>
                  </a:lnTo>
                  <a:lnTo>
                    <a:pt x="17968" y="673234"/>
                  </a:lnTo>
                  <a:lnTo>
                    <a:pt x="17968" y="669387"/>
                  </a:lnTo>
                  <a:lnTo>
                    <a:pt x="17968" y="665540"/>
                  </a:lnTo>
                  <a:lnTo>
                    <a:pt x="20534" y="665540"/>
                  </a:lnTo>
                  <a:lnTo>
                    <a:pt x="20534" y="661693"/>
                  </a:lnTo>
                  <a:lnTo>
                    <a:pt x="20534" y="657846"/>
                  </a:lnTo>
                  <a:lnTo>
                    <a:pt x="20534" y="653999"/>
                  </a:lnTo>
                  <a:lnTo>
                    <a:pt x="20534" y="650152"/>
                  </a:lnTo>
                  <a:lnTo>
                    <a:pt x="20534" y="646305"/>
                  </a:lnTo>
                  <a:lnTo>
                    <a:pt x="20534" y="642458"/>
                  </a:lnTo>
                  <a:lnTo>
                    <a:pt x="20534" y="638611"/>
                  </a:lnTo>
                  <a:lnTo>
                    <a:pt x="20534" y="634764"/>
                  </a:lnTo>
                  <a:lnTo>
                    <a:pt x="20534" y="630917"/>
                  </a:lnTo>
                  <a:lnTo>
                    <a:pt x="20534" y="627070"/>
                  </a:lnTo>
                  <a:lnTo>
                    <a:pt x="20534" y="623223"/>
                  </a:lnTo>
                  <a:lnTo>
                    <a:pt x="20534" y="607834"/>
                  </a:lnTo>
                  <a:lnTo>
                    <a:pt x="20534" y="603987"/>
                  </a:lnTo>
                  <a:lnTo>
                    <a:pt x="20534" y="600140"/>
                  </a:lnTo>
                  <a:lnTo>
                    <a:pt x="20534" y="592446"/>
                  </a:lnTo>
                  <a:lnTo>
                    <a:pt x="20534" y="588599"/>
                  </a:lnTo>
                  <a:lnTo>
                    <a:pt x="23101" y="588599"/>
                  </a:lnTo>
                  <a:lnTo>
                    <a:pt x="23101" y="584752"/>
                  </a:lnTo>
                  <a:lnTo>
                    <a:pt x="23101" y="580905"/>
                  </a:lnTo>
                  <a:lnTo>
                    <a:pt x="23101" y="577058"/>
                  </a:lnTo>
                  <a:lnTo>
                    <a:pt x="23101" y="573211"/>
                  </a:lnTo>
                  <a:lnTo>
                    <a:pt x="23101" y="569364"/>
                  </a:lnTo>
                  <a:lnTo>
                    <a:pt x="23101" y="565517"/>
                  </a:lnTo>
                  <a:lnTo>
                    <a:pt x="23101" y="561670"/>
                  </a:lnTo>
                  <a:lnTo>
                    <a:pt x="25668" y="557823"/>
                  </a:lnTo>
                  <a:lnTo>
                    <a:pt x="25668" y="550129"/>
                  </a:lnTo>
                  <a:lnTo>
                    <a:pt x="25668" y="546282"/>
                  </a:lnTo>
                  <a:lnTo>
                    <a:pt x="25668" y="542434"/>
                  </a:lnTo>
                  <a:lnTo>
                    <a:pt x="25668" y="530893"/>
                  </a:lnTo>
                  <a:lnTo>
                    <a:pt x="25668" y="527046"/>
                  </a:lnTo>
                  <a:lnTo>
                    <a:pt x="25668" y="523199"/>
                  </a:lnTo>
                  <a:lnTo>
                    <a:pt x="25668" y="519352"/>
                  </a:lnTo>
                  <a:lnTo>
                    <a:pt x="28235" y="519352"/>
                  </a:lnTo>
                  <a:lnTo>
                    <a:pt x="28235" y="515505"/>
                  </a:lnTo>
                  <a:lnTo>
                    <a:pt x="28235" y="507811"/>
                  </a:lnTo>
                  <a:lnTo>
                    <a:pt x="28235" y="503964"/>
                  </a:lnTo>
                  <a:lnTo>
                    <a:pt x="28235" y="496270"/>
                  </a:lnTo>
                  <a:lnTo>
                    <a:pt x="28235" y="492423"/>
                  </a:lnTo>
                  <a:lnTo>
                    <a:pt x="28235" y="488576"/>
                  </a:lnTo>
                  <a:lnTo>
                    <a:pt x="30802" y="488576"/>
                  </a:lnTo>
                  <a:lnTo>
                    <a:pt x="30802" y="484729"/>
                  </a:lnTo>
                  <a:lnTo>
                    <a:pt x="30802" y="480882"/>
                  </a:lnTo>
                  <a:lnTo>
                    <a:pt x="30802" y="473187"/>
                  </a:lnTo>
                  <a:lnTo>
                    <a:pt x="30802" y="465493"/>
                  </a:lnTo>
                  <a:lnTo>
                    <a:pt x="30802" y="461646"/>
                  </a:lnTo>
                  <a:lnTo>
                    <a:pt x="30802" y="453952"/>
                  </a:lnTo>
                  <a:lnTo>
                    <a:pt x="30802" y="446258"/>
                  </a:lnTo>
                  <a:lnTo>
                    <a:pt x="30802" y="442411"/>
                  </a:lnTo>
                  <a:lnTo>
                    <a:pt x="30802" y="438564"/>
                  </a:lnTo>
                  <a:lnTo>
                    <a:pt x="30802" y="434717"/>
                  </a:lnTo>
                  <a:lnTo>
                    <a:pt x="30802" y="430870"/>
                  </a:lnTo>
                  <a:lnTo>
                    <a:pt x="33369" y="430870"/>
                  </a:lnTo>
                  <a:lnTo>
                    <a:pt x="35936" y="430870"/>
                  </a:lnTo>
                  <a:lnTo>
                    <a:pt x="38503" y="430870"/>
                  </a:lnTo>
                  <a:lnTo>
                    <a:pt x="38503" y="427023"/>
                  </a:lnTo>
                  <a:lnTo>
                    <a:pt x="41069" y="423176"/>
                  </a:lnTo>
                  <a:lnTo>
                    <a:pt x="46203" y="423176"/>
                  </a:lnTo>
                  <a:lnTo>
                    <a:pt x="46203" y="419329"/>
                  </a:lnTo>
                  <a:lnTo>
                    <a:pt x="46203" y="415482"/>
                  </a:lnTo>
                  <a:lnTo>
                    <a:pt x="46203" y="411635"/>
                  </a:lnTo>
                  <a:lnTo>
                    <a:pt x="46203" y="407788"/>
                  </a:lnTo>
                  <a:lnTo>
                    <a:pt x="46203" y="400093"/>
                  </a:lnTo>
                  <a:lnTo>
                    <a:pt x="48770" y="400093"/>
                  </a:lnTo>
                  <a:lnTo>
                    <a:pt x="48770" y="396246"/>
                  </a:lnTo>
                  <a:lnTo>
                    <a:pt x="51337" y="396246"/>
                  </a:lnTo>
                  <a:lnTo>
                    <a:pt x="53904" y="396246"/>
                  </a:lnTo>
                  <a:lnTo>
                    <a:pt x="56471" y="392399"/>
                  </a:lnTo>
                  <a:lnTo>
                    <a:pt x="59038" y="392399"/>
                  </a:lnTo>
                  <a:lnTo>
                    <a:pt x="61604" y="392399"/>
                  </a:lnTo>
                  <a:lnTo>
                    <a:pt x="61604" y="388552"/>
                  </a:lnTo>
                  <a:lnTo>
                    <a:pt x="61604" y="384705"/>
                  </a:lnTo>
                  <a:lnTo>
                    <a:pt x="64171" y="384705"/>
                  </a:lnTo>
                  <a:lnTo>
                    <a:pt x="64171" y="377011"/>
                  </a:lnTo>
                  <a:lnTo>
                    <a:pt x="66738" y="377011"/>
                  </a:lnTo>
                  <a:lnTo>
                    <a:pt x="66738" y="369317"/>
                  </a:lnTo>
                  <a:lnTo>
                    <a:pt x="69305" y="365470"/>
                  </a:lnTo>
                  <a:lnTo>
                    <a:pt x="69305" y="361623"/>
                  </a:lnTo>
                  <a:lnTo>
                    <a:pt x="69305" y="357776"/>
                  </a:lnTo>
                  <a:lnTo>
                    <a:pt x="69305" y="353929"/>
                  </a:lnTo>
                  <a:lnTo>
                    <a:pt x="69305" y="350082"/>
                  </a:lnTo>
                  <a:lnTo>
                    <a:pt x="71872" y="350082"/>
                  </a:lnTo>
                  <a:lnTo>
                    <a:pt x="71872" y="342388"/>
                  </a:lnTo>
                  <a:lnTo>
                    <a:pt x="74439" y="342388"/>
                  </a:lnTo>
                  <a:lnTo>
                    <a:pt x="74439" y="334693"/>
                  </a:lnTo>
                  <a:lnTo>
                    <a:pt x="77006" y="323152"/>
                  </a:lnTo>
                  <a:lnTo>
                    <a:pt x="77006" y="315458"/>
                  </a:lnTo>
                  <a:lnTo>
                    <a:pt x="79572" y="315458"/>
                  </a:lnTo>
                  <a:lnTo>
                    <a:pt x="82139" y="315458"/>
                  </a:lnTo>
                  <a:lnTo>
                    <a:pt x="87273" y="315458"/>
                  </a:lnTo>
                  <a:lnTo>
                    <a:pt x="87273" y="311611"/>
                  </a:lnTo>
                  <a:lnTo>
                    <a:pt x="89840" y="307764"/>
                  </a:lnTo>
                  <a:lnTo>
                    <a:pt x="97541" y="307764"/>
                  </a:lnTo>
                  <a:lnTo>
                    <a:pt x="97541" y="300070"/>
                  </a:lnTo>
                  <a:lnTo>
                    <a:pt x="100107" y="300070"/>
                  </a:lnTo>
                  <a:lnTo>
                    <a:pt x="100107" y="296223"/>
                  </a:lnTo>
                  <a:lnTo>
                    <a:pt x="100107" y="292376"/>
                  </a:lnTo>
                  <a:lnTo>
                    <a:pt x="105241" y="292376"/>
                  </a:lnTo>
                  <a:lnTo>
                    <a:pt x="107808" y="292376"/>
                  </a:lnTo>
                  <a:lnTo>
                    <a:pt x="107808" y="288529"/>
                  </a:lnTo>
                  <a:lnTo>
                    <a:pt x="112942" y="284682"/>
                  </a:lnTo>
                  <a:lnTo>
                    <a:pt x="118076" y="284682"/>
                  </a:lnTo>
                  <a:lnTo>
                    <a:pt x="123209" y="280835"/>
                  </a:lnTo>
                  <a:lnTo>
                    <a:pt x="125776" y="280835"/>
                  </a:lnTo>
                  <a:lnTo>
                    <a:pt x="128343" y="273141"/>
                  </a:lnTo>
                  <a:lnTo>
                    <a:pt x="130910" y="273141"/>
                  </a:lnTo>
                  <a:lnTo>
                    <a:pt x="130910" y="269293"/>
                  </a:lnTo>
                  <a:lnTo>
                    <a:pt x="133477" y="265446"/>
                  </a:lnTo>
                  <a:lnTo>
                    <a:pt x="136044" y="265446"/>
                  </a:lnTo>
                  <a:lnTo>
                    <a:pt x="138611" y="265446"/>
                  </a:lnTo>
                  <a:lnTo>
                    <a:pt x="138611" y="261599"/>
                  </a:lnTo>
                  <a:lnTo>
                    <a:pt x="141177" y="261599"/>
                  </a:lnTo>
                  <a:lnTo>
                    <a:pt x="143744" y="261599"/>
                  </a:lnTo>
                  <a:lnTo>
                    <a:pt x="146311" y="261599"/>
                  </a:lnTo>
                  <a:lnTo>
                    <a:pt x="151445" y="257752"/>
                  </a:lnTo>
                  <a:lnTo>
                    <a:pt x="156579" y="257752"/>
                  </a:lnTo>
                  <a:lnTo>
                    <a:pt x="161712" y="257752"/>
                  </a:lnTo>
                  <a:lnTo>
                    <a:pt x="164279" y="257752"/>
                  </a:lnTo>
                  <a:lnTo>
                    <a:pt x="166846" y="253905"/>
                  </a:lnTo>
                  <a:lnTo>
                    <a:pt x="166846" y="250058"/>
                  </a:lnTo>
                  <a:lnTo>
                    <a:pt x="169413" y="250058"/>
                  </a:lnTo>
                  <a:lnTo>
                    <a:pt x="171980" y="250058"/>
                  </a:lnTo>
                  <a:lnTo>
                    <a:pt x="174547" y="250058"/>
                  </a:lnTo>
                  <a:lnTo>
                    <a:pt x="179680" y="250058"/>
                  </a:lnTo>
                  <a:lnTo>
                    <a:pt x="182247" y="246211"/>
                  </a:lnTo>
                  <a:lnTo>
                    <a:pt x="189948" y="242364"/>
                  </a:lnTo>
                  <a:lnTo>
                    <a:pt x="192515" y="242364"/>
                  </a:lnTo>
                  <a:lnTo>
                    <a:pt x="195082" y="242364"/>
                  </a:lnTo>
                  <a:lnTo>
                    <a:pt x="195082" y="238517"/>
                  </a:lnTo>
                  <a:lnTo>
                    <a:pt x="197649" y="234670"/>
                  </a:lnTo>
                  <a:lnTo>
                    <a:pt x="197649" y="230823"/>
                  </a:lnTo>
                  <a:lnTo>
                    <a:pt x="202782" y="230823"/>
                  </a:lnTo>
                  <a:lnTo>
                    <a:pt x="207916" y="223129"/>
                  </a:lnTo>
                  <a:lnTo>
                    <a:pt x="215617" y="223129"/>
                  </a:lnTo>
                  <a:lnTo>
                    <a:pt x="220750" y="223129"/>
                  </a:lnTo>
                  <a:lnTo>
                    <a:pt x="223317" y="223129"/>
                  </a:lnTo>
                  <a:lnTo>
                    <a:pt x="225884" y="223129"/>
                  </a:lnTo>
                  <a:lnTo>
                    <a:pt x="228451" y="219282"/>
                  </a:lnTo>
                  <a:lnTo>
                    <a:pt x="233585" y="219282"/>
                  </a:lnTo>
                  <a:lnTo>
                    <a:pt x="233585" y="215435"/>
                  </a:lnTo>
                  <a:lnTo>
                    <a:pt x="238718" y="215435"/>
                  </a:lnTo>
                  <a:lnTo>
                    <a:pt x="246419" y="215435"/>
                  </a:lnTo>
                  <a:lnTo>
                    <a:pt x="248986" y="215435"/>
                  </a:lnTo>
                  <a:lnTo>
                    <a:pt x="254120" y="215435"/>
                  </a:lnTo>
                  <a:lnTo>
                    <a:pt x="254120" y="211588"/>
                  </a:lnTo>
                  <a:lnTo>
                    <a:pt x="259253" y="211588"/>
                  </a:lnTo>
                  <a:lnTo>
                    <a:pt x="261820" y="211588"/>
                  </a:lnTo>
                  <a:lnTo>
                    <a:pt x="266954" y="211588"/>
                  </a:lnTo>
                  <a:lnTo>
                    <a:pt x="269521" y="211588"/>
                  </a:lnTo>
                  <a:lnTo>
                    <a:pt x="272088" y="211588"/>
                  </a:lnTo>
                  <a:lnTo>
                    <a:pt x="274655" y="211588"/>
                  </a:lnTo>
                  <a:lnTo>
                    <a:pt x="274655" y="207741"/>
                  </a:lnTo>
                  <a:lnTo>
                    <a:pt x="279788" y="207741"/>
                  </a:lnTo>
                  <a:lnTo>
                    <a:pt x="284922" y="207741"/>
                  </a:lnTo>
                  <a:lnTo>
                    <a:pt x="292623" y="207741"/>
                  </a:lnTo>
                  <a:lnTo>
                    <a:pt x="297756" y="203894"/>
                  </a:lnTo>
                  <a:lnTo>
                    <a:pt x="300323" y="203894"/>
                  </a:lnTo>
                  <a:lnTo>
                    <a:pt x="302890" y="203894"/>
                  </a:lnTo>
                  <a:lnTo>
                    <a:pt x="305457" y="200046"/>
                  </a:lnTo>
                  <a:lnTo>
                    <a:pt x="313158" y="196199"/>
                  </a:lnTo>
                  <a:lnTo>
                    <a:pt x="315725" y="196199"/>
                  </a:lnTo>
                  <a:lnTo>
                    <a:pt x="315725" y="192352"/>
                  </a:lnTo>
                  <a:lnTo>
                    <a:pt x="315725" y="188505"/>
                  </a:lnTo>
                  <a:lnTo>
                    <a:pt x="318291" y="188505"/>
                  </a:lnTo>
                  <a:lnTo>
                    <a:pt x="320858" y="188505"/>
                  </a:lnTo>
                  <a:lnTo>
                    <a:pt x="323425" y="188505"/>
                  </a:lnTo>
                  <a:lnTo>
                    <a:pt x="333693" y="184658"/>
                  </a:lnTo>
                  <a:lnTo>
                    <a:pt x="341393" y="184658"/>
                  </a:lnTo>
                  <a:lnTo>
                    <a:pt x="346527" y="169270"/>
                  </a:lnTo>
                  <a:lnTo>
                    <a:pt x="349094" y="161576"/>
                  </a:lnTo>
                  <a:lnTo>
                    <a:pt x="354228" y="161576"/>
                  </a:lnTo>
                  <a:lnTo>
                    <a:pt x="356795" y="157729"/>
                  </a:lnTo>
                  <a:lnTo>
                    <a:pt x="361928" y="157729"/>
                  </a:lnTo>
                  <a:lnTo>
                    <a:pt x="364495" y="157729"/>
                  </a:lnTo>
                  <a:lnTo>
                    <a:pt x="369629" y="153882"/>
                  </a:lnTo>
                  <a:lnTo>
                    <a:pt x="377329" y="153882"/>
                  </a:lnTo>
                  <a:lnTo>
                    <a:pt x="379896" y="153882"/>
                  </a:lnTo>
                  <a:lnTo>
                    <a:pt x="385030" y="150035"/>
                  </a:lnTo>
                  <a:lnTo>
                    <a:pt x="387597" y="150035"/>
                  </a:lnTo>
                  <a:lnTo>
                    <a:pt x="390164" y="150035"/>
                  </a:lnTo>
                  <a:lnTo>
                    <a:pt x="395298" y="150035"/>
                  </a:lnTo>
                  <a:lnTo>
                    <a:pt x="397864" y="142341"/>
                  </a:lnTo>
                  <a:lnTo>
                    <a:pt x="400431" y="142341"/>
                  </a:lnTo>
                  <a:lnTo>
                    <a:pt x="405565" y="142341"/>
                  </a:lnTo>
                  <a:lnTo>
                    <a:pt x="410699" y="142341"/>
                  </a:lnTo>
                  <a:lnTo>
                    <a:pt x="413266" y="142341"/>
                  </a:lnTo>
                  <a:lnTo>
                    <a:pt x="418399" y="142341"/>
                  </a:lnTo>
                  <a:lnTo>
                    <a:pt x="426100" y="142341"/>
                  </a:lnTo>
                  <a:lnTo>
                    <a:pt x="436367" y="142341"/>
                  </a:lnTo>
                  <a:lnTo>
                    <a:pt x="441501" y="138494"/>
                  </a:lnTo>
                  <a:lnTo>
                    <a:pt x="444068" y="138494"/>
                  </a:lnTo>
                  <a:lnTo>
                    <a:pt x="454336" y="138494"/>
                  </a:lnTo>
                  <a:lnTo>
                    <a:pt x="459469" y="138494"/>
                  </a:lnTo>
                  <a:lnTo>
                    <a:pt x="469737" y="138494"/>
                  </a:lnTo>
                  <a:lnTo>
                    <a:pt x="477437" y="138494"/>
                  </a:lnTo>
                  <a:lnTo>
                    <a:pt x="487705" y="130799"/>
                  </a:lnTo>
                  <a:lnTo>
                    <a:pt x="495406" y="130799"/>
                  </a:lnTo>
                  <a:lnTo>
                    <a:pt x="500539" y="130799"/>
                  </a:lnTo>
                  <a:lnTo>
                    <a:pt x="513374" y="126952"/>
                  </a:lnTo>
                  <a:lnTo>
                    <a:pt x="526208" y="126952"/>
                  </a:lnTo>
                  <a:lnTo>
                    <a:pt x="528775" y="126952"/>
                  </a:lnTo>
                  <a:lnTo>
                    <a:pt x="536475" y="123105"/>
                  </a:lnTo>
                  <a:lnTo>
                    <a:pt x="544176" y="123105"/>
                  </a:lnTo>
                  <a:lnTo>
                    <a:pt x="554444" y="123105"/>
                  </a:lnTo>
                  <a:lnTo>
                    <a:pt x="557010" y="119258"/>
                  </a:lnTo>
                  <a:lnTo>
                    <a:pt x="564711" y="115411"/>
                  </a:lnTo>
                  <a:lnTo>
                    <a:pt x="572412" y="115411"/>
                  </a:lnTo>
                  <a:lnTo>
                    <a:pt x="574979" y="111564"/>
                  </a:lnTo>
                  <a:lnTo>
                    <a:pt x="580112" y="111564"/>
                  </a:lnTo>
                  <a:lnTo>
                    <a:pt x="587813" y="111564"/>
                  </a:lnTo>
                  <a:lnTo>
                    <a:pt x="592947" y="111564"/>
                  </a:lnTo>
                  <a:lnTo>
                    <a:pt x="595513" y="111564"/>
                  </a:lnTo>
                  <a:lnTo>
                    <a:pt x="598080" y="111564"/>
                  </a:lnTo>
                  <a:lnTo>
                    <a:pt x="605781" y="111564"/>
                  </a:lnTo>
                  <a:lnTo>
                    <a:pt x="605781" y="107717"/>
                  </a:lnTo>
                  <a:lnTo>
                    <a:pt x="623749" y="107717"/>
                  </a:lnTo>
                  <a:lnTo>
                    <a:pt x="634017" y="107717"/>
                  </a:lnTo>
                  <a:lnTo>
                    <a:pt x="639150" y="100023"/>
                  </a:lnTo>
                  <a:lnTo>
                    <a:pt x="644284" y="100023"/>
                  </a:lnTo>
                  <a:lnTo>
                    <a:pt x="651985" y="100023"/>
                  </a:lnTo>
                  <a:lnTo>
                    <a:pt x="654551" y="100023"/>
                  </a:lnTo>
                  <a:lnTo>
                    <a:pt x="659685" y="100023"/>
                  </a:lnTo>
                  <a:lnTo>
                    <a:pt x="669953" y="100023"/>
                  </a:lnTo>
                  <a:lnTo>
                    <a:pt x="682787" y="100023"/>
                  </a:lnTo>
                  <a:lnTo>
                    <a:pt x="682787" y="96176"/>
                  </a:lnTo>
                  <a:lnTo>
                    <a:pt x="687921" y="92329"/>
                  </a:lnTo>
                  <a:lnTo>
                    <a:pt x="703322" y="92329"/>
                  </a:lnTo>
                  <a:lnTo>
                    <a:pt x="713590" y="92329"/>
                  </a:lnTo>
                  <a:lnTo>
                    <a:pt x="723857" y="92329"/>
                  </a:lnTo>
                  <a:lnTo>
                    <a:pt x="731558" y="92329"/>
                  </a:lnTo>
                  <a:lnTo>
                    <a:pt x="736691" y="92329"/>
                  </a:lnTo>
                  <a:lnTo>
                    <a:pt x="741825" y="92329"/>
                  </a:lnTo>
                  <a:lnTo>
                    <a:pt x="749526" y="92329"/>
                  </a:lnTo>
                  <a:lnTo>
                    <a:pt x="759793" y="92329"/>
                  </a:lnTo>
                  <a:lnTo>
                    <a:pt x="767494" y="92329"/>
                  </a:lnTo>
                  <a:lnTo>
                    <a:pt x="772628" y="92329"/>
                  </a:lnTo>
                  <a:lnTo>
                    <a:pt x="775194" y="92329"/>
                  </a:lnTo>
                  <a:lnTo>
                    <a:pt x="777761" y="88482"/>
                  </a:lnTo>
                  <a:lnTo>
                    <a:pt x="793162" y="88482"/>
                  </a:lnTo>
                  <a:lnTo>
                    <a:pt x="798296" y="84635"/>
                  </a:lnTo>
                  <a:lnTo>
                    <a:pt x="811131" y="76941"/>
                  </a:lnTo>
                  <a:lnTo>
                    <a:pt x="818831" y="73094"/>
                  </a:lnTo>
                  <a:lnTo>
                    <a:pt x="829099" y="73094"/>
                  </a:lnTo>
                  <a:lnTo>
                    <a:pt x="839366" y="73094"/>
                  </a:lnTo>
                  <a:lnTo>
                    <a:pt x="854767" y="69247"/>
                  </a:lnTo>
                  <a:lnTo>
                    <a:pt x="859901" y="65399"/>
                  </a:lnTo>
                  <a:lnTo>
                    <a:pt x="870169" y="65399"/>
                  </a:lnTo>
                  <a:lnTo>
                    <a:pt x="888137" y="65399"/>
                  </a:lnTo>
                  <a:lnTo>
                    <a:pt x="895837" y="65399"/>
                  </a:lnTo>
                  <a:lnTo>
                    <a:pt x="900971" y="65399"/>
                  </a:lnTo>
                  <a:lnTo>
                    <a:pt x="903538" y="65399"/>
                  </a:lnTo>
                  <a:lnTo>
                    <a:pt x="911239" y="65399"/>
                  </a:lnTo>
                  <a:lnTo>
                    <a:pt x="916372" y="61552"/>
                  </a:lnTo>
                  <a:lnTo>
                    <a:pt x="918939" y="61552"/>
                  </a:lnTo>
                  <a:lnTo>
                    <a:pt x="924073" y="53858"/>
                  </a:lnTo>
                  <a:lnTo>
                    <a:pt x="936907" y="53858"/>
                  </a:lnTo>
                  <a:lnTo>
                    <a:pt x="942041" y="53858"/>
                  </a:lnTo>
                  <a:lnTo>
                    <a:pt x="947175" y="53858"/>
                  </a:lnTo>
                  <a:lnTo>
                    <a:pt x="954875" y="53858"/>
                  </a:lnTo>
                  <a:lnTo>
                    <a:pt x="960009" y="50011"/>
                  </a:lnTo>
                  <a:lnTo>
                    <a:pt x="970277" y="46164"/>
                  </a:lnTo>
                  <a:lnTo>
                    <a:pt x="975410" y="46164"/>
                  </a:lnTo>
                  <a:lnTo>
                    <a:pt x="985678" y="46164"/>
                  </a:lnTo>
                  <a:lnTo>
                    <a:pt x="993378" y="42317"/>
                  </a:lnTo>
                  <a:lnTo>
                    <a:pt x="998512" y="34623"/>
                  </a:lnTo>
                  <a:lnTo>
                    <a:pt x="1001079" y="34623"/>
                  </a:lnTo>
                  <a:lnTo>
                    <a:pt x="1011346" y="30776"/>
                  </a:lnTo>
                  <a:lnTo>
                    <a:pt x="1021614" y="30776"/>
                  </a:lnTo>
                  <a:lnTo>
                    <a:pt x="1029315" y="30776"/>
                  </a:lnTo>
                  <a:lnTo>
                    <a:pt x="1042149" y="30776"/>
                  </a:lnTo>
                  <a:lnTo>
                    <a:pt x="1047283" y="30776"/>
                  </a:lnTo>
                  <a:lnTo>
                    <a:pt x="1052416" y="30776"/>
                  </a:lnTo>
                  <a:lnTo>
                    <a:pt x="1065251" y="26929"/>
                  </a:lnTo>
                  <a:lnTo>
                    <a:pt x="1072951" y="26929"/>
                  </a:lnTo>
                  <a:lnTo>
                    <a:pt x="1080652" y="23082"/>
                  </a:lnTo>
                  <a:lnTo>
                    <a:pt x="1090919" y="19235"/>
                  </a:lnTo>
                  <a:lnTo>
                    <a:pt x="1106321" y="19235"/>
                  </a:lnTo>
                  <a:lnTo>
                    <a:pt x="1108888" y="19235"/>
                  </a:lnTo>
                  <a:lnTo>
                    <a:pt x="1126856" y="19235"/>
                  </a:lnTo>
                  <a:lnTo>
                    <a:pt x="1134556" y="19235"/>
                  </a:lnTo>
                  <a:lnTo>
                    <a:pt x="1139690" y="19235"/>
                  </a:lnTo>
                  <a:lnTo>
                    <a:pt x="1144824" y="19235"/>
                  </a:lnTo>
                  <a:lnTo>
                    <a:pt x="1147391" y="19235"/>
                  </a:lnTo>
                  <a:lnTo>
                    <a:pt x="1152524" y="19235"/>
                  </a:lnTo>
                  <a:lnTo>
                    <a:pt x="1162792" y="15388"/>
                  </a:lnTo>
                  <a:lnTo>
                    <a:pt x="1165359" y="11541"/>
                  </a:lnTo>
                  <a:lnTo>
                    <a:pt x="1167926" y="11541"/>
                  </a:lnTo>
                  <a:lnTo>
                    <a:pt x="1180760" y="11541"/>
                  </a:lnTo>
                  <a:lnTo>
                    <a:pt x="1185894" y="11541"/>
                  </a:lnTo>
                  <a:lnTo>
                    <a:pt x="1196161" y="7694"/>
                  </a:lnTo>
                  <a:lnTo>
                    <a:pt x="1201295" y="7694"/>
                  </a:lnTo>
                  <a:lnTo>
                    <a:pt x="1203862" y="7694"/>
                  </a:lnTo>
                  <a:lnTo>
                    <a:pt x="1208996" y="7694"/>
                  </a:lnTo>
                  <a:lnTo>
                    <a:pt x="1214129" y="7694"/>
                  </a:lnTo>
                  <a:lnTo>
                    <a:pt x="1224397" y="7694"/>
                  </a:lnTo>
                  <a:lnTo>
                    <a:pt x="1229530" y="7694"/>
                  </a:lnTo>
                  <a:lnTo>
                    <a:pt x="1237231" y="7694"/>
                  </a:lnTo>
                  <a:lnTo>
                    <a:pt x="1242365" y="7694"/>
                  </a:lnTo>
                  <a:lnTo>
                    <a:pt x="1244932" y="7694"/>
                  </a:lnTo>
                  <a:lnTo>
                    <a:pt x="1247499" y="7694"/>
                  </a:lnTo>
                  <a:lnTo>
                    <a:pt x="1255199" y="7694"/>
                  </a:lnTo>
                  <a:lnTo>
                    <a:pt x="1265467" y="7694"/>
                  </a:lnTo>
                  <a:lnTo>
                    <a:pt x="1270600" y="7694"/>
                  </a:lnTo>
                  <a:lnTo>
                    <a:pt x="1280868" y="7694"/>
                  </a:lnTo>
                  <a:lnTo>
                    <a:pt x="1291135" y="7694"/>
                  </a:lnTo>
                  <a:lnTo>
                    <a:pt x="1298836" y="7694"/>
                  </a:lnTo>
                  <a:lnTo>
                    <a:pt x="1301403" y="7694"/>
                  </a:lnTo>
                  <a:lnTo>
                    <a:pt x="1309103" y="7694"/>
                  </a:lnTo>
                  <a:lnTo>
                    <a:pt x="1311670" y="7694"/>
                  </a:lnTo>
                  <a:lnTo>
                    <a:pt x="1316804" y="7694"/>
                  </a:lnTo>
                  <a:lnTo>
                    <a:pt x="1324505" y="7694"/>
                  </a:lnTo>
                  <a:lnTo>
                    <a:pt x="1334772" y="3847"/>
                  </a:lnTo>
                  <a:lnTo>
                    <a:pt x="1339906" y="3847"/>
                  </a:lnTo>
                  <a:lnTo>
                    <a:pt x="1342473" y="3847"/>
                  </a:lnTo>
                  <a:lnTo>
                    <a:pt x="1345040" y="3847"/>
                  </a:lnTo>
                  <a:lnTo>
                    <a:pt x="1352740" y="3847"/>
                  </a:lnTo>
                  <a:lnTo>
                    <a:pt x="1355307" y="3847"/>
                  </a:lnTo>
                  <a:lnTo>
                    <a:pt x="1365575" y="3847"/>
                  </a:lnTo>
                  <a:lnTo>
                    <a:pt x="1370708" y="3847"/>
                  </a:lnTo>
                  <a:lnTo>
                    <a:pt x="1375842" y="3847"/>
                  </a:lnTo>
                  <a:lnTo>
                    <a:pt x="1378409" y="0"/>
                  </a:lnTo>
                  <a:lnTo>
                    <a:pt x="1380976" y="0"/>
                  </a:lnTo>
                  <a:lnTo>
                    <a:pt x="1388676" y="0"/>
                  </a:lnTo>
                  <a:lnTo>
                    <a:pt x="1391243" y="0"/>
                  </a:lnTo>
                  <a:lnTo>
                    <a:pt x="1396377" y="0"/>
                  </a:lnTo>
                  <a:lnTo>
                    <a:pt x="1401511" y="0"/>
                  </a:lnTo>
                  <a:lnTo>
                    <a:pt x="1406645" y="0"/>
                  </a:lnTo>
                  <a:lnTo>
                    <a:pt x="1409211" y="0"/>
                  </a:lnTo>
                  <a:lnTo>
                    <a:pt x="1414345" y="0"/>
                  </a:lnTo>
                  <a:lnTo>
                    <a:pt x="1419479" y="0"/>
                  </a:lnTo>
                  <a:lnTo>
                    <a:pt x="1422046" y="0"/>
                  </a:lnTo>
                  <a:lnTo>
                    <a:pt x="1424613" y="0"/>
                  </a:lnTo>
                  <a:lnTo>
                    <a:pt x="1429746" y="0"/>
                  </a:lnTo>
                  <a:lnTo>
                    <a:pt x="1432313" y="0"/>
                  </a:lnTo>
                  <a:lnTo>
                    <a:pt x="1434880" y="0"/>
                  </a:lnTo>
                  <a:lnTo>
                    <a:pt x="1445148" y="0"/>
                  </a:lnTo>
                  <a:lnTo>
                    <a:pt x="1447714" y="0"/>
                  </a:lnTo>
                  <a:lnTo>
                    <a:pt x="1452848" y="0"/>
                  </a:lnTo>
                  <a:lnTo>
                    <a:pt x="1455415" y="0"/>
                  </a:lnTo>
                  <a:lnTo>
                    <a:pt x="1460549" y="0"/>
                  </a:lnTo>
                  <a:lnTo>
                    <a:pt x="1465683" y="0"/>
                  </a:lnTo>
                  <a:lnTo>
                    <a:pt x="1475950" y="0"/>
                  </a:lnTo>
                  <a:lnTo>
                    <a:pt x="1478517" y="0"/>
                  </a:lnTo>
                  <a:lnTo>
                    <a:pt x="1481084" y="0"/>
                  </a:lnTo>
                  <a:lnTo>
                    <a:pt x="1486218" y="0"/>
                  </a:lnTo>
                  <a:lnTo>
                    <a:pt x="1488784" y="0"/>
                  </a:lnTo>
                  <a:lnTo>
                    <a:pt x="1496485" y="0"/>
                  </a:lnTo>
                  <a:lnTo>
                    <a:pt x="1499052" y="0"/>
                  </a:lnTo>
                  <a:lnTo>
                    <a:pt x="1501619" y="0"/>
                  </a:lnTo>
                  <a:lnTo>
                    <a:pt x="1504186" y="0"/>
                  </a:lnTo>
                  <a:lnTo>
                    <a:pt x="1514453" y="0"/>
                  </a:lnTo>
                  <a:lnTo>
                    <a:pt x="1517020" y="0"/>
                  </a:lnTo>
                  <a:lnTo>
                    <a:pt x="1519587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16724103" y="6631603"/>
              <a:ext cx="1671546" cy="1671546"/>
            </a:xfrm>
            <a:custGeom>
              <a:avLst/>
              <a:pathLst>
                <a:path w="1671546" h="1671546">
                  <a:moveTo>
                    <a:pt x="0" y="1671546"/>
                  </a:moveTo>
                  <a:lnTo>
                    <a:pt x="0" y="1671546"/>
                  </a:ln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42" name="pg4042"/>
            <p:cNvSpPr/>
            <p:nvPr/>
          </p:nvSpPr>
          <p:spPr>
            <a:xfrm>
              <a:off x="17179979" y="7495586"/>
              <a:ext cx="1215669" cy="807562"/>
            </a:xfrm>
            <a:custGeom>
              <a:avLst/>
              <a:pathLst>
                <a:path w="1215669" h="807562">
                  <a:moveTo>
                    <a:pt x="1215669" y="807562"/>
                  </a:moveTo>
                  <a:lnTo>
                    <a:pt x="1215669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807562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tx4043"/>
            <p:cNvSpPr/>
            <p:nvPr/>
          </p:nvSpPr>
          <p:spPr>
            <a:xfrm>
              <a:off x="17225509" y="7510511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1.12 [0.930, 1.398]</a:t>
              </a:r>
            </a:p>
          </p:txBody>
        </p:sp>
        <p:sp>
          <p:nvSpPr>
            <p:cNvPr id="4044" name="tx4044"/>
            <p:cNvSpPr/>
            <p:nvPr/>
          </p:nvSpPr>
          <p:spPr>
            <a:xfrm>
              <a:off x="17225509" y="7755881"/>
              <a:ext cx="873178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0.923</a:t>
              </a:r>
            </a:p>
          </p:txBody>
        </p:sp>
        <p:sp>
          <p:nvSpPr>
            <p:cNvPr id="4045" name="tx4045"/>
            <p:cNvSpPr/>
            <p:nvPr/>
          </p:nvSpPr>
          <p:spPr>
            <a:xfrm>
              <a:off x="17225509" y="7975834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0.913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17225509" y="8194452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0.792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16367552" y="81741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16367552" y="7794210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16367552" y="7414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16367552" y="703441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16367552" y="6654520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052" name="tx4052"/>
            <p:cNvSpPr/>
            <p:nvPr/>
          </p:nvSpPr>
          <p:spPr>
            <a:xfrm>
              <a:off x="16661662" y="83807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053" name="tx4053"/>
            <p:cNvSpPr/>
            <p:nvPr/>
          </p:nvSpPr>
          <p:spPr>
            <a:xfrm>
              <a:off x="17041559" y="83807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054" name="tx4054"/>
            <p:cNvSpPr/>
            <p:nvPr/>
          </p:nvSpPr>
          <p:spPr>
            <a:xfrm>
              <a:off x="17421456" y="83807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055" name="tx4055"/>
            <p:cNvSpPr/>
            <p:nvPr/>
          </p:nvSpPr>
          <p:spPr>
            <a:xfrm>
              <a:off x="17801353" y="83807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056" name="tx4056"/>
            <p:cNvSpPr/>
            <p:nvPr/>
          </p:nvSpPr>
          <p:spPr>
            <a:xfrm>
              <a:off x="18181250" y="83807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057" name="tx4057"/>
            <p:cNvSpPr/>
            <p:nvPr/>
          </p:nvSpPr>
          <p:spPr>
            <a:xfrm>
              <a:off x="16181492" y="853043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4058" name="tx4058"/>
            <p:cNvSpPr/>
            <p:nvPr/>
          </p:nvSpPr>
          <p:spPr>
            <a:xfrm rot="-5400000">
              <a:off x="14996534" y="7383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4059" name="tx4059"/>
            <p:cNvSpPr/>
            <p:nvPr/>
          </p:nvSpPr>
          <p:spPr>
            <a:xfrm>
              <a:off x="16724103" y="6352207"/>
              <a:ext cx="177938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L.</a:t>
              </a:r>
            </a:p>
          </p:txBody>
        </p:sp>
        <p:sp>
          <p:nvSpPr>
            <p:cNvPr id="4060" name="rc4060"/>
            <p:cNvSpPr/>
            <p:nvPr/>
          </p:nvSpPr>
          <p:spPr>
            <a:xfrm>
              <a:off x="2468562" y="8823960"/>
              <a:ext cx="4937759" cy="25603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rc4061"/>
            <p:cNvSpPr/>
            <p:nvPr/>
          </p:nvSpPr>
          <p:spPr>
            <a:xfrm>
              <a:off x="2964176" y="9121238"/>
              <a:ext cx="4372557" cy="18531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2964176" y="1059533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2964176" y="1017416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2964176" y="975299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2964176" y="9331823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3865005" y="912123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909865" y="912123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5954725" y="912123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6999585" y="912123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2964176" y="1080592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2964176" y="1038475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2964176" y="996358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2964176" y="9542409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2964176" y="912123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3342574" y="912123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387435" y="912123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5432295" y="912123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6477155" y="912123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9"/>
            <p:cNvSpPr/>
            <p:nvPr/>
          </p:nvSpPr>
          <p:spPr>
            <a:xfrm>
              <a:off x="3321794" y="10168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80"/>
            <p:cNvSpPr/>
            <p:nvPr/>
          </p:nvSpPr>
          <p:spPr>
            <a:xfrm>
              <a:off x="3273232" y="10682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1"/>
            <p:cNvSpPr/>
            <p:nvPr/>
          </p:nvSpPr>
          <p:spPr>
            <a:xfrm>
              <a:off x="3283789" y="10506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2"/>
            <p:cNvSpPr/>
            <p:nvPr/>
          </p:nvSpPr>
          <p:spPr>
            <a:xfrm>
              <a:off x="3761668" y="10270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3"/>
            <p:cNvSpPr/>
            <p:nvPr/>
          </p:nvSpPr>
          <p:spPr>
            <a:xfrm>
              <a:off x="3940432" y="10505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4"/>
            <p:cNvSpPr/>
            <p:nvPr/>
          </p:nvSpPr>
          <p:spPr>
            <a:xfrm>
              <a:off x="5742156" y="10347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5"/>
            <p:cNvSpPr/>
            <p:nvPr/>
          </p:nvSpPr>
          <p:spPr>
            <a:xfrm>
              <a:off x="5839984" y="10298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6"/>
            <p:cNvSpPr/>
            <p:nvPr/>
          </p:nvSpPr>
          <p:spPr>
            <a:xfrm>
              <a:off x="5833649" y="10222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7"/>
            <p:cNvSpPr/>
            <p:nvPr/>
          </p:nvSpPr>
          <p:spPr>
            <a:xfrm>
              <a:off x="3553343" y="10023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8"/>
            <p:cNvSpPr/>
            <p:nvPr/>
          </p:nvSpPr>
          <p:spPr>
            <a:xfrm>
              <a:off x="3770113" y="10324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9"/>
            <p:cNvSpPr/>
            <p:nvPr/>
          </p:nvSpPr>
          <p:spPr>
            <a:xfrm>
              <a:off x="3287308" y="10090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90"/>
            <p:cNvSpPr/>
            <p:nvPr/>
          </p:nvSpPr>
          <p:spPr>
            <a:xfrm>
              <a:off x="5920217" y="101892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1"/>
            <p:cNvSpPr/>
            <p:nvPr/>
          </p:nvSpPr>
          <p:spPr>
            <a:xfrm>
              <a:off x="3272528" y="9949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2"/>
            <p:cNvSpPr/>
            <p:nvPr/>
          </p:nvSpPr>
          <p:spPr>
            <a:xfrm>
              <a:off x="3221854" y="10302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3"/>
            <p:cNvSpPr/>
            <p:nvPr/>
          </p:nvSpPr>
          <p:spPr>
            <a:xfrm>
              <a:off x="3194406" y="10305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4"/>
            <p:cNvSpPr/>
            <p:nvPr/>
          </p:nvSpPr>
          <p:spPr>
            <a:xfrm>
              <a:off x="4481653" y="10072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5"/>
            <p:cNvSpPr/>
            <p:nvPr/>
          </p:nvSpPr>
          <p:spPr>
            <a:xfrm>
              <a:off x="4487284" y="10195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6"/>
            <p:cNvSpPr/>
            <p:nvPr/>
          </p:nvSpPr>
          <p:spPr>
            <a:xfrm>
              <a:off x="4659010" y="10144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7"/>
            <p:cNvSpPr/>
            <p:nvPr/>
          </p:nvSpPr>
          <p:spPr>
            <a:xfrm>
              <a:off x="3492817" y="10234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8"/>
            <p:cNvSpPr/>
            <p:nvPr/>
          </p:nvSpPr>
          <p:spPr>
            <a:xfrm>
              <a:off x="3910169" y="10385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9"/>
            <p:cNvSpPr/>
            <p:nvPr/>
          </p:nvSpPr>
          <p:spPr>
            <a:xfrm>
              <a:off x="3930579" y="10241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100"/>
            <p:cNvSpPr/>
            <p:nvPr/>
          </p:nvSpPr>
          <p:spPr>
            <a:xfrm>
              <a:off x="3739850" y="10009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1"/>
            <p:cNvSpPr/>
            <p:nvPr/>
          </p:nvSpPr>
          <p:spPr>
            <a:xfrm>
              <a:off x="3631465" y="10164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2"/>
            <p:cNvSpPr/>
            <p:nvPr/>
          </p:nvSpPr>
          <p:spPr>
            <a:xfrm>
              <a:off x="5002464" y="10395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3"/>
            <p:cNvSpPr/>
            <p:nvPr/>
          </p:nvSpPr>
          <p:spPr>
            <a:xfrm>
              <a:off x="5616176" y="10300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4"/>
            <p:cNvSpPr/>
            <p:nvPr/>
          </p:nvSpPr>
          <p:spPr>
            <a:xfrm>
              <a:off x="3248599" y="10545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5"/>
            <p:cNvSpPr/>
            <p:nvPr/>
          </p:nvSpPr>
          <p:spPr>
            <a:xfrm>
              <a:off x="4255030" y="10349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6"/>
            <p:cNvSpPr/>
            <p:nvPr/>
          </p:nvSpPr>
          <p:spPr>
            <a:xfrm>
              <a:off x="3256341" y="10260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7"/>
            <p:cNvSpPr/>
            <p:nvPr/>
          </p:nvSpPr>
          <p:spPr>
            <a:xfrm>
              <a:off x="3256341" y="10260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8"/>
            <p:cNvSpPr/>
            <p:nvPr/>
          </p:nvSpPr>
          <p:spPr>
            <a:xfrm>
              <a:off x="4295850" y="10455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9"/>
            <p:cNvSpPr/>
            <p:nvPr/>
          </p:nvSpPr>
          <p:spPr>
            <a:xfrm>
              <a:off x="4274736" y="10048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10"/>
            <p:cNvSpPr/>
            <p:nvPr/>
          </p:nvSpPr>
          <p:spPr>
            <a:xfrm>
              <a:off x="3269009" y="10299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1"/>
            <p:cNvSpPr/>
            <p:nvPr/>
          </p:nvSpPr>
          <p:spPr>
            <a:xfrm>
              <a:off x="3220447" y="10321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2"/>
            <p:cNvSpPr/>
            <p:nvPr/>
          </p:nvSpPr>
          <p:spPr>
            <a:xfrm>
              <a:off x="3285900" y="10296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3"/>
            <p:cNvSpPr/>
            <p:nvPr/>
          </p:nvSpPr>
          <p:spPr>
            <a:xfrm>
              <a:off x="3305606" y="10139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4"/>
            <p:cNvSpPr/>
            <p:nvPr/>
          </p:nvSpPr>
          <p:spPr>
            <a:xfrm>
              <a:off x="4180428" y="10243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5"/>
            <p:cNvSpPr/>
            <p:nvPr/>
          </p:nvSpPr>
          <p:spPr>
            <a:xfrm>
              <a:off x="3314052" y="10271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6"/>
            <p:cNvSpPr/>
            <p:nvPr/>
          </p:nvSpPr>
          <p:spPr>
            <a:xfrm>
              <a:off x="3490705" y="10467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7"/>
            <p:cNvSpPr/>
            <p:nvPr/>
          </p:nvSpPr>
          <p:spPr>
            <a:xfrm>
              <a:off x="3312644" y="10374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8"/>
            <p:cNvSpPr/>
            <p:nvPr/>
          </p:nvSpPr>
          <p:spPr>
            <a:xfrm>
              <a:off x="3232411" y="10287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9"/>
            <p:cNvSpPr/>
            <p:nvPr/>
          </p:nvSpPr>
          <p:spPr>
            <a:xfrm>
              <a:off x="3305606" y="9956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20"/>
            <p:cNvSpPr/>
            <p:nvPr/>
          </p:nvSpPr>
          <p:spPr>
            <a:xfrm>
              <a:off x="3280973" y="10093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1"/>
            <p:cNvSpPr/>
            <p:nvPr/>
          </p:nvSpPr>
          <p:spPr>
            <a:xfrm>
              <a:off x="4906747" y="10472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2"/>
            <p:cNvSpPr/>
            <p:nvPr/>
          </p:nvSpPr>
          <p:spPr>
            <a:xfrm>
              <a:off x="5150965" y="10355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3"/>
            <p:cNvSpPr/>
            <p:nvPr/>
          </p:nvSpPr>
          <p:spPr>
            <a:xfrm>
              <a:off x="5120702" y="10386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4"/>
            <p:cNvSpPr/>
            <p:nvPr/>
          </p:nvSpPr>
          <p:spPr>
            <a:xfrm>
              <a:off x="5174894" y="10352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5"/>
            <p:cNvSpPr/>
            <p:nvPr/>
          </p:nvSpPr>
          <p:spPr>
            <a:xfrm>
              <a:off x="5156596" y="10319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6"/>
            <p:cNvSpPr/>
            <p:nvPr/>
          </p:nvSpPr>
          <p:spPr>
            <a:xfrm>
              <a:off x="3531526" y="10422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7"/>
            <p:cNvSpPr/>
            <p:nvPr/>
          </p:nvSpPr>
          <p:spPr>
            <a:xfrm>
              <a:off x="3883425" y="10351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8"/>
            <p:cNvSpPr/>
            <p:nvPr/>
          </p:nvSpPr>
          <p:spPr>
            <a:xfrm>
              <a:off x="3367541" y="10098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9"/>
            <p:cNvSpPr/>
            <p:nvPr/>
          </p:nvSpPr>
          <p:spPr>
            <a:xfrm>
              <a:off x="3307718" y="10293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30"/>
            <p:cNvSpPr/>
            <p:nvPr/>
          </p:nvSpPr>
          <p:spPr>
            <a:xfrm>
              <a:off x="3306310" y="10309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1"/>
            <p:cNvSpPr/>
            <p:nvPr/>
          </p:nvSpPr>
          <p:spPr>
            <a:xfrm>
              <a:off x="3304903" y="10354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2"/>
            <p:cNvSpPr/>
            <p:nvPr/>
          </p:nvSpPr>
          <p:spPr>
            <a:xfrm>
              <a:off x="3312644" y="10344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3"/>
            <p:cNvSpPr/>
            <p:nvPr/>
          </p:nvSpPr>
          <p:spPr>
            <a:xfrm>
              <a:off x="3663136" y="10019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4"/>
            <p:cNvSpPr/>
            <p:nvPr/>
          </p:nvSpPr>
          <p:spPr>
            <a:xfrm>
              <a:off x="3608240" y="10392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5"/>
            <p:cNvSpPr/>
            <p:nvPr/>
          </p:nvSpPr>
          <p:spPr>
            <a:xfrm>
              <a:off x="3806711" y="10400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6"/>
            <p:cNvSpPr/>
            <p:nvPr/>
          </p:nvSpPr>
          <p:spPr>
            <a:xfrm>
              <a:off x="4014331" y="10519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7"/>
            <p:cNvSpPr/>
            <p:nvPr/>
          </p:nvSpPr>
          <p:spPr>
            <a:xfrm>
              <a:off x="3328128" y="10177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8"/>
            <p:cNvSpPr/>
            <p:nvPr/>
          </p:nvSpPr>
          <p:spPr>
            <a:xfrm>
              <a:off x="3391470" y="10228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9"/>
            <p:cNvSpPr/>
            <p:nvPr/>
          </p:nvSpPr>
          <p:spPr>
            <a:xfrm>
              <a:off x="3371060" y="10540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40"/>
            <p:cNvSpPr/>
            <p:nvPr/>
          </p:nvSpPr>
          <p:spPr>
            <a:xfrm>
              <a:off x="3787708" y="10065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1"/>
            <p:cNvSpPr/>
            <p:nvPr/>
          </p:nvSpPr>
          <p:spPr>
            <a:xfrm>
              <a:off x="3814452" y="10092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2"/>
            <p:cNvSpPr/>
            <p:nvPr/>
          </p:nvSpPr>
          <p:spPr>
            <a:xfrm>
              <a:off x="3814452" y="10092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3"/>
            <p:cNvSpPr/>
            <p:nvPr/>
          </p:nvSpPr>
          <p:spPr>
            <a:xfrm>
              <a:off x="3632873" y="10351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4"/>
            <p:cNvSpPr/>
            <p:nvPr/>
          </p:nvSpPr>
          <p:spPr>
            <a:xfrm>
              <a:off x="3881313" y="10115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5"/>
            <p:cNvSpPr/>
            <p:nvPr/>
          </p:nvSpPr>
          <p:spPr>
            <a:xfrm>
              <a:off x="3265490" y="10324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6"/>
            <p:cNvSpPr/>
            <p:nvPr/>
          </p:nvSpPr>
          <p:spPr>
            <a:xfrm>
              <a:off x="3354168" y="10264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7"/>
            <p:cNvSpPr/>
            <p:nvPr/>
          </p:nvSpPr>
          <p:spPr>
            <a:xfrm>
              <a:off x="3457627" y="10149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8"/>
            <p:cNvSpPr/>
            <p:nvPr/>
          </p:nvSpPr>
          <p:spPr>
            <a:xfrm>
              <a:off x="3480148" y="10197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9"/>
            <p:cNvSpPr/>
            <p:nvPr/>
          </p:nvSpPr>
          <p:spPr>
            <a:xfrm>
              <a:off x="3314756" y="10497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50"/>
            <p:cNvSpPr/>
            <p:nvPr/>
          </p:nvSpPr>
          <p:spPr>
            <a:xfrm>
              <a:off x="3368244" y="10488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1"/>
            <p:cNvSpPr/>
            <p:nvPr/>
          </p:nvSpPr>
          <p:spPr>
            <a:xfrm>
              <a:off x="3301384" y="10067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2"/>
            <p:cNvSpPr/>
            <p:nvPr/>
          </p:nvSpPr>
          <p:spPr>
            <a:xfrm>
              <a:off x="3524488" y="10327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3"/>
            <p:cNvSpPr/>
            <p:nvPr/>
          </p:nvSpPr>
          <p:spPr>
            <a:xfrm>
              <a:off x="3490705" y="10341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4"/>
            <p:cNvSpPr/>
            <p:nvPr/>
          </p:nvSpPr>
          <p:spPr>
            <a:xfrm>
              <a:off x="3232411" y="10481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5"/>
            <p:cNvSpPr/>
            <p:nvPr/>
          </p:nvSpPr>
          <p:spPr>
            <a:xfrm>
              <a:off x="3270417" y="104632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6"/>
            <p:cNvSpPr/>
            <p:nvPr/>
          </p:nvSpPr>
          <p:spPr>
            <a:xfrm>
              <a:off x="3223966" y="1039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7"/>
            <p:cNvSpPr/>
            <p:nvPr/>
          </p:nvSpPr>
          <p:spPr>
            <a:xfrm>
              <a:off x="3214113" y="10329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8"/>
            <p:cNvSpPr/>
            <p:nvPr/>
          </p:nvSpPr>
          <p:spPr>
            <a:xfrm>
              <a:off x="3216224" y="10299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9"/>
            <p:cNvSpPr/>
            <p:nvPr/>
          </p:nvSpPr>
          <p:spPr>
            <a:xfrm>
              <a:off x="3259860" y="10365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60"/>
            <p:cNvSpPr/>
            <p:nvPr/>
          </p:nvSpPr>
          <p:spPr>
            <a:xfrm>
              <a:off x="4253623" y="10359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1"/>
            <p:cNvSpPr/>
            <p:nvPr/>
          </p:nvSpPr>
          <p:spPr>
            <a:xfrm>
              <a:off x="4294443" y="10235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2"/>
            <p:cNvSpPr/>
            <p:nvPr/>
          </p:nvSpPr>
          <p:spPr>
            <a:xfrm>
              <a:off x="4294443" y="10235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3"/>
            <p:cNvSpPr/>
            <p:nvPr/>
          </p:nvSpPr>
          <p:spPr>
            <a:xfrm>
              <a:off x="4176205" y="10165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4"/>
            <p:cNvSpPr/>
            <p:nvPr/>
          </p:nvSpPr>
          <p:spPr>
            <a:xfrm>
              <a:off x="4091749" y="10210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5"/>
            <p:cNvSpPr/>
            <p:nvPr/>
          </p:nvSpPr>
          <p:spPr>
            <a:xfrm>
              <a:off x="5436707" y="10303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6"/>
            <p:cNvSpPr/>
            <p:nvPr/>
          </p:nvSpPr>
          <p:spPr>
            <a:xfrm>
              <a:off x="5419112" y="10247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7"/>
            <p:cNvSpPr/>
            <p:nvPr/>
          </p:nvSpPr>
          <p:spPr>
            <a:xfrm>
              <a:off x="6032824" y="10238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8"/>
            <p:cNvSpPr/>
            <p:nvPr/>
          </p:nvSpPr>
          <p:spPr>
            <a:xfrm>
              <a:off x="6032824" y="10238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9"/>
            <p:cNvSpPr/>
            <p:nvPr/>
          </p:nvSpPr>
          <p:spPr>
            <a:xfrm>
              <a:off x="3392877" y="10452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70"/>
            <p:cNvSpPr/>
            <p:nvPr/>
          </p:nvSpPr>
          <p:spPr>
            <a:xfrm>
              <a:off x="3246487" y="10021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1"/>
            <p:cNvSpPr/>
            <p:nvPr/>
          </p:nvSpPr>
          <p:spPr>
            <a:xfrm>
              <a:off x="5051026" y="10146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2"/>
            <p:cNvSpPr/>
            <p:nvPr/>
          </p:nvSpPr>
          <p:spPr>
            <a:xfrm>
              <a:off x="4789917" y="10146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3"/>
            <p:cNvSpPr/>
            <p:nvPr/>
          </p:nvSpPr>
          <p:spPr>
            <a:xfrm>
              <a:off x="4892671" y="10235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4"/>
            <p:cNvSpPr/>
            <p:nvPr/>
          </p:nvSpPr>
          <p:spPr>
            <a:xfrm>
              <a:off x="4773729" y="10251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5"/>
            <p:cNvSpPr/>
            <p:nvPr/>
          </p:nvSpPr>
          <p:spPr>
            <a:xfrm>
              <a:off x="5010909" y="10246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6"/>
            <p:cNvSpPr/>
            <p:nvPr/>
          </p:nvSpPr>
          <p:spPr>
            <a:xfrm>
              <a:off x="4995426" y="10194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7"/>
            <p:cNvSpPr/>
            <p:nvPr/>
          </p:nvSpPr>
          <p:spPr>
            <a:xfrm>
              <a:off x="4390863" y="10248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8"/>
            <p:cNvSpPr/>
            <p:nvPr/>
          </p:nvSpPr>
          <p:spPr>
            <a:xfrm>
              <a:off x="3174700" y="10516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9"/>
            <p:cNvSpPr/>
            <p:nvPr/>
          </p:nvSpPr>
          <p:spPr>
            <a:xfrm>
              <a:off x="3713809" y="10454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80"/>
            <p:cNvSpPr/>
            <p:nvPr/>
          </p:nvSpPr>
          <p:spPr>
            <a:xfrm>
              <a:off x="3665951" y="10422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1"/>
            <p:cNvSpPr/>
            <p:nvPr/>
          </p:nvSpPr>
          <p:spPr>
            <a:xfrm>
              <a:off x="3741257" y="10038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2"/>
            <p:cNvSpPr/>
            <p:nvPr/>
          </p:nvSpPr>
          <p:spPr>
            <a:xfrm>
              <a:off x="3927060" y="10409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3"/>
            <p:cNvSpPr/>
            <p:nvPr/>
          </p:nvSpPr>
          <p:spPr>
            <a:xfrm>
              <a:off x="3377394" y="10401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4"/>
            <p:cNvSpPr/>
            <p:nvPr/>
          </p:nvSpPr>
          <p:spPr>
            <a:xfrm>
              <a:off x="3431586" y="10385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5"/>
            <p:cNvSpPr/>
            <p:nvPr/>
          </p:nvSpPr>
          <p:spPr>
            <a:xfrm>
              <a:off x="4262772" y="10358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6"/>
            <p:cNvSpPr/>
            <p:nvPr/>
          </p:nvSpPr>
          <p:spPr>
            <a:xfrm>
              <a:off x="5849837" y="101827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7"/>
            <p:cNvSpPr/>
            <p:nvPr/>
          </p:nvSpPr>
          <p:spPr>
            <a:xfrm>
              <a:off x="6281969" y="10179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8"/>
            <p:cNvSpPr/>
            <p:nvPr/>
          </p:nvSpPr>
          <p:spPr>
            <a:xfrm>
              <a:off x="3763075" y="10248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9"/>
            <p:cNvSpPr/>
            <p:nvPr/>
          </p:nvSpPr>
          <p:spPr>
            <a:xfrm>
              <a:off x="3381617" y="10227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90"/>
            <p:cNvSpPr/>
            <p:nvPr/>
          </p:nvSpPr>
          <p:spPr>
            <a:xfrm>
              <a:off x="3380913" y="10197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1"/>
            <p:cNvSpPr/>
            <p:nvPr/>
          </p:nvSpPr>
          <p:spPr>
            <a:xfrm>
              <a:off x="3392877" y="10185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2"/>
            <p:cNvSpPr/>
            <p:nvPr/>
          </p:nvSpPr>
          <p:spPr>
            <a:xfrm>
              <a:off x="3351353" y="10169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3"/>
            <p:cNvSpPr/>
            <p:nvPr/>
          </p:nvSpPr>
          <p:spPr>
            <a:xfrm>
              <a:off x="3801784" y="10423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4"/>
            <p:cNvSpPr/>
            <p:nvPr/>
          </p:nvSpPr>
          <p:spPr>
            <a:xfrm>
              <a:off x="4087526" y="10364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5"/>
            <p:cNvSpPr/>
            <p:nvPr/>
          </p:nvSpPr>
          <p:spPr>
            <a:xfrm>
              <a:off x="5331841" y="10252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6"/>
            <p:cNvSpPr/>
            <p:nvPr/>
          </p:nvSpPr>
          <p:spPr>
            <a:xfrm>
              <a:off x="5202342" y="10264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7"/>
            <p:cNvSpPr/>
            <p:nvPr/>
          </p:nvSpPr>
          <p:spPr>
            <a:xfrm>
              <a:off x="5101699" y="10337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8"/>
            <p:cNvSpPr/>
            <p:nvPr/>
          </p:nvSpPr>
          <p:spPr>
            <a:xfrm>
              <a:off x="3316867" y="10747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9"/>
            <p:cNvSpPr/>
            <p:nvPr/>
          </p:nvSpPr>
          <p:spPr>
            <a:xfrm>
              <a:off x="3322498" y="10417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200"/>
            <p:cNvSpPr/>
            <p:nvPr/>
          </p:nvSpPr>
          <p:spPr>
            <a:xfrm>
              <a:off x="4977127" y="10278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1"/>
            <p:cNvSpPr/>
            <p:nvPr/>
          </p:nvSpPr>
          <p:spPr>
            <a:xfrm>
              <a:off x="5003168" y="10347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2"/>
            <p:cNvSpPr/>
            <p:nvPr/>
          </p:nvSpPr>
          <p:spPr>
            <a:xfrm>
              <a:off x="3340796" y="10322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3"/>
            <p:cNvSpPr/>
            <p:nvPr/>
          </p:nvSpPr>
          <p:spPr>
            <a:xfrm>
              <a:off x="4656899" y="10094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4"/>
            <p:cNvSpPr/>
            <p:nvPr/>
          </p:nvSpPr>
          <p:spPr>
            <a:xfrm>
              <a:off x="4773026" y="10053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5"/>
            <p:cNvSpPr/>
            <p:nvPr/>
          </p:nvSpPr>
          <p:spPr>
            <a:xfrm>
              <a:off x="5067213" y="10118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6"/>
            <p:cNvSpPr/>
            <p:nvPr/>
          </p:nvSpPr>
          <p:spPr>
            <a:xfrm>
              <a:off x="5193897" y="10018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7"/>
            <p:cNvSpPr/>
            <p:nvPr/>
          </p:nvSpPr>
          <p:spPr>
            <a:xfrm>
              <a:off x="5270611" y="10160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8"/>
            <p:cNvSpPr/>
            <p:nvPr/>
          </p:nvSpPr>
          <p:spPr>
            <a:xfrm>
              <a:off x="3290123" y="10576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9"/>
            <p:cNvSpPr/>
            <p:nvPr/>
          </p:nvSpPr>
          <p:spPr>
            <a:xfrm>
              <a:off x="3290123" y="10576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10"/>
            <p:cNvSpPr/>
            <p:nvPr/>
          </p:nvSpPr>
          <p:spPr>
            <a:xfrm>
              <a:off x="3321090" y="10576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1"/>
            <p:cNvSpPr/>
            <p:nvPr/>
          </p:nvSpPr>
          <p:spPr>
            <a:xfrm>
              <a:off x="3283789" y="10589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2"/>
            <p:cNvSpPr/>
            <p:nvPr/>
          </p:nvSpPr>
          <p:spPr>
            <a:xfrm>
              <a:off x="3292234" y="10612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3"/>
            <p:cNvSpPr/>
            <p:nvPr/>
          </p:nvSpPr>
          <p:spPr>
            <a:xfrm>
              <a:off x="3459738" y="10408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4"/>
            <p:cNvSpPr/>
            <p:nvPr/>
          </p:nvSpPr>
          <p:spPr>
            <a:xfrm>
              <a:off x="3867941" y="10244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5"/>
            <p:cNvSpPr/>
            <p:nvPr/>
          </p:nvSpPr>
          <p:spPr>
            <a:xfrm>
              <a:off x="3932691" y="10332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6"/>
            <p:cNvSpPr/>
            <p:nvPr/>
          </p:nvSpPr>
          <p:spPr>
            <a:xfrm>
              <a:off x="4203653" y="10314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7"/>
            <p:cNvSpPr/>
            <p:nvPr/>
          </p:nvSpPr>
          <p:spPr>
            <a:xfrm>
              <a:off x="4243066" y="10229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8"/>
            <p:cNvSpPr/>
            <p:nvPr/>
          </p:nvSpPr>
          <p:spPr>
            <a:xfrm>
              <a:off x="3372467" y="10210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9"/>
            <p:cNvSpPr/>
            <p:nvPr/>
          </p:nvSpPr>
          <p:spPr>
            <a:xfrm>
              <a:off x="3941136" y="10298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20"/>
            <p:cNvSpPr/>
            <p:nvPr/>
          </p:nvSpPr>
          <p:spPr>
            <a:xfrm>
              <a:off x="4656195" y="10253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1"/>
            <p:cNvSpPr/>
            <p:nvPr/>
          </p:nvSpPr>
          <p:spPr>
            <a:xfrm>
              <a:off x="6181326" y="10384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2"/>
            <p:cNvSpPr/>
            <p:nvPr/>
          </p:nvSpPr>
          <p:spPr>
            <a:xfrm>
              <a:off x="5274130" y="10220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3"/>
            <p:cNvSpPr/>
            <p:nvPr/>
          </p:nvSpPr>
          <p:spPr>
            <a:xfrm>
              <a:off x="5905437" y="10157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4"/>
            <p:cNvSpPr/>
            <p:nvPr/>
          </p:nvSpPr>
          <p:spPr>
            <a:xfrm>
              <a:off x="6217923" y="10103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5"/>
            <p:cNvSpPr/>
            <p:nvPr/>
          </p:nvSpPr>
          <p:spPr>
            <a:xfrm>
              <a:off x="3250710" y="10251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6"/>
            <p:cNvSpPr/>
            <p:nvPr/>
          </p:nvSpPr>
          <p:spPr>
            <a:xfrm>
              <a:off x="3264082" y="10312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7"/>
            <p:cNvSpPr/>
            <p:nvPr/>
          </p:nvSpPr>
          <p:spPr>
            <a:xfrm>
              <a:off x="3197222" y="10224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8"/>
            <p:cNvSpPr/>
            <p:nvPr/>
          </p:nvSpPr>
          <p:spPr>
            <a:xfrm>
              <a:off x="3344315" y="10156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9"/>
            <p:cNvSpPr/>
            <p:nvPr/>
          </p:nvSpPr>
          <p:spPr>
            <a:xfrm>
              <a:off x="3568827" y="10422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30"/>
            <p:cNvSpPr/>
            <p:nvPr/>
          </p:nvSpPr>
          <p:spPr>
            <a:xfrm>
              <a:off x="3409065" y="10426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1"/>
            <p:cNvSpPr/>
            <p:nvPr/>
          </p:nvSpPr>
          <p:spPr>
            <a:xfrm>
              <a:off x="3599090" y="10364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2"/>
            <p:cNvSpPr/>
            <p:nvPr/>
          </p:nvSpPr>
          <p:spPr>
            <a:xfrm>
              <a:off x="3247895" y="10317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3"/>
            <p:cNvSpPr/>
            <p:nvPr/>
          </p:nvSpPr>
          <p:spPr>
            <a:xfrm>
              <a:off x="3249303" y="10297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4"/>
            <p:cNvSpPr/>
            <p:nvPr/>
          </p:nvSpPr>
          <p:spPr>
            <a:xfrm>
              <a:off x="3207075" y="10294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5"/>
            <p:cNvSpPr/>
            <p:nvPr/>
          </p:nvSpPr>
          <p:spPr>
            <a:xfrm>
              <a:off x="3224670" y="10223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6"/>
            <p:cNvSpPr/>
            <p:nvPr/>
          </p:nvSpPr>
          <p:spPr>
            <a:xfrm>
              <a:off x="3382320" y="10136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7"/>
            <p:cNvSpPr/>
            <p:nvPr/>
          </p:nvSpPr>
          <p:spPr>
            <a:xfrm>
              <a:off x="3285196" y="10416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8"/>
            <p:cNvSpPr/>
            <p:nvPr/>
          </p:nvSpPr>
          <p:spPr>
            <a:xfrm>
              <a:off x="3306310" y="10317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9"/>
            <p:cNvSpPr/>
            <p:nvPr/>
          </p:nvSpPr>
          <p:spPr>
            <a:xfrm>
              <a:off x="3366837" y="10265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40"/>
            <p:cNvSpPr/>
            <p:nvPr/>
          </p:nvSpPr>
          <p:spPr>
            <a:xfrm>
              <a:off x="4318372" y="10301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1"/>
            <p:cNvSpPr/>
            <p:nvPr/>
          </p:nvSpPr>
          <p:spPr>
            <a:xfrm>
              <a:off x="3368948" y="10348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2"/>
            <p:cNvSpPr/>
            <p:nvPr/>
          </p:nvSpPr>
          <p:spPr>
            <a:xfrm>
              <a:off x="3420326" y="10399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3"/>
            <p:cNvSpPr/>
            <p:nvPr/>
          </p:nvSpPr>
          <p:spPr>
            <a:xfrm>
              <a:off x="3292234" y="10353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4"/>
            <p:cNvSpPr/>
            <p:nvPr/>
          </p:nvSpPr>
          <p:spPr>
            <a:xfrm>
              <a:off x="3322498" y="10412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5"/>
            <p:cNvSpPr/>
            <p:nvPr/>
          </p:nvSpPr>
          <p:spPr>
            <a:xfrm>
              <a:off x="5807609" y="10268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6"/>
            <p:cNvSpPr/>
            <p:nvPr/>
          </p:nvSpPr>
          <p:spPr>
            <a:xfrm>
              <a:off x="5656996" y="10289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7"/>
            <p:cNvSpPr/>
            <p:nvPr/>
          </p:nvSpPr>
          <p:spPr>
            <a:xfrm>
              <a:off x="3340093" y="10299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8"/>
            <p:cNvSpPr/>
            <p:nvPr/>
          </p:nvSpPr>
          <p:spPr>
            <a:xfrm>
              <a:off x="3278158" y="10348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9"/>
            <p:cNvSpPr/>
            <p:nvPr/>
          </p:nvSpPr>
          <p:spPr>
            <a:xfrm>
              <a:off x="3318275" y="10172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50"/>
            <p:cNvSpPr/>
            <p:nvPr/>
          </p:nvSpPr>
          <p:spPr>
            <a:xfrm>
              <a:off x="3378098" y="10203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1"/>
            <p:cNvSpPr/>
            <p:nvPr/>
          </p:nvSpPr>
          <p:spPr>
            <a:xfrm>
              <a:off x="3310533" y="10314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2"/>
            <p:cNvSpPr/>
            <p:nvPr/>
          </p:nvSpPr>
          <p:spPr>
            <a:xfrm>
              <a:off x="3343612" y="10417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3"/>
            <p:cNvSpPr/>
            <p:nvPr/>
          </p:nvSpPr>
          <p:spPr>
            <a:xfrm>
              <a:off x="5445857" y="10276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4"/>
            <p:cNvSpPr/>
            <p:nvPr/>
          </p:nvSpPr>
          <p:spPr>
            <a:xfrm>
              <a:off x="3266194" y="10160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5"/>
            <p:cNvSpPr/>
            <p:nvPr/>
          </p:nvSpPr>
          <p:spPr>
            <a:xfrm>
              <a:off x="4568924" y="10202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6"/>
            <p:cNvSpPr/>
            <p:nvPr/>
          </p:nvSpPr>
          <p:spPr>
            <a:xfrm>
              <a:off x="4632970" y="10204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7"/>
            <p:cNvSpPr/>
            <p:nvPr/>
          </p:nvSpPr>
          <p:spPr>
            <a:xfrm>
              <a:off x="3636392" y="10432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8"/>
            <p:cNvSpPr/>
            <p:nvPr/>
          </p:nvSpPr>
          <p:spPr>
            <a:xfrm>
              <a:off x="3620908" y="10323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9"/>
            <p:cNvSpPr/>
            <p:nvPr/>
          </p:nvSpPr>
          <p:spPr>
            <a:xfrm>
              <a:off x="3335870" y="10542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60"/>
            <p:cNvSpPr/>
            <p:nvPr/>
          </p:nvSpPr>
          <p:spPr>
            <a:xfrm>
              <a:off x="3240857" y="10376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1"/>
            <p:cNvSpPr/>
            <p:nvPr/>
          </p:nvSpPr>
          <p:spPr>
            <a:xfrm>
              <a:off x="3797561" y="10257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2"/>
            <p:cNvSpPr/>
            <p:nvPr/>
          </p:nvSpPr>
          <p:spPr>
            <a:xfrm>
              <a:off x="3922134" y="10249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3"/>
            <p:cNvSpPr/>
            <p:nvPr/>
          </p:nvSpPr>
          <p:spPr>
            <a:xfrm>
              <a:off x="4038964" y="10152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4"/>
            <p:cNvSpPr/>
            <p:nvPr/>
          </p:nvSpPr>
          <p:spPr>
            <a:xfrm>
              <a:off x="4224063" y="10260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5"/>
            <p:cNvSpPr/>
            <p:nvPr/>
          </p:nvSpPr>
          <p:spPr>
            <a:xfrm>
              <a:off x="4261364" y="10228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6"/>
            <p:cNvSpPr/>
            <p:nvPr/>
          </p:nvSpPr>
          <p:spPr>
            <a:xfrm>
              <a:off x="3379505" y="10210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7"/>
            <p:cNvSpPr/>
            <p:nvPr/>
          </p:nvSpPr>
          <p:spPr>
            <a:xfrm>
              <a:off x="3337981" y="10222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8"/>
            <p:cNvSpPr/>
            <p:nvPr/>
          </p:nvSpPr>
          <p:spPr>
            <a:xfrm>
              <a:off x="3321794" y="10244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9"/>
            <p:cNvSpPr/>
            <p:nvPr/>
          </p:nvSpPr>
          <p:spPr>
            <a:xfrm>
              <a:off x="4151572" y="10153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70"/>
            <p:cNvSpPr/>
            <p:nvPr/>
          </p:nvSpPr>
          <p:spPr>
            <a:xfrm>
              <a:off x="4355673" y="10105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1"/>
            <p:cNvSpPr/>
            <p:nvPr/>
          </p:nvSpPr>
          <p:spPr>
            <a:xfrm>
              <a:off x="3323201" y="10380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2"/>
            <p:cNvSpPr/>
            <p:nvPr/>
          </p:nvSpPr>
          <p:spPr>
            <a:xfrm>
              <a:off x="3310533" y="10336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3"/>
            <p:cNvSpPr/>
            <p:nvPr/>
          </p:nvSpPr>
          <p:spPr>
            <a:xfrm>
              <a:off x="3965769" y="10007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4"/>
            <p:cNvSpPr/>
            <p:nvPr/>
          </p:nvSpPr>
          <p:spPr>
            <a:xfrm>
              <a:off x="4011516" y="10145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5"/>
            <p:cNvSpPr/>
            <p:nvPr/>
          </p:nvSpPr>
          <p:spPr>
            <a:xfrm>
              <a:off x="4011516" y="10145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6"/>
            <p:cNvSpPr/>
            <p:nvPr/>
          </p:nvSpPr>
          <p:spPr>
            <a:xfrm>
              <a:off x="3351353" y="10162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7"/>
            <p:cNvSpPr/>
            <p:nvPr/>
          </p:nvSpPr>
          <p:spPr>
            <a:xfrm>
              <a:off x="3255637" y="10424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8"/>
            <p:cNvSpPr/>
            <p:nvPr/>
          </p:nvSpPr>
          <p:spPr>
            <a:xfrm>
              <a:off x="3261267" y="10442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9"/>
            <p:cNvSpPr/>
            <p:nvPr/>
          </p:nvSpPr>
          <p:spPr>
            <a:xfrm>
              <a:off x="4117789" y="10238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80"/>
            <p:cNvSpPr/>
            <p:nvPr/>
          </p:nvSpPr>
          <p:spPr>
            <a:xfrm>
              <a:off x="4296554" y="10196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1"/>
            <p:cNvSpPr/>
            <p:nvPr/>
          </p:nvSpPr>
          <p:spPr>
            <a:xfrm>
              <a:off x="4239547" y="10240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2"/>
            <p:cNvSpPr/>
            <p:nvPr/>
          </p:nvSpPr>
          <p:spPr>
            <a:xfrm>
              <a:off x="4169167" y="10235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3"/>
            <p:cNvSpPr/>
            <p:nvPr/>
          </p:nvSpPr>
          <p:spPr>
            <a:xfrm>
              <a:off x="3344315" y="10296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4"/>
            <p:cNvSpPr/>
            <p:nvPr/>
          </p:nvSpPr>
          <p:spPr>
            <a:xfrm>
              <a:off x="3359799" y="10246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5"/>
            <p:cNvSpPr/>
            <p:nvPr/>
          </p:nvSpPr>
          <p:spPr>
            <a:xfrm>
              <a:off x="3353465" y="10529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6"/>
            <p:cNvSpPr/>
            <p:nvPr/>
          </p:nvSpPr>
          <p:spPr>
            <a:xfrm>
              <a:off x="3576569" y="10247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7"/>
            <p:cNvSpPr/>
            <p:nvPr/>
          </p:nvSpPr>
          <p:spPr>
            <a:xfrm>
              <a:off x="3257748" y="10317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8"/>
            <p:cNvSpPr/>
            <p:nvPr/>
          </p:nvSpPr>
          <p:spPr>
            <a:xfrm>
              <a:off x="3454812" y="10400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9"/>
            <p:cNvSpPr/>
            <p:nvPr/>
          </p:nvSpPr>
          <p:spPr>
            <a:xfrm>
              <a:off x="5281168" y="10209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90"/>
            <p:cNvSpPr/>
            <p:nvPr/>
          </p:nvSpPr>
          <p:spPr>
            <a:xfrm>
              <a:off x="5261461" y="10177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1"/>
            <p:cNvSpPr/>
            <p:nvPr/>
          </p:nvSpPr>
          <p:spPr>
            <a:xfrm>
              <a:off x="5255831" y="10122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2"/>
            <p:cNvSpPr/>
            <p:nvPr/>
          </p:nvSpPr>
          <p:spPr>
            <a:xfrm>
              <a:off x="3301384" y="10244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3"/>
            <p:cNvSpPr/>
            <p:nvPr/>
          </p:nvSpPr>
          <p:spPr>
            <a:xfrm>
              <a:off x="3262675" y="10124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4"/>
            <p:cNvSpPr/>
            <p:nvPr/>
          </p:nvSpPr>
          <p:spPr>
            <a:xfrm>
              <a:off x="3591348" y="10409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5"/>
            <p:cNvSpPr/>
            <p:nvPr/>
          </p:nvSpPr>
          <p:spPr>
            <a:xfrm>
              <a:off x="3650468" y="10374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6"/>
            <p:cNvSpPr/>
            <p:nvPr/>
          </p:nvSpPr>
          <p:spPr>
            <a:xfrm>
              <a:off x="3502670" y="10558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7"/>
            <p:cNvSpPr/>
            <p:nvPr/>
          </p:nvSpPr>
          <p:spPr>
            <a:xfrm>
              <a:off x="3537156" y="10404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8"/>
            <p:cNvSpPr/>
            <p:nvPr/>
          </p:nvSpPr>
          <p:spPr>
            <a:xfrm>
              <a:off x="3612462" y="10480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9"/>
            <p:cNvSpPr/>
            <p:nvPr/>
          </p:nvSpPr>
          <p:spPr>
            <a:xfrm>
              <a:off x="5785087" y="10355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300"/>
            <p:cNvSpPr/>
            <p:nvPr/>
          </p:nvSpPr>
          <p:spPr>
            <a:xfrm>
              <a:off x="6150359" y="103527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1"/>
            <p:cNvSpPr/>
            <p:nvPr/>
          </p:nvSpPr>
          <p:spPr>
            <a:xfrm>
              <a:off x="5968075" y="10360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2"/>
            <p:cNvSpPr/>
            <p:nvPr/>
          </p:nvSpPr>
          <p:spPr>
            <a:xfrm>
              <a:off x="5977224" y="10314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3"/>
            <p:cNvSpPr/>
            <p:nvPr/>
          </p:nvSpPr>
          <p:spPr>
            <a:xfrm>
              <a:off x="5976520" y="10258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4"/>
            <p:cNvSpPr/>
            <p:nvPr/>
          </p:nvSpPr>
          <p:spPr>
            <a:xfrm>
              <a:off x="3761668" y="10388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5"/>
            <p:cNvSpPr/>
            <p:nvPr/>
          </p:nvSpPr>
          <p:spPr>
            <a:xfrm>
              <a:off x="3758149" y="10377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6"/>
            <p:cNvSpPr/>
            <p:nvPr/>
          </p:nvSpPr>
          <p:spPr>
            <a:xfrm>
              <a:off x="3295753" y="10505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7"/>
            <p:cNvSpPr/>
            <p:nvPr/>
          </p:nvSpPr>
          <p:spPr>
            <a:xfrm>
              <a:off x="3337277" y="10459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8"/>
            <p:cNvSpPr/>
            <p:nvPr/>
          </p:nvSpPr>
          <p:spPr>
            <a:xfrm>
              <a:off x="3340093" y="10148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9"/>
            <p:cNvSpPr/>
            <p:nvPr/>
          </p:nvSpPr>
          <p:spPr>
            <a:xfrm>
              <a:off x="3324609" y="10222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10"/>
            <p:cNvSpPr/>
            <p:nvPr/>
          </p:nvSpPr>
          <p:spPr>
            <a:xfrm>
              <a:off x="3332351" y="9991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1"/>
            <p:cNvSpPr/>
            <p:nvPr/>
          </p:nvSpPr>
          <p:spPr>
            <a:xfrm>
              <a:off x="3285900" y="10243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2"/>
            <p:cNvSpPr/>
            <p:nvPr/>
          </p:nvSpPr>
          <p:spPr>
            <a:xfrm>
              <a:off x="3321794" y="10178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3"/>
            <p:cNvSpPr/>
            <p:nvPr/>
          </p:nvSpPr>
          <p:spPr>
            <a:xfrm>
              <a:off x="3285900" y="10074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4"/>
            <p:cNvSpPr/>
            <p:nvPr/>
          </p:nvSpPr>
          <p:spPr>
            <a:xfrm>
              <a:off x="3303495" y="10302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5"/>
            <p:cNvSpPr/>
            <p:nvPr/>
          </p:nvSpPr>
          <p:spPr>
            <a:xfrm>
              <a:off x="3936913" y="10174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6"/>
            <p:cNvSpPr/>
            <p:nvPr/>
          </p:nvSpPr>
          <p:spPr>
            <a:xfrm>
              <a:off x="3580088" y="10314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7"/>
            <p:cNvSpPr/>
            <p:nvPr/>
          </p:nvSpPr>
          <p:spPr>
            <a:xfrm>
              <a:off x="3654690" y="10313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8"/>
            <p:cNvSpPr/>
            <p:nvPr/>
          </p:nvSpPr>
          <p:spPr>
            <a:xfrm>
              <a:off x="3681435" y="10288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9"/>
            <p:cNvSpPr/>
            <p:nvPr/>
          </p:nvSpPr>
          <p:spPr>
            <a:xfrm>
              <a:off x="3364725" y="10430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20"/>
            <p:cNvSpPr/>
            <p:nvPr/>
          </p:nvSpPr>
          <p:spPr>
            <a:xfrm>
              <a:off x="3400619" y="10397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1"/>
            <p:cNvSpPr/>
            <p:nvPr/>
          </p:nvSpPr>
          <p:spPr>
            <a:xfrm>
              <a:off x="3385136" y="10296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2"/>
            <p:cNvSpPr/>
            <p:nvPr/>
          </p:nvSpPr>
          <p:spPr>
            <a:xfrm>
              <a:off x="3290123" y="10376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3"/>
            <p:cNvSpPr/>
            <p:nvPr/>
          </p:nvSpPr>
          <p:spPr>
            <a:xfrm>
              <a:off x="3416103" y="10497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4"/>
            <p:cNvSpPr/>
            <p:nvPr/>
          </p:nvSpPr>
          <p:spPr>
            <a:xfrm>
              <a:off x="3389358" y="10405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5"/>
            <p:cNvSpPr/>
            <p:nvPr/>
          </p:nvSpPr>
          <p:spPr>
            <a:xfrm>
              <a:off x="3302791" y="10476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6"/>
            <p:cNvSpPr/>
            <p:nvPr/>
          </p:nvSpPr>
          <p:spPr>
            <a:xfrm>
              <a:off x="3301384" y="10500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7"/>
            <p:cNvSpPr/>
            <p:nvPr/>
          </p:nvSpPr>
          <p:spPr>
            <a:xfrm>
              <a:off x="3323201" y="10668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8"/>
            <p:cNvSpPr/>
            <p:nvPr/>
          </p:nvSpPr>
          <p:spPr>
            <a:xfrm>
              <a:off x="3337277" y="10732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9"/>
            <p:cNvSpPr/>
            <p:nvPr/>
          </p:nvSpPr>
          <p:spPr>
            <a:xfrm>
              <a:off x="3327424" y="10264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30"/>
            <p:cNvSpPr/>
            <p:nvPr/>
          </p:nvSpPr>
          <p:spPr>
            <a:xfrm>
              <a:off x="3303495" y="10090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1"/>
            <p:cNvSpPr/>
            <p:nvPr/>
          </p:nvSpPr>
          <p:spPr>
            <a:xfrm>
              <a:off x="3314052" y="10085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2"/>
            <p:cNvSpPr/>
            <p:nvPr/>
          </p:nvSpPr>
          <p:spPr>
            <a:xfrm>
              <a:off x="4095268" y="10257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3"/>
            <p:cNvSpPr/>
            <p:nvPr/>
          </p:nvSpPr>
          <p:spPr>
            <a:xfrm>
              <a:off x="4155091" y="10237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4"/>
            <p:cNvSpPr/>
            <p:nvPr/>
          </p:nvSpPr>
          <p:spPr>
            <a:xfrm>
              <a:off x="3296457" y="10264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5"/>
            <p:cNvSpPr/>
            <p:nvPr/>
          </p:nvSpPr>
          <p:spPr>
            <a:xfrm>
              <a:off x="4381010" y="10167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6"/>
            <p:cNvSpPr/>
            <p:nvPr/>
          </p:nvSpPr>
          <p:spPr>
            <a:xfrm>
              <a:off x="4693496" y="10280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7"/>
            <p:cNvSpPr/>
            <p:nvPr/>
          </p:nvSpPr>
          <p:spPr>
            <a:xfrm>
              <a:off x="3232411" y="10284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8"/>
            <p:cNvSpPr/>
            <p:nvPr/>
          </p:nvSpPr>
          <p:spPr>
            <a:xfrm>
              <a:off x="3316867" y="10412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9"/>
            <p:cNvSpPr/>
            <p:nvPr/>
          </p:nvSpPr>
          <p:spPr>
            <a:xfrm>
              <a:off x="3340093" y="10405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40"/>
            <p:cNvSpPr/>
            <p:nvPr/>
          </p:nvSpPr>
          <p:spPr>
            <a:xfrm>
              <a:off x="3274639" y="10062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1"/>
            <p:cNvSpPr/>
            <p:nvPr/>
          </p:nvSpPr>
          <p:spPr>
            <a:xfrm>
              <a:off x="3257044" y="10071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2"/>
            <p:cNvSpPr/>
            <p:nvPr/>
          </p:nvSpPr>
          <p:spPr>
            <a:xfrm>
              <a:off x="3545602" y="10449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3"/>
            <p:cNvSpPr/>
            <p:nvPr/>
          </p:nvSpPr>
          <p:spPr>
            <a:xfrm>
              <a:off x="3806007" y="10104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4"/>
            <p:cNvSpPr/>
            <p:nvPr/>
          </p:nvSpPr>
          <p:spPr>
            <a:xfrm>
              <a:off x="3917207" y="10002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5"/>
            <p:cNvSpPr/>
            <p:nvPr/>
          </p:nvSpPr>
          <p:spPr>
            <a:xfrm>
              <a:off x="3290123" y="10178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6"/>
            <p:cNvSpPr/>
            <p:nvPr/>
          </p:nvSpPr>
          <p:spPr>
            <a:xfrm>
              <a:off x="3332351" y="10153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7"/>
            <p:cNvSpPr/>
            <p:nvPr/>
          </p:nvSpPr>
          <p:spPr>
            <a:xfrm>
              <a:off x="3335166" y="10563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8"/>
            <p:cNvSpPr/>
            <p:nvPr/>
          </p:nvSpPr>
          <p:spPr>
            <a:xfrm>
              <a:off x="3317571" y="10487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9"/>
            <p:cNvSpPr/>
            <p:nvPr/>
          </p:nvSpPr>
          <p:spPr>
            <a:xfrm>
              <a:off x="3330943" y="10188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50"/>
            <p:cNvSpPr/>
            <p:nvPr/>
          </p:nvSpPr>
          <p:spPr>
            <a:xfrm>
              <a:off x="4413385" y="10135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1"/>
            <p:cNvSpPr/>
            <p:nvPr/>
          </p:nvSpPr>
          <p:spPr>
            <a:xfrm>
              <a:off x="4227582" y="10138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2"/>
            <p:cNvSpPr/>
            <p:nvPr/>
          </p:nvSpPr>
          <p:spPr>
            <a:xfrm>
              <a:off x="5761158" y="10089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3"/>
            <p:cNvSpPr/>
            <p:nvPr/>
          </p:nvSpPr>
          <p:spPr>
            <a:xfrm>
              <a:off x="5471193" y="10151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4"/>
            <p:cNvSpPr/>
            <p:nvPr/>
          </p:nvSpPr>
          <p:spPr>
            <a:xfrm>
              <a:off x="5527497" y="10165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5"/>
            <p:cNvSpPr/>
            <p:nvPr/>
          </p:nvSpPr>
          <p:spPr>
            <a:xfrm>
              <a:off x="3734219" y="10259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6"/>
            <p:cNvSpPr/>
            <p:nvPr/>
          </p:nvSpPr>
          <p:spPr>
            <a:xfrm>
              <a:off x="3175404" y="10391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7"/>
            <p:cNvSpPr/>
            <p:nvPr/>
          </p:nvSpPr>
          <p:spPr>
            <a:xfrm>
              <a:off x="3223966" y="10399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8"/>
            <p:cNvSpPr/>
            <p:nvPr/>
          </p:nvSpPr>
          <p:spPr>
            <a:xfrm>
              <a:off x="4837775" y="10172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9"/>
            <p:cNvSpPr/>
            <p:nvPr/>
          </p:nvSpPr>
          <p:spPr>
            <a:xfrm>
              <a:off x="4815253" y="10178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60"/>
            <p:cNvSpPr/>
            <p:nvPr/>
          </p:nvSpPr>
          <p:spPr>
            <a:xfrm>
              <a:off x="3264786" y="10328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1"/>
            <p:cNvSpPr/>
            <p:nvPr/>
          </p:nvSpPr>
          <p:spPr>
            <a:xfrm>
              <a:off x="3721551" y="10084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2"/>
            <p:cNvSpPr/>
            <p:nvPr/>
          </p:nvSpPr>
          <p:spPr>
            <a:xfrm>
              <a:off x="3588533" y="10295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3"/>
            <p:cNvSpPr/>
            <p:nvPr/>
          </p:nvSpPr>
          <p:spPr>
            <a:xfrm>
              <a:off x="3668766" y="10323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4"/>
            <p:cNvSpPr/>
            <p:nvPr/>
          </p:nvSpPr>
          <p:spPr>
            <a:xfrm>
              <a:off x="3832047" y="10301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5"/>
            <p:cNvSpPr/>
            <p:nvPr/>
          </p:nvSpPr>
          <p:spPr>
            <a:xfrm>
              <a:off x="4394382" y="10182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6"/>
            <p:cNvSpPr/>
            <p:nvPr/>
          </p:nvSpPr>
          <p:spPr>
            <a:xfrm>
              <a:off x="3441439" y="10598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7"/>
            <p:cNvSpPr/>
            <p:nvPr/>
          </p:nvSpPr>
          <p:spPr>
            <a:xfrm>
              <a:off x="3403434" y="10624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8"/>
            <p:cNvSpPr/>
            <p:nvPr/>
          </p:nvSpPr>
          <p:spPr>
            <a:xfrm>
              <a:off x="3280270" y="10473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9"/>
            <p:cNvSpPr/>
            <p:nvPr/>
          </p:nvSpPr>
          <p:spPr>
            <a:xfrm>
              <a:off x="3312644" y="10478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70"/>
            <p:cNvSpPr/>
            <p:nvPr/>
          </p:nvSpPr>
          <p:spPr>
            <a:xfrm>
              <a:off x="3174700" y="10150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1"/>
            <p:cNvSpPr/>
            <p:nvPr/>
          </p:nvSpPr>
          <p:spPr>
            <a:xfrm>
              <a:off x="3288715" y="10200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2"/>
            <p:cNvSpPr/>
            <p:nvPr/>
          </p:nvSpPr>
          <p:spPr>
            <a:xfrm>
              <a:off x="3344315" y="10540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3"/>
            <p:cNvSpPr/>
            <p:nvPr/>
          </p:nvSpPr>
          <p:spPr>
            <a:xfrm>
              <a:off x="3331647" y="10578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4"/>
            <p:cNvSpPr/>
            <p:nvPr/>
          </p:nvSpPr>
          <p:spPr>
            <a:xfrm>
              <a:off x="3153586" y="10305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5"/>
            <p:cNvSpPr/>
            <p:nvPr/>
          </p:nvSpPr>
          <p:spPr>
            <a:xfrm>
              <a:off x="3169773" y="10309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6"/>
            <p:cNvSpPr/>
            <p:nvPr/>
          </p:nvSpPr>
          <p:spPr>
            <a:xfrm>
              <a:off x="3351353" y="10180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7"/>
            <p:cNvSpPr/>
            <p:nvPr/>
          </p:nvSpPr>
          <p:spPr>
            <a:xfrm>
              <a:off x="3484371" y="10104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8"/>
            <p:cNvSpPr/>
            <p:nvPr/>
          </p:nvSpPr>
          <p:spPr>
            <a:xfrm>
              <a:off x="3535045" y="10100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9"/>
            <p:cNvSpPr/>
            <p:nvPr/>
          </p:nvSpPr>
          <p:spPr>
            <a:xfrm>
              <a:off x="3558270" y="10138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80"/>
            <p:cNvSpPr/>
            <p:nvPr/>
          </p:nvSpPr>
          <p:spPr>
            <a:xfrm>
              <a:off x="3672285" y="10057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1"/>
            <p:cNvSpPr/>
            <p:nvPr/>
          </p:nvSpPr>
          <p:spPr>
            <a:xfrm>
              <a:off x="3677916" y="1015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2"/>
            <p:cNvSpPr/>
            <p:nvPr/>
          </p:nvSpPr>
          <p:spPr>
            <a:xfrm>
              <a:off x="3618093" y="10222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3"/>
            <p:cNvSpPr/>
            <p:nvPr/>
          </p:nvSpPr>
          <p:spPr>
            <a:xfrm>
              <a:off x="3283085" y="10280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4"/>
            <p:cNvSpPr/>
            <p:nvPr/>
          </p:nvSpPr>
          <p:spPr>
            <a:xfrm>
              <a:off x="3256341" y="10267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5"/>
            <p:cNvSpPr/>
            <p:nvPr/>
          </p:nvSpPr>
          <p:spPr>
            <a:xfrm>
              <a:off x="3288715" y="10249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6"/>
            <p:cNvSpPr/>
            <p:nvPr/>
          </p:nvSpPr>
          <p:spPr>
            <a:xfrm>
              <a:off x="3285196" y="10236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7"/>
            <p:cNvSpPr/>
            <p:nvPr/>
          </p:nvSpPr>
          <p:spPr>
            <a:xfrm>
              <a:off x="3338685" y="10153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8"/>
            <p:cNvSpPr/>
            <p:nvPr/>
          </p:nvSpPr>
          <p:spPr>
            <a:xfrm>
              <a:off x="4075562" y="10404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9"/>
            <p:cNvSpPr/>
            <p:nvPr/>
          </p:nvSpPr>
          <p:spPr>
            <a:xfrm>
              <a:off x="4506286" y="10266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90"/>
            <p:cNvSpPr/>
            <p:nvPr/>
          </p:nvSpPr>
          <p:spPr>
            <a:xfrm>
              <a:off x="3629354" y="10421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1"/>
            <p:cNvSpPr/>
            <p:nvPr/>
          </p:nvSpPr>
          <p:spPr>
            <a:xfrm>
              <a:off x="3590645" y="10417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2"/>
            <p:cNvSpPr/>
            <p:nvPr/>
          </p:nvSpPr>
          <p:spPr>
            <a:xfrm>
              <a:off x="3245784" y="10766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3"/>
            <p:cNvSpPr/>
            <p:nvPr/>
          </p:nvSpPr>
          <p:spPr>
            <a:xfrm>
              <a:off x="3210594" y="10513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4"/>
            <p:cNvSpPr/>
            <p:nvPr/>
          </p:nvSpPr>
          <p:spPr>
            <a:xfrm>
              <a:off x="3630057" y="10431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5"/>
            <p:cNvSpPr/>
            <p:nvPr/>
          </p:nvSpPr>
          <p:spPr>
            <a:xfrm>
              <a:off x="3630057" y="10337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6"/>
            <p:cNvSpPr/>
            <p:nvPr/>
          </p:nvSpPr>
          <p:spPr>
            <a:xfrm>
              <a:off x="4719537" y="10177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7"/>
            <p:cNvSpPr/>
            <p:nvPr/>
          </p:nvSpPr>
          <p:spPr>
            <a:xfrm>
              <a:off x="3242968" y="10004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8"/>
            <p:cNvSpPr/>
            <p:nvPr/>
          </p:nvSpPr>
          <p:spPr>
            <a:xfrm>
              <a:off x="5320581" y="10237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9"/>
            <p:cNvSpPr/>
            <p:nvPr/>
          </p:nvSpPr>
          <p:spPr>
            <a:xfrm>
              <a:off x="3316163" y="10243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400"/>
            <p:cNvSpPr/>
            <p:nvPr/>
          </p:nvSpPr>
          <p:spPr>
            <a:xfrm>
              <a:off x="3266194" y="10158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1"/>
            <p:cNvSpPr/>
            <p:nvPr/>
          </p:nvSpPr>
          <p:spPr>
            <a:xfrm>
              <a:off x="3345019" y="10275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2"/>
            <p:cNvSpPr/>
            <p:nvPr/>
          </p:nvSpPr>
          <p:spPr>
            <a:xfrm>
              <a:off x="5162930" y="10337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3"/>
            <p:cNvSpPr/>
            <p:nvPr/>
          </p:nvSpPr>
          <p:spPr>
            <a:xfrm>
              <a:off x="5488084" y="10244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4"/>
            <p:cNvSpPr/>
            <p:nvPr/>
          </p:nvSpPr>
          <p:spPr>
            <a:xfrm>
              <a:off x="3316867" y="10160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5"/>
            <p:cNvSpPr/>
            <p:nvPr/>
          </p:nvSpPr>
          <p:spPr>
            <a:xfrm>
              <a:off x="3232411" y="10567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6"/>
            <p:cNvSpPr/>
            <p:nvPr/>
          </p:nvSpPr>
          <p:spPr>
            <a:xfrm>
              <a:off x="3254933" y="10543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7"/>
            <p:cNvSpPr/>
            <p:nvPr/>
          </p:nvSpPr>
          <p:spPr>
            <a:xfrm>
              <a:off x="3246487" y="10419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8"/>
            <p:cNvSpPr/>
            <p:nvPr/>
          </p:nvSpPr>
          <p:spPr>
            <a:xfrm>
              <a:off x="3383024" y="10582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9"/>
            <p:cNvSpPr/>
            <p:nvPr/>
          </p:nvSpPr>
          <p:spPr>
            <a:xfrm>
              <a:off x="3380913" y="10314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10"/>
            <p:cNvSpPr/>
            <p:nvPr/>
          </p:nvSpPr>
          <p:spPr>
            <a:xfrm>
              <a:off x="3461146" y="10532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1"/>
            <p:cNvSpPr/>
            <p:nvPr/>
          </p:nvSpPr>
          <p:spPr>
            <a:xfrm>
              <a:off x="3927764" y="10350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2"/>
            <p:cNvSpPr/>
            <p:nvPr/>
          </p:nvSpPr>
          <p:spPr>
            <a:xfrm>
              <a:off x="3969992" y="10357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3"/>
            <p:cNvSpPr/>
            <p:nvPr/>
          </p:nvSpPr>
          <p:spPr>
            <a:xfrm>
              <a:off x="3299976" y="10327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4"/>
            <p:cNvSpPr/>
            <p:nvPr/>
          </p:nvSpPr>
          <p:spPr>
            <a:xfrm>
              <a:off x="3271120" y="10361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5"/>
            <p:cNvSpPr/>
            <p:nvPr/>
          </p:nvSpPr>
          <p:spPr>
            <a:xfrm>
              <a:off x="4057967" y="10469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6"/>
            <p:cNvSpPr/>
            <p:nvPr/>
          </p:nvSpPr>
          <p:spPr>
            <a:xfrm>
              <a:off x="4330337" y="10402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7"/>
            <p:cNvSpPr/>
            <p:nvPr/>
          </p:nvSpPr>
          <p:spPr>
            <a:xfrm>
              <a:off x="4447167" y="10142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8"/>
            <p:cNvSpPr/>
            <p:nvPr/>
          </p:nvSpPr>
          <p:spPr>
            <a:xfrm>
              <a:off x="4561886" y="9989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9"/>
            <p:cNvSpPr/>
            <p:nvPr/>
          </p:nvSpPr>
          <p:spPr>
            <a:xfrm>
              <a:off x="4959532" y="100672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20"/>
            <p:cNvSpPr/>
            <p:nvPr/>
          </p:nvSpPr>
          <p:spPr>
            <a:xfrm>
              <a:off x="4959532" y="100672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1"/>
            <p:cNvSpPr/>
            <p:nvPr/>
          </p:nvSpPr>
          <p:spPr>
            <a:xfrm>
              <a:off x="4647046" y="10118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2"/>
            <p:cNvSpPr/>
            <p:nvPr/>
          </p:nvSpPr>
          <p:spPr>
            <a:xfrm>
              <a:off x="3943951" y="10489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3"/>
            <p:cNvSpPr/>
            <p:nvPr/>
          </p:nvSpPr>
          <p:spPr>
            <a:xfrm>
              <a:off x="3942544" y="10420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4"/>
            <p:cNvSpPr/>
            <p:nvPr/>
          </p:nvSpPr>
          <p:spPr>
            <a:xfrm>
              <a:off x="3984068" y="10571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5"/>
            <p:cNvSpPr/>
            <p:nvPr/>
          </p:nvSpPr>
          <p:spPr>
            <a:xfrm>
              <a:off x="3955916" y="104216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6"/>
            <p:cNvSpPr/>
            <p:nvPr/>
          </p:nvSpPr>
          <p:spPr>
            <a:xfrm>
              <a:off x="3947470" y="10415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7"/>
            <p:cNvSpPr/>
            <p:nvPr/>
          </p:nvSpPr>
          <p:spPr>
            <a:xfrm>
              <a:off x="3963658" y="10312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8"/>
            <p:cNvSpPr/>
            <p:nvPr/>
          </p:nvSpPr>
          <p:spPr>
            <a:xfrm>
              <a:off x="3945359" y="10310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9"/>
            <p:cNvSpPr/>
            <p:nvPr/>
          </p:nvSpPr>
          <p:spPr>
            <a:xfrm>
              <a:off x="4087526" y="10276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30"/>
            <p:cNvSpPr/>
            <p:nvPr/>
          </p:nvSpPr>
          <p:spPr>
            <a:xfrm>
              <a:off x="5970890" y="10099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1"/>
            <p:cNvSpPr/>
            <p:nvPr/>
          </p:nvSpPr>
          <p:spPr>
            <a:xfrm>
              <a:off x="5930774" y="10089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2"/>
            <p:cNvSpPr/>
            <p:nvPr/>
          </p:nvSpPr>
          <p:spPr>
            <a:xfrm>
              <a:off x="6265781" y="10060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3"/>
            <p:cNvSpPr/>
            <p:nvPr/>
          </p:nvSpPr>
          <p:spPr>
            <a:xfrm>
              <a:off x="3412584" y="10551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4"/>
            <p:cNvSpPr/>
            <p:nvPr/>
          </p:nvSpPr>
          <p:spPr>
            <a:xfrm>
              <a:off x="3458331" y="10204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5"/>
            <p:cNvSpPr/>
            <p:nvPr/>
          </p:nvSpPr>
          <p:spPr>
            <a:xfrm>
              <a:off x="3905242" y="10207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6"/>
            <p:cNvSpPr/>
            <p:nvPr/>
          </p:nvSpPr>
          <p:spPr>
            <a:xfrm>
              <a:off x="3275343" y="10248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7"/>
            <p:cNvSpPr/>
            <p:nvPr/>
          </p:nvSpPr>
          <p:spPr>
            <a:xfrm>
              <a:off x="3633576" y="10111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8"/>
            <p:cNvSpPr/>
            <p:nvPr/>
          </p:nvSpPr>
          <p:spPr>
            <a:xfrm>
              <a:off x="3968584" y="10437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9"/>
            <p:cNvSpPr/>
            <p:nvPr/>
          </p:nvSpPr>
          <p:spPr>
            <a:xfrm>
              <a:off x="4393678" y="10400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40"/>
            <p:cNvSpPr/>
            <p:nvPr/>
          </p:nvSpPr>
          <p:spPr>
            <a:xfrm>
              <a:off x="3285900" y="10444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1"/>
            <p:cNvSpPr/>
            <p:nvPr/>
          </p:nvSpPr>
          <p:spPr>
            <a:xfrm>
              <a:off x="3804599" y="10602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2"/>
            <p:cNvSpPr/>
            <p:nvPr/>
          </p:nvSpPr>
          <p:spPr>
            <a:xfrm>
              <a:off x="4082600" y="10592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3"/>
            <p:cNvSpPr/>
            <p:nvPr/>
          </p:nvSpPr>
          <p:spPr>
            <a:xfrm>
              <a:off x="4050929" y="10226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4"/>
            <p:cNvSpPr/>
            <p:nvPr/>
          </p:nvSpPr>
          <p:spPr>
            <a:xfrm>
              <a:off x="4290924" y="10220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5"/>
            <p:cNvSpPr/>
            <p:nvPr/>
          </p:nvSpPr>
          <p:spPr>
            <a:xfrm>
              <a:off x="4304296" y="10114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6"/>
            <p:cNvSpPr/>
            <p:nvPr/>
          </p:nvSpPr>
          <p:spPr>
            <a:xfrm>
              <a:off x="4304296" y="10469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7"/>
            <p:cNvSpPr/>
            <p:nvPr/>
          </p:nvSpPr>
          <p:spPr>
            <a:xfrm>
              <a:off x="3711698" y="10236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8"/>
            <p:cNvSpPr/>
            <p:nvPr/>
          </p:nvSpPr>
          <p:spPr>
            <a:xfrm>
              <a:off x="3827121" y="10195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9"/>
            <p:cNvSpPr/>
            <p:nvPr/>
          </p:nvSpPr>
          <p:spPr>
            <a:xfrm>
              <a:off x="3254229" y="10167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50"/>
            <p:cNvSpPr/>
            <p:nvPr/>
          </p:nvSpPr>
          <p:spPr>
            <a:xfrm>
              <a:off x="3251414" y="10219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1"/>
            <p:cNvSpPr/>
            <p:nvPr/>
          </p:nvSpPr>
          <p:spPr>
            <a:xfrm>
              <a:off x="3358391" y="9975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2"/>
            <p:cNvSpPr/>
            <p:nvPr/>
          </p:nvSpPr>
          <p:spPr>
            <a:xfrm>
              <a:off x="3240153" y="10275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3"/>
            <p:cNvSpPr/>
            <p:nvPr/>
          </p:nvSpPr>
          <p:spPr>
            <a:xfrm>
              <a:off x="3278158" y="10219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4"/>
            <p:cNvSpPr/>
            <p:nvPr/>
          </p:nvSpPr>
          <p:spPr>
            <a:xfrm>
              <a:off x="4182539" y="10193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5"/>
            <p:cNvSpPr/>
            <p:nvPr/>
          </p:nvSpPr>
          <p:spPr>
            <a:xfrm>
              <a:off x="4182539" y="10193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6"/>
            <p:cNvSpPr/>
            <p:nvPr/>
          </p:nvSpPr>
          <p:spPr>
            <a:xfrm>
              <a:off x="4206468" y="10174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7"/>
            <p:cNvSpPr/>
            <p:nvPr/>
          </p:nvSpPr>
          <p:spPr>
            <a:xfrm>
              <a:off x="4870150" y="10256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8"/>
            <p:cNvSpPr/>
            <p:nvPr/>
          </p:nvSpPr>
          <p:spPr>
            <a:xfrm>
              <a:off x="4927157" y="10226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9"/>
            <p:cNvSpPr/>
            <p:nvPr/>
          </p:nvSpPr>
          <p:spPr>
            <a:xfrm>
              <a:off x="5338879" y="10229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60"/>
            <p:cNvSpPr/>
            <p:nvPr/>
          </p:nvSpPr>
          <p:spPr>
            <a:xfrm>
              <a:off x="3335870" y="10252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1"/>
            <p:cNvSpPr/>
            <p:nvPr/>
          </p:nvSpPr>
          <p:spPr>
            <a:xfrm>
              <a:off x="3351353" y="10290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2"/>
            <p:cNvSpPr/>
            <p:nvPr/>
          </p:nvSpPr>
          <p:spPr>
            <a:xfrm>
              <a:off x="3342908" y="10256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3"/>
            <p:cNvSpPr/>
            <p:nvPr/>
          </p:nvSpPr>
          <p:spPr>
            <a:xfrm>
              <a:off x="3379505" y="10267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4"/>
            <p:cNvSpPr/>
            <p:nvPr/>
          </p:nvSpPr>
          <p:spPr>
            <a:xfrm>
              <a:off x="3367541" y="10286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5"/>
            <p:cNvSpPr/>
            <p:nvPr/>
          </p:nvSpPr>
          <p:spPr>
            <a:xfrm>
              <a:off x="3296457" y="10247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6"/>
            <p:cNvSpPr/>
            <p:nvPr/>
          </p:nvSpPr>
          <p:spPr>
            <a:xfrm>
              <a:off x="3372467" y="10505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7"/>
            <p:cNvSpPr/>
            <p:nvPr/>
          </p:nvSpPr>
          <p:spPr>
            <a:xfrm>
              <a:off x="3362614" y="10325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8"/>
            <p:cNvSpPr/>
            <p:nvPr/>
          </p:nvSpPr>
          <p:spPr>
            <a:xfrm>
              <a:off x="4549922" y="10132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9"/>
            <p:cNvSpPr/>
            <p:nvPr/>
          </p:nvSpPr>
          <p:spPr>
            <a:xfrm>
              <a:off x="3636392" y="10515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70"/>
            <p:cNvSpPr/>
            <p:nvPr/>
          </p:nvSpPr>
          <p:spPr>
            <a:xfrm>
              <a:off x="4014331" y="10089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1"/>
            <p:cNvSpPr/>
            <p:nvPr/>
          </p:nvSpPr>
          <p:spPr>
            <a:xfrm>
              <a:off x="4065005" y="1012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2"/>
            <p:cNvSpPr/>
            <p:nvPr/>
          </p:nvSpPr>
          <p:spPr>
            <a:xfrm>
              <a:off x="4061486" y="10045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3"/>
            <p:cNvSpPr/>
            <p:nvPr/>
          </p:nvSpPr>
          <p:spPr>
            <a:xfrm>
              <a:off x="3887647" y="10449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4"/>
            <p:cNvSpPr/>
            <p:nvPr/>
          </p:nvSpPr>
          <p:spPr>
            <a:xfrm>
              <a:off x="4005886" y="10351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5"/>
            <p:cNvSpPr/>
            <p:nvPr/>
          </p:nvSpPr>
          <p:spPr>
            <a:xfrm>
              <a:off x="4136792" y="10241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6"/>
            <p:cNvSpPr/>
            <p:nvPr/>
          </p:nvSpPr>
          <p:spPr>
            <a:xfrm>
              <a:off x="4009405" y="10243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7"/>
            <p:cNvSpPr/>
            <p:nvPr/>
          </p:nvSpPr>
          <p:spPr>
            <a:xfrm>
              <a:off x="4011516" y="10269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8"/>
            <p:cNvSpPr/>
            <p:nvPr/>
          </p:nvSpPr>
          <p:spPr>
            <a:xfrm>
              <a:off x="3973511" y="10202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9"/>
            <p:cNvSpPr/>
            <p:nvPr/>
          </p:nvSpPr>
          <p:spPr>
            <a:xfrm>
              <a:off x="4058670" y="10470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80"/>
            <p:cNvSpPr/>
            <p:nvPr/>
          </p:nvSpPr>
          <p:spPr>
            <a:xfrm>
              <a:off x="4891264" y="10192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1"/>
            <p:cNvSpPr/>
            <p:nvPr/>
          </p:nvSpPr>
          <p:spPr>
            <a:xfrm>
              <a:off x="4891264" y="10192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2"/>
            <p:cNvSpPr/>
            <p:nvPr/>
          </p:nvSpPr>
          <p:spPr>
            <a:xfrm>
              <a:off x="3276751" y="10438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3"/>
            <p:cNvSpPr/>
            <p:nvPr/>
          </p:nvSpPr>
          <p:spPr>
            <a:xfrm>
              <a:off x="3402027" y="10401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4"/>
            <p:cNvSpPr/>
            <p:nvPr/>
          </p:nvSpPr>
          <p:spPr>
            <a:xfrm>
              <a:off x="4366230" y="104804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5"/>
            <p:cNvSpPr/>
            <p:nvPr/>
          </p:nvSpPr>
          <p:spPr>
            <a:xfrm>
              <a:off x="3278862" y="10177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6"/>
            <p:cNvSpPr/>
            <p:nvPr/>
          </p:nvSpPr>
          <p:spPr>
            <a:xfrm>
              <a:off x="4761061" y="10187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7"/>
            <p:cNvSpPr/>
            <p:nvPr/>
          </p:nvSpPr>
          <p:spPr>
            <a:xfrm>
              <a:off x="4626636" y="10242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8"/>
            <p:cNvSpPr/>
            <p:nvPr/>
          </p:nvSpPr>
          <p:spPr>
            <a:xfrm>
              <a:off x="5019355" y="10234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9"/>
            <p:cNvSpPr/>
            <p:nvPr/>
          </p:nvSpPr>
          <p:spPr>
            <a:xfrm>
              <a:off x="5019355" y="10234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90"/>
            <p:cNvSpPr/>
            <p:nvPr/>
          </p:nvSpPr>
          <p:spPr>
            <a:xfrm>
              <a:off x="4786398" y="10333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1"/>
            <p:cNvSpPr/>
            <p:nvPr/>
          </p:nvSpPr>
          <p:spPr>
            <a:xfrm>
              <a:off x="3278862" y="10254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2"/>
            <p:cNvSpPr/>
            <p:nvPr/>
          </p:nvSpPr>
          <p:spPr>
            <a:xfrm>
              <a:off x="3474518" y="10229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3"/>
            <p:cNvSpPr/>
            <p:nvPr/>
          </p:nvSpPr>
          <p:spPr>
            <a:xfrm>
              <a:off x="3563900" y="9972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4"/>
            <p:cNvSpPr/>
            <p:nvPr/>
          </p:nvSpPr>
          <p:spPr>
            <a:xfrm>
              <a:off x="3590645" y="10092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5"/>
            <p:cNvSpPr/>
            <p:nvPr/>
          </p:nvSpPr>
          <p:spPr>
            <a:xfrm>
              <a:off x="3600498" y="10400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6"/>
            <p:cNvSpPr/>
            <p:nvPr/>
          </p:nvSpPr>
          <p:spPr>
            <a:xfrm>
              <a:off x="4087526" y="10274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7"/>
            <p:cNvSpPr/>
            <p:nvPr/>
          </p:nvSpPr>
          <p:spPr>
            <a:xfrm>
              <a:off x="3295049" y="10431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8"/>
            <p:cNvSpPr/>
            <p:nvPr/>
          </p:nvSpPr>
          <p:spPr>
            <a:xfrm>
              <a:off x="3295049" y="10431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9"/>
            <p:cNvSpPr/>
            <p:nvPr/>
          </p:nvSpPr>
          <p:spPr>
            <a:xfrm>
              <a:off x="3285196" y="10228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500"/>
            <p:cNvSpPr/>
            <p:nvPr/>
          </p:nvSpPr>
          <p:spPr>
            <a:xfrm>
              <a:off x="3968584" y="10313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1"/>
            <p:cNvSpPr/>
            <p:nvPr/>
          </p:nvSpPr>
          <p:spPr>
            <a:xfrm>
              <a:off x="3338685" y="10272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2"/>
            <p:cNvSpPr/>
            <p:nvPr/>
          </p:nvSpPr>
          <p:spPr>
            <a:xfrm>
              <a:off x="3356280" y="10285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3"/>
            <p:cNvSpPr/>
            <p:nvPr/>
          </p:nvSpPr>
          <p:spPr>
            <a:xfrm>
              <a:off x="3449181" y="105483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4"/>
            <p:cNvSpPr/>
            <p:nvPr/>
          </p:nvSpPr>
          <p:spPr>
            <a:xfrm>
              <a:off x="4249400" y="10484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5"/>
            <p:cNvSpPr/>
            <p:nvPr/>
          </p:nvSpPr>
          <p:spPr>
            <a:xfrm>
              <a:off x="4150164" y="10236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6"/>
            <p:cNvSpPr/>
            <p:nvPr/>
          </p:nvSpPr>
          <p:spPr>
            <a:xfrm>
              <a:off x="4141719" y="10260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7"/>
            <p:cNvSpPr/>
            <p:nvPr/>
          </p:nvSpPr>
          <p:spPr>
            <a:xfrm>
              <a:off x="3947470" y="10367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8"/>
            <p:cNvSpPr/>
            <p:nvPr/>
          </p:nvSpPr>
          <p:spPr>
            <a:xfrm>
              <a:off x="4770210" y="9961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9"/>
            <p:cNvSpPr/>
            <p:nvPr/>
          </p:nvSpPr>
          <p:spPr>
            <a:xfrm>
              <a:off x="4839886" y="9892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10"/>
            <p:cNvSpPr/>
            <p:nvPr/>
          </p:nvSpPr>
          <p:spPr>
            <a:xfrm>
              <a:off x="5880100" y="10203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1"/>
            <p:cNvSpPr/>
            <p:nvPr/>
          </p:nvSpPr>
          <p:spPr>
            <a:xfrm>
              <a:off x="5600692" y="10227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2"/>
            <p:cNvSpPr/>
            <p:nvPr/>
          </p:nvSpPr>
          <p:spPr>
            <a:xfrm>
              <a:off x="5785791" y="10244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3"/>
            <p:cNvSpPr/>
            <p:nvPr/>
          </p:nvSpPr>
          <p:spPr>
            <a:xfrm>
              <a:off x="6210181" y="1018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4"/>
            <p:cNvSpPr/>
            <p:nvPr/>
          </p:nvSpPr>
          <p:spPr>
            <a:xfrm>
              <a:off x="6210181" y="1018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5"/>
            <p:cNvSpPr/>
            <p:nvPr/>
          </p:nvSpPr>
          <p:spPr>
            <a:xfrm>
              <a:off x="3306310" y="10396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6"/>
            <p:cNvSpPr/>
            <p:nvPr/>
          </p:nvSpPr>
          <p:spPr>
            <a:xfrm>
              <a:off x="3340093" y="10213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7"/>
            <p:cNvSpPr/>
            <p:nvPr/>
          </p:nvSpPr>
          <p:spPr>
            <a:xfrm>
              <a:off x="3333055" y="102706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8"/>
            <p:cNvSpPr/>
            <p:nvPr/>
          </p:nvSpPr>
          <p:spPr>
            <a:xfrm>
              <a:off x="3379505" y="103673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9"/>
            <p:cNvSpPr/>
            <p:nvPr/>
          </p:nvSpPr>
          <p:spPr>
            <a:xfrm>
              <a:off x="3716625" y="10463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20"/>
            <p:cNvSpPr/>
            <p:nvPr/>
          </p:nvSpPr>
          <p:spPr>
            <a:xfrm>
              <a:off x="3716625" y="10616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1"/>
            <p:cNvSpPr/>
            <p:nvPr/>
          </p:nvSpPr>
          <p:spPr>
            <a:xfrm>
              <a:off x="3328128" y="100745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2"/>
            <p:cNvSpPr/>
            <p:nvPr/>
          </p:nvSpPr>
          <p:spPr>
            <a:xfrm>
              <a:off x="3370356" y="10417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3"/>
            <p:cNvSpPr/>
            <p:nvPr/>
          </p:nvSpPr>
          <p:spPr>
            <a:xfrm>
              <a:off x="3874979" y="10404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4"/>
            <p:cNvSpPr/>
            <p:nvPr/>
          </p:nvSpPr>
          <p:spPr>
            <a:xfrm>
              <a:off x="4209987" y="10318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5"/>
            <p:cNvSpPr/>
            <p:nvPr/>
          </p:nvSpPr>
          <p:spPr>
            <a:xfrm>
              <a:off x="4278959" y="10359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6"/>
            <p:cNvSpPr/>
            <p:nvPr/>
          </p:nvSpPr>
          <p:spPr>
            <a:xfrm>
              <a:off x="3696214" y="10267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7"/>
            <p:cNvSpPr/>
            <p:nvPr/>
          </p:nvSpPr>
          <p:spPr>
            <a:xfrm>
              <a:off x="3248599" y="10664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8"/>
            <p:cNvSpPr/>
            <p:nvPr/>
          </p:nvSpPr>
          <p:spPr>
            <a:xfrm>
              <a:off x="3273232" y="10596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9"/>
            <p:cNvSpPr/>
            <p:nvPr/>
          </p:nvSpPr>
          <p:spPr>
            <a:xfrm>
              <a:off x="3273936" y="10470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30"/>
            <p:cNvSpPr/>
            <p:nvPr/>
          </p:nvSpPr>
          <p:spPr>
            <a:xfrm>
              <a:off x="4830033" y="10246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1"/>
            <p:cNvSpPr/>
            <p:nvPr/>
          </p:nvSpPr>
          <p:spPr>
            <a:xfrm>
              <a:off x="3202852" y="10233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2"/>
            <p:cNvSpPr/>
            <p:nvPr/>
          </p:nvSpPr>
          <p:spPr>
            <a:xfrm>
              <a:off x="3228892" y="10218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3"/>
            <p:cNvSpPr/>
            <p:nvPr/>
          </p:nvSpPr>
          <p:spPr>
            <a:xfrm>
              <a:off x="3297865" y="10371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4"/>
            <p:cNvSpPr/>
            <p:nvPr/>
          </p:nvSpPr>
          <p:spPr>
            <a:xfrm>
              <a:off x="4964459" y="10319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5"/>
            <p:cNvSpPr/>
            <p:nvPr/>
          </p:nvSpPr>
          <p:spPr>
            <a:xfrm>
              <a:off x="5238940" y="10282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6"/>
            <p:cNvSpPr/>
            <p:nvPr/>
          </p:nvSpPr>
          <p:spPr>
            <a:xfrm>
              <a:off x="5109441" y="10255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7"/>
            <p:cNvSpPr/>
            <p:nvPr/>
          </p:nvSpPr>
          <p:spPr>
            <a:xfrm>
              <a:off x="3917207" y="10372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8"/>
            <p:cNvSpPr/>
            <p:nvPr/>
          </p:nvSpPr>
          <p:spPr>
            <a:xfrm>
              <a:off x="5516940" y="10124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9"/>
            <p:cNvSpPr/>
            <p:nvPr/>
          </p:nvSpPr>
          <p:spPr>
            <a:xfrm>
              <a:off x="5839280" y="10182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40"/>
            <p:cNvSpPr/>
            <p:nvPr/>
          </p:nvSpPr>
          <p:spPr>
            <a:xfrm>
              <a:off x="5839280" y="10182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1"/>
            <p:cNvSpPr/>
            <p:nvPr/>
          </p:nvSpPr>
          <p:spPr>
            <a:xfrm>
              <a:off x="3316163" y="10400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2"/>
            <p:cNvSpPr/>
            <p:nvPr/>
          </p:nvSpPr>
          <p:spPr>
            <a:xfrm>
              <a:off x="3332351" y="10298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3"/>
            <p:cNvSpPr/>
            <p:nvPr/>
          </p:nvSpPr>
          <p:spPr>
            <a:xfrm>
              <a:off x="5072140" y="10039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4"/>
            <p:cNvSpPr/>
            <p:nvPr/>
          </p:nvSpPr>
          <p:spPr>
            <a:xfrm>
              <a:off x="3879906" y="10499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5"/>
            <p:cNvSpPr/>
            <p:nvPr/>
          </p:nvSpPr>
          <p:spPr>
            <a:xfrm>
              <a:off x="3523784" y="10459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6"/>
            <p:cNvSpPr/>
            <p:nvPr/>
          </p:nvSpPr>
          <p:spPr>
            <a:xfrm>
              <a:off x="3901723" y="10267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7"/>
            <p:cNvSpPr/>
            <p:nvPr/>
          </p:nvSpPr>
          <p:spPr>
            <a:xfrm>
              <a:off x="3819379" y="10302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8"/>
            <p:cNvSpPr/>
            <p:nvPr/>
          </p:nvSpPr>
          <p:spPr>
            <a:xfrm>
              <a:off x="3419622" y="9949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9"/>
            <p:cNvSpPr/>
            <p:nvPr/>
          </p:nvSpPr>
          <p:spPr>
            <a:xfrm>
              <a:off x="3394285" y="10391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50"/>
            <p:cNvSpPr/>
            <p:nvPr/>
          </p:nvSpPr>
          <p:spPr>
            <a:xfrm>
              <a:off x="3340093" y="10194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1"/>
            <p:cNvSpPr/>
            <p:nvPr/>
          </p:nvSpPr>
          <p:spPr>
            <a:xfrm>
              <a:off x="3320386" y="9959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2"/>
            <p:cNvSpPr/>
            <p:nvPr/>
          </p:nvSpPr>
          <p:spPr>
            <a:xfrm>
              <a:off x="3258452" y="10365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3"/>
            <p:cNvSpPr/>
            <p:nvPr/>
          </p:nvSpPr>
          <p:spPr>
            <a:xfrm>
              <a:off x="3233115" y="10272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4"/>
            <p:cNvSpPr/>
            <p:nvPr/>
          </p:nvSpPr>
          <p:spPr>
            <a:xfrm>
              <a:off x="3239449" y="10340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5"/>
            <p:cNvSpPr/>
            <p:nvPr/>
          </p:nvSpPr>
          <p:spPr>
            <a:xfrm>
              <a:off x="4861704" y="10169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6"/>
            <p:cNvSpPr/>
            <p:nvPr/>
          </p:nvSpPr>
          <p:spPr>
            <a:xfrm>
              <a:off x="4735724" y="10103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7"/>
            <p:cNvSpPr/>
            <p:nvPr/>
          </p:nvSpPr>
          <p:spPr>
            <a:xfrm>
              <a:off x="4735724" y="10103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8"/>
            <p:cNvSpPr/>
            <p:nvPr/>
          </p:nvSpPr>
          <p:spPr>
            <a:xfrm>
              <a:off x="4762469" y="10018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9"/>
            <p:cNvSpPr/>
            <p:nvPr/>
          </p:nvSpPr>
          <p:spPr>
            <a:xfrm>
              <a:off x="5181228" y="10078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60"/>
            <p:cNvSpPr/>
            <p:nvPr/>
          </p:nvSpPr>
          <p:spPr>
            <a:xfrm>
              <a:off x="3634280" y="10120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1"/>
            <p:cNvSpPr/>
            <p:nvPr/>
          </p:nvSpPr>
          <p:spPr>
            <a:xfrm>
              <a:off x="4190281" y="10342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2"/>
            <p:cNvSpPr/>
            <p:nvPr/>
          </p:nvSpPr>
          <p:spPr>
            <a:xfrm>
              <a:off x="4585815" y="10128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3"/>
            <p:cNvSpPr/>
            <p:nvPr/>
          </p:nvSpPr>
          <p:spPr>
            <a:xfrm>
              <a:off x="3330943" y="10295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4"/>
            <p:cNvSpPr/>
            <p:nvPr/>
          </p:nvSpPr>
          <p:spPr>
            <a:xfrm>
              <a:off x="3886240" y="10529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5"/>
            <p:cNvSpPr/>
            <p:nvPr/>
          </p:nvSpPr>
          <p:spPr>
            <a:xfrm>
              <a:off x="3896093" y="10440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6"/>
            <p:cNvSpPr/>
            <p:nvPr/>
          </p:nvSpPr>
          <p:spPr>
            <a:xfrm>
              <a:off x="4093860" y="10381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7"/>
            <p:cNvSpPr/>
            <p:nvPr/>
          </p:nvSpPr>
          <p:spPr>
            <a:xfrm>
              <a:off x="3324609" y="10324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8"/>
            <p:cNvSpPr/>
            <p:nvPr/>
          </p:nvSpPr>
          <p:spPr>
            <a:xfrm>
              <a:off x="3421029" y="10491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9"/>
            <p:cNvSpPr/>
            <p:nvPr/>
          </p:nvSpPr>
          <p:spPr>
            <a:xfrm>
              <a:off x="3397100" y="10036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70"/>
            <p:cNvSpPr/>
            <p:nvPr/>
          </p:nvSpPr>
          <p:spPr>
            <a:xfrm>
              <a:off x="3433698" y="10440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1"/>
            <p:cNvSpPr/>
            <p:nvPr/>
          </p:nvSpPr>
          <p:spPr>
            <a:xfrm>
              <a:off x="5367031" y="10343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2"/>
            <p:cNvSpPr/>
            <p:nvPr/>
          </p:nvSpPr>
          <p:spPr>
            <a:xfrm>
              <a:off x="5352251" y="10372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3"/>
            <p:cNvSpPr/>
            <p:nvPr/>
          </p:nvSpPr>
          <p:spPr>
            <a:xfrm>
              <a:off x="5148150" y="10383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4"/>
            <p:cNvSpPr/>
            <p:nvPr/>
          </p:nvSpPr>
          <p:spPr>
            <a:xfrm>
              <a:off x="3324609" y="10242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5"/>
            <p:cNvSpPr/>
            <p:nvPr/>
          </p:nvSpPr>
          <p:spPr>
            <a:xfrm>
              <a:off x="3375282" y="10198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6"/>
            <p:cNvSpPr/>
            <p:nvPr/>
          </p:nvSpPr>
          <p:spPr>
            <a:xfrm>
              <a:off x="3556159" y="10529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7"/>
            <p:cNvSpPr/>
            <p:nvPr/>
          </p:nvSpPr>
          <p:spPr>
            <a:xfrm>
              <a:off x="5821685" y="10214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8"/>
            <p:cNvSpPr/>
            <p:nvPr/>
          </p:nvSpPr>
          <p:spPr>
            <a:xfrm>
              <a:off x="5077066" y="10279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9"/>
            <p:cNvSpPr/>
            <p:nvPr/>
          </p:nvSpPr>
          <p:spPr>
            <a:xfrm>
              <a:off x="3247191" y="9995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80"/>
            <p:cNvSpPr/>
            <p:nvPr/>
          </p:nvSpPr>
          <p:spPr>
            <a:xfrm>
              <a:off x="3426660" y="9970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1"/>
            <p:cNvSpPr/>
            <p:nvPr/>
          </p:nvSpPr>
          <p:spPr>
            <a:xfrm>
              <a:off x="3903131" y="10367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2"/>
            <p:cNvSpPr/>
            <p:nvPr/>
          </p:nvSpPr>
          <p:spPr>
            <a:xfrm>
              <a:off x="3273936" y="10338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3"/>
            <p:cNvSpPr/>
            <p:nvPr/>
          </p:nvSpPr>
          <p:spPr>
            <a:xfrm>
              <a:off x="3276751" y="10202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4"/>
            <p:cNvSpPr/>
            <p:nvPr/>
          </p:nvSpPr>
          <p:spPr>
            <a:xfrm>
              <a:off x="3280270" y="10261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5"/>
            <p:cNvSpPr/>
            <p:nvPr/>
          </p:nvSpPr>
          <p:spPr>
            <a:xfrm>
              <a:off x="3328128" y="10318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6"/>
            <p:cNvSpPr/>
            <p:nvPr/>
          </p:nvSpPr>
          <p:spPr>
            <a:xfrm>
              <a:off x="3291530" y="10145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7"/>
            <p:cNvSpPr/>
            <p:nvPr/>
          </p:nvSpPr>
          <p:spPr>
            <a:xfrm>
              <a:off x="3328832" y="10116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8"/>
            <p:cNvSpPr/>
            <p:nvPr/>
          </p:nvSpPr>
          <p:spPr>
            <a:xfrm>
              <a:off x="3289419" y="10234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9"/>
            <p:cNvSpPr/>
            <p:nvPr/>
          </p:nvSpPr>
          <p:spPr>
            <a:xfrm>
              <a:off x="3264786" y="10257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90"/>
            <p:cNvSpPr/>
            <p:nvPr/>
          </p:nvSpPr>
          <p:spPr>
            <a:xfrm>
              <a:off x="3257748" y="10115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1"/>
            <p:cNvSpPr/>
            <p:nvPr/>
          </p:nvSpPr>
          <p:spPr>
            <a:xfrm>
              <a:off x="3328832" y="10399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2"/>
            <p:cNvSpPr/>
            <p:nvPr/>
          </p:nvSpPr>
          <p:spPr>
            <a:xfrm>
              <a:off x="3474518" y="10229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3"/>
            <p:cNvSpPr/>
            <p:nvPr/>
          </p:nvSpPr>
          <p:spPr>
            <a:xfrm>
              <a:off x="3312644" y="10507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4"/>
            <p:cNvSpPr/>
            <p:nvPr/>
          </p:nvSpPr>
          <p:spPr>
            <a:xfrm>
              <a:off x="6618384" y="10299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5"/>
            <p:cNvSpPr/>
            <p:nvPr/>
          </p:nvSpPr>
          <p:spPr>
            <a:xfrm>
              <a:off x="3777151" y="10141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6"/>
            <p:cNvSpPr/>
            <p:nvPr/>
          </p:nvSpPr>
          <p:spPr>
            <a:xfrm>
              <a:off x="3941136" y="10439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7"/>
            <p:cNvSpPr/>
            <p:nvPr/>
          </p:nvSpPr>
          <p:spPr>
            <a:xfrm>
              <a:off x="4180428" y="10431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8"/>
            <p:cNvSpPr/>
            <p:nvPr/>
          </p:nvSpPr>
          <p:spPr>
            <a:xfrm>
              <a:off x="3316867" y="10295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9"/>
            <p:cNvSpPr/>
            <p:nvPr/>
          </p:nvSpPr>
          <p:spPr>
            <a:xfrm>
              <a:off x="3293642" y="10360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600"/>
            <p:cNvSpPr/>
            <p:nvPr/>
          </p:nvSpPr>
          <p:spPr>
            <a:xfrm>
              <a:off x="3326017" y="10219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1"/>
            <p:cNvSpPr/>
            <p:nvPr/>
          </p:nvSpPr>
          <p:spPr>
            <a:xfrm>
              <a:off x="3347131" y="10247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2"/>
            <p:cNvSpPr/>
            <p:nvPr/>
          </p:nvSpPr>
          <p:spPr>
            <a:xfrm>
              <a:off x="3340796" y="10540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3"/>
            <p:cNvSpPr/>
            <p:nvPr/>
          </p:nvSpPr>
          <p:spPr>
            <a:xfrm>
              <a:off x="3375282" y="10721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4"/>
            <p:cNvSpPr/>
            <p:nvPr/>
          </p:nvSpPr>
          <p:spPr>
            <a:xfrm>
              <a:off x="3376690" y="10556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5"/>
            <p:cNvSpPr/>
            <p:nvPr/>
          </p:nvSpPr>
          <p:spPr>
            <a:xfrm>
              <a:off x="3261267" y="10550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6"/>
            <p:cNvSpPr/>
            <p:nvPr/>
          </p:nvSpPr>
          <p:spPr>
            <a:xfrm>
              <a:off x="4846221" y="10249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7"/>
            <p:cNvSpPr/>
            <p:nvPr/>
          </p:nvSpPr>
          <p:spPr>
            <a:xfrm>
              <a:off x="5838576" y="10193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8"/>
            <p:cNvSpPr/>
            <p:nvPr/>
          </p:nvSpPr>
          <p:spPr>
            <a:xfrm>
              <a:off x="3195110" y="10238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9"/>
            <p:cNvSpPr/>
            <p:nvPr/>
          </p:nvSpPr>
          <p:spPr>
            <a:xfrm>
              <a:off x="3334462" y="10170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10"/>
            <p:cNvSpPr/>
            <p:nvPr/>
          </p:nvSpPr>
          <p:spPr>
            <a:xfrm>
              <a:off x="3359095" y="10004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1"/>
            <p:cNvSpPr/>
            <p:nvPr/>
          </p:nvSpPr>
          <p:spPr>
            <a:xfrm>
              <a:off x="3264786" y="10126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2"/>
            <p:cNvSpPr/>
            <p:nvPr/>
          </p:nvSpPr>
          <p:spPr>
            <a:xfrm>
              <a:off x="3285196" y="10049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3"/>
            <p:cNvSpPr/>
            <p:nvPr/>
          </p:nvSpPr>
          <p:spPr>
            <a:xfrm>
              <a:off x="3375282" y="10121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4"/>
            <p:cNvSpPr/>
            <p:nvPr/>
          </p:nvSpPr>
          <p:spPr>
            <a:xfrm>
              <a:off x="3309125" y="10127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5"/>
            <p:cNvSpPr/>
            <p:nvPr/>
          </p:nvSpPr>
          <p:spPr>
            <a:xfrm>
              <a:off x="3736331" y="10318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6"/>
            <p:cNvSpPr/>
            <p:nvPr/>
          </p:nvSpPr>
          <p:spPr>
            <a:xfrm>
              <a:off x="4536549" y="10195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7"/>
            <p:cNvSpPr/>
            <p:nvPr/>
          </p:nvSpPr>
          <p:spPr>
            <a:xfrm>
              <a:off x="4875076" y="10218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8"/>
            <p:cNvSpPr/>
            <p:nvPr/>
          </p:nvSpPr>
          <p:spPr>
            <a:xfrm>
              <a:off x="3262675" y="10126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3367405" y="912123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2964176" y="1034471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621" name="pg4621"/>
            <p:cNvSpPr/>
            <p:nvPr/>
          </p:nvSpPr>
          <p:spPr>
            <a:xfrm>
              <a:off x="2964176" y="9121238"/>
              <a:ext cx="639613" cy="277422"/>
            </a:xfrm>
            <a:custGeom>
              <a:avLst/>
              <a:pathLst>
                <a:path w="639613" h="277422">
                  <a:moveTo>
                    <a:pt x="0" y="277422"/>
                  </a:moveTo>
                  <a:lnTo>
                    <a:pt x="614377" y="277422"/>
                  </a:lnTo>
                  <a:lnTo>
                    <a:pt x="613360" y="277402"/>
                  </a:lnTo>
                  <a:lnTo>
                    <a:pt x="617418" y="277238"/>
                  </a:lnTo>
                  <a:lnTo>
                    <a:pt x="621398" y="276426"/>
                  </a:lnTo>
                  <a:lnTo>
                    <a:pt x="625195" y="274985"/>
                  </a:lnTo>
                  <a:lnTo>
                    <a:pt x="628713" y="272955"/>
                  </a:lnTo>
                  <a:lnTo>
                    <a:pt x="631859" y="270386"/>
                  </a:lnTo>
                  <a:lnTo>
                    <a:pt x="634552" y="267346"/>
                  </a:lnTo>
                  <a:lnTo>
                    <a:pt x="636723" y="263913"/>
                  </a:lnTo>
                  <a:lnTo>
                    <a:pt x="638314" y="260177"/>
                  </a:lnTo>
                  <a:lnTo>
                    <a:pt x="639286" y="256234"/>
                  </a:lnTo>
                  <a:lnTo>
                    <a:pt x="639613" y="25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tx4622"/>
            <p:cNvSpPr/>
            <p:nvPr/>
          </p:nvSpPr>
          <p:spPr>
            <a:xfrm>
              <a:off x="2689014" y="9052702"/>
              <a:ext cx="872713" cy="10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4623" name="tx4623"/>
            <p:cNvSpPr/>
            <p:nvPr/>
          </p:nvSpPr>
          <p:spPr>
            <a:xfrm>
              <a:off x="2797933" y="9225021"/>
              <a:ext cx="763795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106 (19.6%)</a:t>
              </a:r>
            </a:p>
          </p:txBody>
        </p:sp>
        <p:sp>
          <p:nvSpPr>
            <p:cNvPr id="4624" name="pg4624"/>
            <p:cNvSpPr/>
            <p:nvPr/>
          </p:nvSpPr>
          <p:spPr>
            <a:xfrm>
              <a:off x="2964176" y="10696968"/>
              <a:ext cx="639613" cy="277422"/>
            </a:xfrm>
            <a:custGeom>
              <a:avLst/>
              <a:pathLst>
                <a:path w="639613" h="277422">
                  <a:moveTo>
                    <a:pt x="639613" y="277422"/>
                  </a:moveTo>
                  <a:lnTo>
                    <a:pt x="639613" y="25236"/>
                  </a:lnTo>
                  <a:lnTo>
                    <a:pt x="639286" y="21188"/>
                  </a:lnTo>
                  <a:lnTo>
                    <a:pt x="638314" y="17245"/>
                  </a:lnTo>
                  <a:lnTo>
                    <a:pt x="636723" y="13508"/>
                  </a:lnTo>
                  <a:lnTo>
                    <a:pt x="634552" y="10075"/>
                  </a:lnTo>
                  <a:lnTo>
                    <a:pt x="631859" y="7035"/>
                  </a:lnTo>
                  <a:lnTo>
                    <a:pt x="628713" y="4467"/>
                  </a:lnTo>
                  <a:lnTo>
                    <a:pt x="625195" y="2436"/>
                  </a:lnTo>
                  <a:lnTo>
                    <a:pt x="621398" y="996"/>
                  </a:lnTo>
                  <a:lnTo>
                    <a:pt x="617418" y="184"/>
                  </a:lnTo>
                  <a:lnTo>
                    <a:pt x="614377" y="0"/>
                  </a:lnTo>
                  <a:lnTo>
                    <a:pt x="0" y="0"/>
                  </a:lnTo>
                  <a:lnTo>
                    <a:pt x="0" y="277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tx4625"/>
            <p:cNvSpPr/>
            <p:nvPr/>
          </p:nvSpPr>
          <p:spPr>
            <a:xfrm>
              <a:off x="2681142" y="10709524"/>
              <a:ext cx="880586" cy="129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4626" name="tx4626"/>
            <p:cNvSpPr/>
            <p:nvPr/>
          </p:nvSpPr>
          <p:spPr>
            <a:xfrm>
              <a:off x="2797933" y="10909706"/>
              <a:ext cx="763795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170 (31.5%)</a:t>
              </a:r>
            </a:p>
          </p:txBody>
        </p:sp>
        <p:sp>
          <p:nvSpPr>
            <p:cNvPr id="4627" name="pg4627"/>
            <p:cNvSpPr/>
            <p:nvPr/>
          </p:nvSpPr>
          <p:spPr>
            <a:xfrm>
              <a:off x="4007590" y="9121238"/>
              <a:ext cx="902274" cy="277422"/>
            </a:xfrm>
            <a:custGeom>
              <a:avLst/>
              <a:pathLst>
                <a:path w="902274" h="277422">
                  <a:moveTo>
                    <a:pt x="25236" y="277422"/>
                  </a:moveTo>
                  <a:lnTo>
                    <a:pt x="877037" y="277422"/>
                  </a:lnTo>
                  <a:lnTo>
                    <a:pt x="876021" y="277402"/>
                  </a:lnTo>
                  <a:lnTo>
                    <a:pt x="880079" y="277238"/>
                  </a:lnTo>
                  <a:lnTo>
                    <a:pt x="884059" y="276426"/>
                  </a:lnTo>
                  <a:lnTo>
                    <a:pt x="887856" y="274985"/>
                  </a:lnTo>
                  <a:lnTo>
                    <a:pt x="891373" y="272955"/>
                  </a:lnTo>
                  <a:lnTo>
                    <a:pt x="894519" y="270386"/>
                  </a:lnTo>
                  <a:lnTo>
                    <a:pt x="897213" y="267346"/>
                  </a:lnTo>
                  <a:lnTo>
                    <a:pt x="899383" y="263913"/>
                  </a:lnTo>
                  <a:lnTo>
                    <a:pt x="900975" y="260177"/>
                  </a:lnTo>
                  <a:lnTo>
                    <a:pt x="901947" y="256234"/>
                  </a:lnTo>
                  <a:lnTo>
                    <a:pt x="902274" y="252185"/>
                  </a:lnTo>
                  <a:lnTo>
                    <a:pt x="902274" y="0"/>
                  </a:lnTo>
                  <a:lnTo>
                    <a:pt x="0" y="0"/>
                  </a:lnTo>
                  <a:lnTo>
                    <a:pt x="0" y="252185"/>
                  </a:lnTo>
                  <a:lnTo>
                    <a:pt x="81" y="250155"/>
                  </a:lnTo>
                  <a:lnTo>
                    <a:pt x="81" y="254216"/>
                  </a:lnTo>
                  <a:lnTo>
                    <a:pt x="733" y="258225"/>
                  </a:lnTo>
                  <a:lnTo>
                    <a:pt x="2019" y="262077"/>
                  </a:lnTo>
                  <a:lnTo>
                    <a:pt x="3906" y="265673"/>
                  </a:lnTo>
                  <a:lnTo>
                    <a:pt x="6346" y="268920"/>
                  </a:lnTo>
                  <a:lnTo>
                    <a:pt x="9275" y="271734"/>
                  </a:lnTo>
                  <a:lnTo>
                    <a:pt x="12618" y="274041"/>
                  </a:lnTo>
                  <a:lnTo>
                    <a:pt x="16287" y="275782"/>
                  </a:lnTo>
                  <a:lnTo>
                    <a:pt x="20188" y="276912"/>
                  </a:lnTo>
                  <a:lnTo>
                    <a:pt x="24220" y="277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tx4628"/>
            <p:cNvSpPr/>
            <p:nvPr/>
          </p:nvSpPr>
          <p:spPr>
            <a:xfrm>
              <a:off x="4049651" y="9052702"/>
              <a:ext cx="818152" cy="10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4629" name="tx4629"/>
            <p:cNvSpPr/>
            <p:nvPr/>
          </p:nvSpPr>
          <p:spPr>
            <a:xfrm>
              <a:off x="4104008" y="9225021"/>
              <a:ext cx="763795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149 (27.6%)</a:t>
              </a:r>
            </a:p>
          </p:txBody>
        </p:sp>
        <p:sp>
          <p:nvSpPr>
            <p:cNvPr id="4630" name="pg4630"/>
            <p:cNvSpPr/>
            <p:nvPr/>
          </p:nvSpPr>
          <p:spPr>
            <a:xfrm>
              <a:off x="3890594" y="10696968"/>
              <a:ext cx="1019270" cy="277422"/>
            </a:xfrm>
            <a:custGeom>
              <a:avLst/>
              <a:pathLst>
                <a:path w="1019270" h="277422">
                  <a:moveTo>
                    <a:pt x="1019270" y="277422"/>
                  </a:moveTo>
                  <a:lnTo>
                    <a:pt x="1019270" y="25236"/>
                  </a:lnTo>
                  <a:lnTo>
                    <a:pt x="1018943" y="21188"/>
                  </a:lnTo>
                  <a:lnTo>
                    <a:pt x="1017971" y="17245"/>
                  </a:lnTo>
                  <a:lnTo>
                    <a:pt x="1016379" y="13508"/>
                  </a:lnTo>
                  <a:lnTo>
                    <a:pt x="1014209" y="10075"/>
                  </a:lnTo>
                  <a:lnTo>
                    <a:pt x="1011516" y="7035"/>
                  </a:lnTo>
                  <a:lnTo>
                    <a:pt x="1008370" y="4467"/>
                  </a:lnTo>
                  <a:lnTo>
                    <a:pt x="1004852" y="2436"/>
                  </a:lnTo>
                  <a:lnTo>
                    <a:pt x="1001055" y="996"/>
                  </a:lnTo>
                  <a:lnTo>
                    <a:pt x="997075" y="184"/>
                  </a:lnTo>
                  <a:lnTo>
                    <a:pt x="994033" y="0"/>
                  </a:lnTo>
                  <a:lnTo>
                    <a:pt x="25236" y="0"/>
                  </a:lnTo>
                  <a:lnTo>
                    <a:pt x="28278" y="184"/>
                  </a:lnTo>
                  <a:lnTo>
                    <a:pt x="24220" y="20"/>
                  </a:lnTo>
                  <a:lnTo>
                    <a:pt x="20188" y="510"/>
                  </a:lnTo>
                  <a:lnTo>
                    <a:pt x="16287" y="1639"/>
                  </a:lnTo>
                  <a:lnTo>
                    <a:pt x="12618" y="3381"/>
                  </a:lnTo>
                  <a:lnTo>
                    <a:pt x="9275" y="5688"/>
                  </a:lnTo>
                  <a:lnTo>
                    <a:pt x="6346" y="8501"/>
                  </a:lnTo>
                  <a:lnTo>
                    <a:pt x="3906" y="11748"/>
                  </a:lnTo>
                  <a:lnTo>
                    <a:pt x="2019" y="15344"/>
                  </a:lnTo>
                  <a:lnTo>
                    <a:pt x="733" y="19197"/>
                  </a:lnTo>
                  <a:lnTo>
                    <a:pt x="81" y="23205"/>
                  </a:lnTo>
                  <a:lnTo>
                    <a:pt x="0" y="25236"/>
                  </a:lnTo>
                  <a:lnTo>
                    <a:pt x="0" y="277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tx4631"/>
            <p:cNvSpPr/>
            <p:nvPr/>
          </p:nvSpPr>
          <p:spPr>
            <a:xfrm>
              <a:off x="3932655" y="10709524"/>
              <a:ext cx="935148" cy="129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4632" name="tx4632"/>
            <p:cNvSpPr/>
            <p:nvPr/>
          </p:nvSpPr>
          <p:spPr>
            <a:xfrm>
              <a:off x="4104008" y="10909706"/>
              <a:ext cx="763795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115 (21.3%)</a:t>
              </a:r>
            </a:p>
          </p:txBody>
        </p:sp>
        <p:sp>
          <p:nvSpPr>
            <p:cNvPr id="4633" name="rc4633"/>
            <p:cNvSpPr/>
            <p:nvPr/>
          </p:nvSpPr>
          <p:spPr>
            <a:xfrm>
              <a:off x="2964176" y="9121238"/>
              <a:ext cx="4372557" cy="185315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tx4634"/>
            <p:cNvSpPr/>
            <p:nvPr/>
          </p:nvSpPr>
          <p:spPr>
            <a:xfrm>
              <a:off x="2708967" y="10764231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4635" name="tx4635"/>
            <p:cNvSpPr/>
            <p:nvPr/>
          </p:nvSpPr>
          <p:spPr>
            <a:xfrm>
              <a:off x="2746184" y="10343059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4636" name="tx4636"/>
            <p:cNvSpPr/>
            <p:nvPr/>
          </p:nvSpPr>
          <p:spPr>
            <a:xfrm>
              <a:off x="2746184" y="9921888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4637" name="tx4637"/>
            <p:cNvSpPr/>
            <p:nvPr/>
          </p:nvSpPr>
          <p:spPr>
            <a:xfrm>
              <a:off x="2746184" y="9500717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4638" name="tx4638"/>
            <p:cNvSpPr/>
            <p:nvPr/>
          </p:nvSpPr>
          <p:spPr>
            <a:xfrm>
              <a:off x="2746184" y="9080910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4639" name="pl4639"/>
            <p:cNvSpPr/>
            <p:nvPr/>
          </p:nvSpPr>
          <p:spPr>
            <a:xfrm>
              <a:off x="2929381" y="1080592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2929381" y="103847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2929381" y="99635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2929381" y="95424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2929381" y="912123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3342574" y="1097439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4387435" y="1097439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5432295" y="1097439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6477155" y="1097439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tx4648"/>
            <p:cNvSpPr/>
            <p:nvPr/>
          </p:nvSpPr>
          <p:spPr>
            <a:xfrm>
              <a:off x="3311497" y="1103532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649" name="tx4649"/>
            <p:cNvSpPr/>
            <p:nvPr/>
          </p:nvSpPr>
          <p:spPr>
            <a:xfrm>
              <a:off x="4325279" y="1103532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650" name="tx4650"/>
            <p:cNvSpPr/>
            <p:nvPr/>
          </p:nvSpPr>
          <p:spPr>
            <a:xfrm>
              <a:off x="5370139" y="1103532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651" name="tx4651"/>
            <p:cNvSpPr/>
            <p:nvPr/>
          </p:nvSpPr>
          <p:spPr>
            <a:xfrm>
              <a:off x="6415000" y="1103527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652" name="tx4652"/>
            <p:cNvSpPr/>
            <p:nvPr/>
          </p:nvSpPr>
          <p:spPr>
            <a:xfrm>
              <a:off x="4292643" y="1115501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4653" name="tx4653"/>
            <p:cNvSpPr/>
            <p:nvPr/>
          </p:nvSpPr>
          <p:spPr>
            <a:xfrm rot="-5400000">
              <a:off x="1788491" y="9982262"/>
              <a:ext cx="156821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pTau181 (Z)</a:t>
              </a:r>
            </a:p>
          </p:txBody>
        </p:sp>
        <p:sp>
          <p:nvSpPr>
            <p:cNvPr id="4654" name="tx4654"/>
            <p:cNvSpPr/>
            <p:nvPr/>
          </p:nvSpPr>
          <p:spPr>
            <a:xfrm>
              <a:off x="2964176" y="8893549"/>
              <a:ext cx="186221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M.</a:t>
              </a:r>
            </a:p>
          </p:txBody>
        </p:sp>
        <p:sp>
          <p:nvSpPr>
            <p:cNvPr id="4655" name="pl4655"/>
            <p:cNvSpPr/>
            <p:nvPr/>
          </p:nvSpPr>
          <p:spPr>
            <a:xfrm>
              <a:off x="8494503" y="10597541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494503" y="10217644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8494503" y="9837747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8494503" y="9457850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8760431" y="919192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9140328" y="919192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9520224" y="919192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9900121" y="919192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494503" y="10787489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494503" y="10407593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494503" y="10027696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494503" y="9647799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494503" y="9267902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570482" y="919192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950379" y="919192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9330276" y="919192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9710173" y="919192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10090070" y="919192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8570482" y="9267902"/>
              <a:ext cx="1519587" cy="1519587"/>
            </a:xfrm>
            <a:custGeom>
              <a:avLst/>
              <a:pathLst>
                <a:path w="1519587" h="1519587">
                  <a:moveTo>
                    <a:pt x="0" y="1519587"/>
                  </a:moveTo>
                  <a:lnTo>
                    <a:pt x="0" y="1513831"/>
                  </a:lnTo>
                  <a:lnTo>
                    <a:pt x="5505" y="1513831"/>
                  </a:lnTo>
                  <a:lnTo>
                    <a:pt x="11011" y="1513831"/>
                  </a:lnTo>
                  <a:lnTo>
                    <a:pt x="16517" y="1513831"/>
                  </a:lnTo>
                  <a:lnTo>
                    <a:pt x="22023" y="1513831"/>
                  </a:lnTo>
                  <a:lnTo>
                    <a:pt x="22023" y="1508075"/>
                  </a:lnTo>
                  <a:lnTo>
                    <a:pt x="27528" y="1508075"/>
                  </a:lnTo>
                  <a:lnTo>
                    <a:pt x="33034" y="1508075"/>
                  </a:lnTo>
                  <a:lnTo>
                    <a:pt x="38540" y="1508075"/>
                  </a:lnTo>
                  <a:lnTo>
                    <a:pt x="38540" y="1502319"/>
                  </a:lnTo>
                  <a:lnTo>
                    <a:pt x="44046" y="1502319"/>
                  </a:lnTo>
                  <a:lnTo>
                    <a:pt x="49551" y="1502319"/>
                  </a:lnTo>
                  <a:lnTo>
                    <a:pt x="49551" y="1496563"/>
                  </a:lnTo>
                  <a:lnTo>
                    <a:pt x="55057" y="1496563"/>
                  </a:lnTo>
                  <a:lnTo>
                    <a:pt x="60563" y="1496563"/>
                  </a:lnTo>
                  <a:lnTo>
                    <a:pt x="60563" y="1490807"/>
                  </a:lnTo>
                  <a:lnTo>
                    <a:pt x="60563" y="1485051"/>
                  </a:lnTo>
                  <a:lnTo>
                    <a:pt x="60563" y="1479295"/>
                  </a:lnTo>
                  <a:lnTo>
                    <a:pt x="60563" y="1473539"/>
                  </a:lnTo>
                  <a:lnTo>
                    <a:pt x="60563" y="1467783"/>
                  </a:lnTo>
                  <a:lnTo>
                    <a:pt x="66069" y="1467783"/>
                  </a:lnTo>
                  <a:lnTo>
                    <a:pt x="71574" y="1467783"/>
                  </a:lnTo>
                  <a:lnTo>
                    <a:pt x="77080" y="1467783"/>
                  </a:lnTo>
                  <a:lnTo>
                    <a:pt x="77080" y="1462027"/>
                  </a:lnTo>
                  <a:lnTo>
                    <a:pt x="77080" y="1456271"/>
                  </a:lnTo>
                  <a:lnTo>
                    <a:pt x="77080" y="1450515"/>
                  </a:lnTo>
                  <a:lnTo>
                    <a:pt x="77080" y="1444759"/>
                  </a:lnTo>
                  <a:lnTo>
                    <a:pt x="82586" y="1444759"/>
                  </a:lnTo>
                  <a:lnTo>
                    <a:pt x="82586" y="1439003"/>
                  </a:lnTo>
                  <a:lnTo>
                    <a:pt x="82586" y="1433247"/>
                  </a:lnTo>
                  <a:lnTo>
                    <a:pt x="82586" y="1427491"/>
                  </a:lnTo>
                  <a:lnTo>
                    <a:pt x="88092" y="1427491"/>
                  </a:lnTo>
                  <a:lnTo>
                    <a:pt x="88092" y="1421735"/>
                  </a:lnTo>
                  <a:lnTo>
                    <a:pt x="88092" y="1410223"/>
                  </a:lnTo>
                  <a:lnTo>
                    <a:pt x="93597" y="1410223"/>
                  </a:lnTo>
                  <a:lnTo>
                    <a:pt x="99103" y="1410223"/>
                  </a:lnTo>
                  <a:lnTo>
                    <a:pt x="99103" y="1404467"/>
                  </a:lnTo>
                  <a:lnTo>
                    <a:pt x="104609" y="1404467"/>
                  </a:lnTo>
                  <a:lnTo>
                    <a:pt x="110115" y="1404467"/>
                  </a:lnTo>
                  <a:lnTo>
                    <a:pt x="110115" y="1398711"/>
                  </a:lnTo>
                  <a:lnTo>
                    <a:pt x="110115" y="1392955"/>
                  </a:lnTo>
                  <a:lnTo>
                    <a:pt x="115620" y="1392955"/>
                  </a:lnTo>
                  <a:lnTo>
                    <a:pt x="115620" y="1387199"/>
                  </a:lnTo>
                  <a:lnTo>
                    <a:pt x="115620" y="1381443"/>
                  </a:lnTo>
                  <a:lnTo>
                    <a:pt x="115620" y="1375687"/>
                  </a:lnTo>
                  <a:lnTo>
                    <a:pt x="121126" y="1375687"/>
                  </a:lnTo>
                  <a:lnTo>
                    <a:pt x="126632" y="1375687"/>
                  </a:lnTo>
                  <a:lnTo>
                    <a:pt x="132138" y="1375687"/>
                  </a:lnTo>
                  <a:lnTo>
                    <a:pt x="132138" y="1364175"/>
                  </a:lnTo>
                  <a:lnTo>
                    <a:pt x="137643" y="1364175"/>
                  </a:lnTo>
                  <a:lnTo>
                    <a:pt x="137643" y="1358419"/>
                  </a:lnTo>
                  <a:lnTo>
                    <a:pt x="143149" y="1358419"/>
                  </a:lnTo>
                  <a:lnTo>
                    <a:pt x="143149" y="1352662"/>
                  </a:lnTo>
                  <a:lnTo>
                    <a:pt x="148655" y="1352662"/>
                  </a:lnTo>
                  <a:lnTo>
                    <a:pt x="148655" y="1341150"/>
                  </a:lnTo>
                  <a:lnTo>
                    <a:pt x="148655" y="1335394"/>
                  </a:lnTo>
                  <a:lnTo>
                    <a:pt x="154161" y="1335394"/>
                  </a:lnTo>
                  <a:lnTo>
                    <a:pt x="154161" y="1329638"/>
                  </a:lnTo>
                  <a:lnTo>
                    <a:pt x="154161" y="1323882"/>
                  </a:lnTo>
                  <a:lnTo>
                    <a:pt x="154161" y="1318126"/>
                  </a:lnTo>
                  <a:lnTo>
                    <a:pt x="154161" y="1312370"/>
                  </a:lnTo>
                  <a:lnTo>
                    <a:pt x="159666" y="1312370"/>
                  </a:lnTo>
                  <a:lnTo>
                    <a:pt x="159666" y="1306614"/>
                  </a:lnTo>
                  <a:lnTo>
                    <a:pt x="165172" y="1306614"/>
                  </a:lnTo>
                  <a:lnTo>
                    <a:pt x="165172" y="1300858"/>
                  </a:lnTo>
                  <a:lnTo>
                    <a:pt x="165172" y="1295102"/>
                  </a:lnTo>
                  <a:lnTo>
                    <a:pt x="165172" y="1289346"/>
                  </a:lnTo>
                  <a:lnTo>
                    <a:pt x="170678" y="1289346"/>
                  </a:lnTo>
                  <a:lnTo>
                    <a:pt x="170678" y="1283590"/>
                  </a:lnTo>
                  <a:lnTo>
                    <a:pt x="176184" y="1283590"/>
                  </a:lnTo>
                  <a:lnTo>
                    <a:pt x="176184" y="1277834"/>
                  </a:lnTo>
                  <a:lnTo>
                    <a:pt x="176184" y="1272078"/>
                  </a:lnTo>
                  <a:lnTo>
                    <a:pt x="181689" y="1272078"/>
                  </a:lnTo>
                  <a:lnTo>
                    <a:pt x="187195" y="1272078"/>
                  </a:lnTo>
                  <a:lnTo>
                    <a:pt x="192701" y="1272078"/>
                  </a:lnTo>
                  <a:lnTo>
                    <a:pt x="192701" y="1266322"/>
                  </a:lnTo>
                  <a:lnTo>
                    <a:pt x="192701" y="1260566"/>
                  </a:lnTo>
                  <a:lnTo>
                    <a:pt x="192701" y="1254810"/>
                  </a:lnTo>
                  <a:lnTo>
                    <a:pt x="198207" y="1254810"/>
                  </a:lnTo>
                  <a:lnTo>
                    <a:pt x="198207" y="1249054"/>
                  </a:lnTo>
                  <a:lnTo>
                    <a:pt x="203712" y="1249054"/>
                  </a:lnTo>
                  <a:lnTo>
                    <a:pt x="209218" y="1249054"/>
                  </a:lnTo>
                  <a:lnTo>
                    <a:pt x="209218" y="1243298"/>
                  </a:lnTo>
                  <a:lnTo>
                    <a:pt x="209218" y="1237542"/>
                  </a:lnTo>
                  <a:lnTo>
                    <a:pt x="209218" y="1231786"/>
                  </a:lnTo>
                  <a:lnTo>
                    <a:pt x="209218" y="1220274"/>
                  </a:lnTo>
                  <a:lnTo>
                    <a:pt x="214724" y="1220274"/>
                  </a:lnTo>
                  <a:lnTo>
                    <a:pt x="214724" y="1214518"/>
                  </a:lnTo>
                  <a:lnTo>
                    <a:pt x="214724" y="1208762"/>
                  </a:lnTo>
                  <a:lnTo>
                    <a:pt x="220230" y="1208762"/>
                  </a:lnTo>
                  <a:lnTo>
                    <a:pt x="225735" y="1208762"/>
                  </a:lnTo>
                  <a:lnTo>
                    <a:pt x="231241" y="1208762"/>
                  </a:lnTo>
                  <a:lnTo>
                    <a:pt x="231241" y="1203006"/>
                  </a:lnTo>
                  <a:lnTo>
                    <a:pt x="231241" y="1197250"/>
                  </a:lnTo>
                  <a:lnTo>
                    <a:pt x="231241" y="1191494"/>
                  </a:lnTo>
                  <a:lnTo>
                    <a:pt x="236747" y="1191494"/>
                  </a:lnTo>
                  <a:lnTo>
                    <a:pt x="236747" y="1185738"/>
                  </a:lnTo>
                  <a:lnTo>
                    <a:pt x="242253" y="1185738"/>
                  </a:lnTo>
                  <a:lnTo>
                    <a:pt x="247758" y="1185738"/>
                  </a:lnTo>
                  <a:lnTo>
                    <a:pt x="247758" y="1179982"/>
                  </a:lnTo>
                  <a:lnTo>
                    <a:pt x="253264" y="1179982"/>
                  </a:lnTo>
                  <a:lnTo>
                    <a:pt x="253264" y="1174226"/>
                  </a:lnTo>
                  <a:lnTo>
                    <a:pt x="258770" y="1174226"/>
                  </a:lnTo>
                  <a:lnTo>
                    <a:pt x="264276" y="1174226"/>
                  </a:lnTo>
                  <a:lnTo>
                    <a:pt x="269781" y="1174226"/>
                  </a:lnTo>
                  <a:lnTo>
                    <a:pt x="269781" y="1168470"/>
                  </a:lnTo>
                  <a:lnTo>
                    <a:pt x="269781" y="1162714"/>
                  </a:lnTo>
                  <a:lnTo>
                    <a:pt x="269781" y="1156958"/>
                  </a:lnTo>
                  <a:lnTo>
                    <a:pt x="269781" y="1151202"/>
                  </a:lnTo>
                  <a:lnTo>
                    <a:pt x="275287" y="1151202"/>
                  </a:lnTo>
                  <a:lnTo>
                    <a:pt x="280793" y="1151202"/>
                  </a:lnTo>
                  <a:lnTo>
                    <a:pt x="280793" y="1145446"/>
                  </a:lnTo>
                  <a:lnTo>
                    <a:pt x="286299" y="1145446"/>
                  </a:lnTo>
                  <a:lnTo>
                    <a:pt x="291804" y="1145446"/>
                  </a:lnTo>
                  <a:lnTo>
                    <a:pt x="291804" y="1139690"/>
                  </a:lnTo>
                  <a:lnTo>
                    <a:pt x="297310" y="1139690"/>
                  </a:lnTo>
                  <a:lnTo>
                    <a:pt x="297310" y="1133934"/>
                  </a:lnTo>
                  <a:lnTo>
                    <a:pt x="297310" y="1128178"/>
                  </a:lnTo>
                  <a:lnTo>
                    <a:pt x="297310" y="1122422"/>
                  </a:lnTo>
                  <a:lnTo>
                    <a:pt x="302816" y="1122422"/>
                  </a:lnTo>
                  <a:lnTo>
                    <a:pt x="302816" y="1116666"/>
                  </a:lnTo>
                  <a:lnTo>
                    <a:pt x="308322" y="1116666"/>
                  </a:lnTo>
                  <a:lnTo>
                    <a:pt x="313827" y="1116666"/>
                  </a:lnTo>
                  <a:lnTo>
                    <a:pt x="319333" y="1116666"/>
                  </a:lnTo>
                  <a:lnTo>
                    <a:pt x="319333" y="1110910"/>
                  </a:lnTo>
                  <a:lnTo>
                    <a:pt x="319333" y="1105154"/>
                  </a:lnTo>
                  <a:lnTo>
                    <a:pt x="324839" y="1105154"/>
                  </a:lnTo>
                  <a:lnTo>
                    <a:pt x="324839" y="1099398"/>
                  </a:lnTo>
                  <a:lnTo>
                    <a:pt x="324839" y="1093642"/>
                  </a:lnTo>
                  <a:lnTo>
                    <a:pt x="324839" y="1082130"/>
                  </a:lnTo>
                  <a:lnTo>
                    <a:pt x="330345" y="1082130"/>
                  </a:lnTo>
                  <a:lnTo>
                    <a:pt x="330345" y="1070618"/>
                  </a:lnTo>
                  <a:lnTo>
                    <a:pt x="330345" y="1064862"/>
                  </a:lnTo>
                  <a:lnTo>
                    <a:pt x="335850" y="1064862"/>
                  </a:lnTo>
                  <a:lnTo>
                    <a:pt x="335850" y="1059106"/>
                  </a:lnTo>
                  <a:lnTo>
                    <a:pt x="335850" y="1047594"/>
                  </a:lnTo>
                  <a:lnTo>
                    <a:pt x="335850" y="1041838"/>
                  </a:lnTo>
                  <a:lnTo>
                    <a:pt x="335850" y="1030326"/>
                  </a:lnTo>
                  <a:lnTo>
                    <a:pt x="335850" y="1024570"/>
                  </a:lnTo>
                  <a:lnTo>
                    <a:pt x="341356" y="1024570"/>
                  </a:lnTo>
                  <a:lnTo>
                    <a:pt x="341356" y="1018814"/>
                  </a:lnTo>
                  <a:lnTo>
                    <a:pt x="341356" y="1013058"/>
                  </a:lnTo>
                  <a:lnTo>
                    <a:pt x="341356" y="1007302"/>
                  </a:lnTo>
                  <a:lnTo>
                    <a:pt x="341356" y="1001546"/>
                  </a:lnTo>
                  <a:lnTo>
                    <a:pt x="346862" y="1001546"/>
                  </a:lnTo>
                  <a:lnTo>
                    <a:pt x="352368" y="1001546"/>
                  </a:lnTo>
                  <a:lnTo>
                    <a:pt x="357873" y="1001546"/>
                  </a:lnTo>
                  <a:lnTo>
                    <a:pt x="363379" y="1001546"/>
                  </a:lnTo>
                  <a:lnTo>
                    <a:pt x="368885" y="1001546"/>
                  </a:lnTo>
                  <a:lnTo>
                    <a:pt x="368885" y="995790"/>
                  </a:lnTo>
                  <a:lnTo>
                    <a:pt x="368885" y="990034"/>
                  </a:lnTo>
                  <a:lnTo>
                    <a:pt x="374391" y="990034"/>
                  </a:lnTo>
                  <a:lnTo>
                    <a:pt x="374391" y="984278"/>
                  </a:lnTo>
                  <a:lnTo>
                    <a:pt x="374391" y="978522"/>
                  </a:lnTo>
                  <a:lnTo>
                    <a:pt x="379896" y="978522"/>
                  </a:lnTo>
                  <a:lnTo>
                    <a:pt x="379896" y="972766"/>
                  </a:lnTo>
                  <a:lnTo>
                    <a:pt x="379896" y="967010"/>
                  </a:lnTo>
                  <a:lnTo>
                    <a:pt x="379896" y="961254"/>
                  </a:lnTo>
                  <a:lnTo>
                    <a:pt x="385402" y="961254"/>
                  </a:lnTo>
                  <a:lnTo>
                    <a:pt x="390908" y="961254"/>
                  </a:lnTo>
                  <a:lnTo>
                    <a:pt x="396414" y="961254"/>
                  </a:lnTo>
                  <a:lnTo>
                    <a:pt x="396414" y="955498"/>
                  </a:lnTo>
                  <a:lnTo>
                    <a:pt x="396414" y="949742"/>
                  </a:lnTo>
                  <a:lnTo>
                    <a:pt x="401919" y="949742"/>
                  </a:lnTo>
                  <a:lnTo>
                    <a:pt x="407425" y="949742"/>
                  </a:lnTo>
                  <a:lnTo>
                    <a:pt x="412931" y="949742"/>
                  </a:lnTo>
                  <a:lnTo>
                    <a:pt x="418437" y="949742"/>
                  </a:lnTo>
                  <a:lnTo>
                    <a:pt x="418437" y="943986"/>
                  </a:lnTo>
                  <a:lnTo>
                    <a:pt x="418437" y="938230"/>
                  </a:lnTo>
                  <a:lnTo>
                    <a:pt x="423942" y="938230"/>
                  </a:lnTo>
                  <a:lnTo>
                    <a:pt x="429448" y="938230"/>
                  </a:lnTo>
                  <a:lnTo>
                    <a:pt x="429448" y="932474"/>
                  </a:lnTo>
                  <a:lnTo>
                    <a:pt x="429448" y="926718"/>
                  </a:lnTo>
                  <a:lnTo>
                    <a:pt x="434954" y="926718"/>
                  </a:lnTo>
                  <a:lnTo>
                    <a:pt x="440460" y="926718"/>
                  </a:lnTo>
                  <a:lnTo>
                    <a:pt x="440460" y="920962"/>
                  </a:lnTo>
                  <a:lnTo>
                    <a:pt x="440460" y="915206"/>
                  </a:lnTo>
                  <a:lnTo>
                    <a:pt x="445965" y="915206"/>
                  </a:lnTo>
                  <a:lnTo>
                    <a:pt x="445965" y="909450"/>
                  </a:lnTo>
                  <a:lnTo>
                    <a:pt x="451471" y="909450"/>
                  </a:lnTo>
                  <a:lnTo>
                    <a:pt x="451471" y="903693"/>
                  </a:lnTo>
                  <a:lnTo>
                    <a:pt x="456977" y="903693"/>
                  </a:lnTo>
                  <a:lnTo>
                    <a:pt x="462483" y="903693"/>
                  </a:lnTo>
                  <a:lnTo>
                    <a:pt x="462483" y="897937"/>
                  </a:lnTo>
                  <a:lnTo>
                    <a:pt x="467988" y="897937"/>
                  </a:lnTo>
                  <a:lnTo>
                    <a:pt x="467988" y="892181"/>
                  </a:lnTo>
                  <a:lnTo>
                    <a:pt x="473494" y="892181"/>
                  </a:lnTo>
                  <a:lnTo>
                    <a:pt x="479000" y="892181"/>
                  </a:lnTo>
                  <a:lnTo>
                    <a:pt x="484506" y="892181"/>
                  </a:lnTo>
                  <a:lnTo>
                    <a:pt x="484506" y="880669"/>
                  </a:lnTo>
                  <a:lnTo>
                    <a:pt x="484506" y="874913"/>
                  </a:lnTo>
                  <a:lnTo>
                    <a:pt x="484506" y="869157"/>
                  </a:lnTo>
                  <a:lnTo>
                    <a:pt x="484506" y="857645"/>
                  </a:lnTo>
                  <a:lnTo>
                    <a:pt x="484506" y="851889"/>
                  </a:lnTo>
                  <a:lnTo>
                    <a:pt x="490011" y="851889"/>
                  </a:lnTo>
                  <a:lnTo>
                    <a:pt x="490011" y="846133"/>
                  </a:lnTo>
                  <a:lnTo>
                    <a:pt x="490011" y="840377"/>
                  </a:lnTo>
                  <a:lnTo>
                    <a:pt x="490011" y="834621"/>
                  </a:lnTo>
                  <a:lnTo>
                    <a:pt x="490011" y="828865"/>
                  </a:lnTo>
                  <a:lnTo>
                    <a:pt x="495517" y="828865"/>
                  </a:lnTo>
                  <a:lnTo>
                    <a:pt x="495517" y="817353"/>
                  </a:lnTo>
                  <a:lnTo>
                    <a:pt x="495517" y="811597"/>
                  </a:lnTo>
                  <a:lnTo>
                    <a:pt x="495517" y="805841"/>
                  </a:lnTo>
                  <a:lnTo>
                    <a:pt x="495517" y="800085"/>
                  </a:lnTo>
                  <a:lnTo>
                    <a:pt x="495517" y="794329"/>
                  </a:lnTo>
                  <a:lnTo>
                    <a:pt x="501023" y="794329"/>
                  </a:lnTo>
                  <a:lnTo>
                    <a:pt x="506529" y="794329"/>
                  </a:lnTo>
                  <a:lnTo>
                    <a:pt x="506529" y="788573"/>
                  </a:lnTo>
                  <a:lnTo>
                    <a:pt x="512034" y="788573"/>
                  </a:lnTo>
                  <a:lnTo>
                    <a:pt x="512034" y="782817"/>
                  </a:lnTo>
                  <a:lnTo>
                    <a:pt x="517540" y="782817"/>
                  </a:lnTo>
                  <a:lnTo>
                    <a:pt x="517540" y="777061"/>
                  </a:lnTo>
                  <a:lnTo>
                    <a:pt x="523046" y="777061"/>
                  </a:lnTo>
                  <a:lnTo>
                    <a:pt x="523046" y="771305"/>
                  </a:lnTo>
                  <a:lnTo>
                    <a:pt x="523046" y="765549"/>
                  </a:lnTo>
                  <a:lnTo>
                    <a:pt x="528552" y="765549"/>
                  </a:lnTo>
                  <a:lnTo>
                    <a:pt x="528552" y="759793"/>
                  </a:lnTo>
                  <a:lnTo>
                    <a:pt x="528552" y="754037"/>
                  </a:lnTo>
                  <a:lnTo>
                    <a:pt x="534057" y="754037"/>
                  </a:lnTo>
                  <a:lnTo>
                    <a:pt x="539563" y="754037"/>
                  </a:lnTo>
                  <a:lnTo>
                    <a:pt x="539563" y="748281"/>
                  </a:lnTo>
                  <a:lnTo>
                    <a:pt x="545069" y="748281"/>
                  </a:lnTo>
                  <a:lnTo>
                    <a:pt x="545069" y="742525"/>
                  </a:lnTo>
                  <a:lnTo>
                    <a:pt x="545069" y="736769"/>
                  </a:lnTo>
                  <a:lnTo>
                    <a:pt x="550575" y="736769"/>
                  </a:lnTo>
                  <a:lnTo>
                    <a:pt x="550575" y="731013"/>
                  </a:lnTo>
                  <a:lnTo>
                    <a:pt x="556080" y="731013"/>
                  </a:lnTo>
                  <a:lnTo>
                    <a:pt x="556080" y="725257"/>
                  </a:lnTo>
                  <a:lnTo>
                    <a:pt x="561586" y="725257"/>
                  </a:lnTo>
                  <a:lnTo>
                    <a:pt x="561586" y="719501"/>
                  </a:lnTo>
                  <a:lnTo>
                    <a:pt x="561586" y="713745"/>
                  </a:lnTo>
                  <a:lnTo>
                    <a:pt x="567092" y="713745"/>
                  </a:lnTo>
                  <a:lnTo>
                    <a:pt x="567092" y="707989"/>
                  </a:lnTo>
                  <a:lnTo>
                    <a:pt x="572598" y="707989"/>
                  </a:lnTo>
                  <a:lnTo>
                    <a:pt x="572598" y="702233"/>
                  </a:lnTo>
                  <a:lnTo>
                    <a:pt x="578103" y="702233"/>
                  </a:lnTo>
                  <a:lnTo>
                    <a:pt x="578103" y="696477"/>
                  </a:lnTo>
                  <a:lnTo>
                    <a:pt x="578103" y="690721"/>
                  </a:lnTo>
                  <a:lnTo>
                    <a:pt x="583609" y="690721"/>
                  </a:lnTo>
                  <a:lnTo>
                    <a:pt x="583609" y="684965"/>
                  </a:lnTo>
                  <a:lnTo>
                    <a:pt x="583609" y="679209"/>
                  </a:lnTo>
                  <a:lnTo>
                    <a:pt x="583609" y="673453"/>
                  </a:lnTo>
                  <a:lnTo>
                    <a:pt x="583609" y="667697"/>
                  </a:lnTo>
                  <a:lnTo>
                    <a:pt x="583609" y="661941"/>
                  </a:lnTo>
                  <a:lnTo>
                    <a:pt x="594621" y="661941"/>
                  </a:lnTo>
                  <a:lnTo>
                    <a:pt x="600126" y="661941"/>
                  </a:lnTo>
                  <a:lnTo>
                    <a:pt x="605632" y="661941"/>
                  </a:lnTo>
                  <a:lnTo>
                    <a:pt x="605632" y="656185"/>
                  </a:lnTo>
                  <a:lnTo>
                    <a:pt x="611138" y="656185"/>
                  </a:lnTo>
                  <a:lnTo>
                    <a:pt x="616644" y="656185"/>
                  </a:lnTo>
                  <a:lnTo>
                    <a:pt x="622149" y="656185"/>
                  </a:lnTo>
                  <a:lnTo>
                    <a:pt x="622149" y="650429"/>
                  </a:lnTo>
                  <a:lnTo>
                    <a:pt x="622149" y="644673"/>
                  </a:lnTo>
                  <a:lnTo>
                    <a:pt x="627655" y="644673"/>
                  </a:lnTo>
                  <a:lnTo>
                    <a:pt x="627655" y="638917"/>
                  </a:lnTo>
                  <a:lnTo>
                    <a:pt x="633161" y="638917"/>
                  </a:lnTo>
                  <a:lnTo>
                    <a:pt x="633161" y="633161"/>
                  </a:lnTo>
                  <a:lnTo>
                    <a:pt x="633161" y="627405"/>
                  </a:lnTo>
                  <a:lnTo>
                    <a:pt x="633161" y="621649"/>
                  </a:lnTo>
                  <a:lnTo>
                    <a:pt x="638667" y="621649"/>
                  </a:lnTo>
                  <a:lnTo>
                    <a:pt x="644172" y="621649"/>
                  </a:lnTo>
                  <a:lnTo>
                    <a:pt x="649678" y="621649"/>
                  </a:lnTo>
                  <a:lnTo>
                    <a:pt x="655184" y="621649"/>
                  </a:lnTo>
                  <a:lnTo>
                    <a:pt x="655184" y="615893"/>
                  </a:lnTo>
                  <a:lnTo>
                    <a:pt x="660690" y="615893"/>
                  </a:lnTo>
                  <a:lnTo>
                    <a:pt x="666195" y="615893"/>
                  </a:lnTo>
                  <a:lnTo>
                    <a:pt x="666195" y="610137"/>
                  </a:lnTo>
                  <a:lnTo>
                    <a:pt x="666195" y="604381"/>
                  </a:lnTo>
                  <a:lnTo>
                    <a:pt x="666195" y="598625"/>
                  </a:lnTo>
                  <a:lnTo>
                    <a:pt x="666195" y="592869"/>
                  </a:lnTo>
                  <a:lnTo>
                    <a:pt x="666195" y="587113"/>
                  </a:lnTo>
                  <a:lnTo>
                    <a:pt x="671701" y="587113"/>
                  </a:lnTo>
                  <a:lnTo>
                    <a:pt x="671701" y="581357"/>
                  </a:lnTo>
                  <a:lnTo>
                    <a:pt x="677207" y="581357"/>
                  </a:lnTo>
                  <a:lnTo>
                    <a:pt x="682713" y="581357"/>
                  </a:lnTo>
                  <a:lnTo>
                    <a:pt x="688218" y="581357"/>
                  </a:lnTo>
                  <a:lnTo>
                    <a:pt x="693724" y="581357"/>
                  </a:lnTo>
                  <a:lnTo>
                    <a:pt x="693724" y="575601"/>
                  </a:lnTo>
                  <a:lnTo>
                    <a:pt x="693724" y="569845"/>
                  </a:lnTo>
                  <a:lnTo>
                    <a:pt x="699230" y="569845"/>
                  </a:lnTo>
                  <a:lnTo>
                    <a:pt x="704736" y="569845"/>
                  </a:lnTo>
                  <a:lnTo>
                    <a:pt x="710241" y="569845"/>
                  </a:lnTo>
                  <a:lnTo>
                    <a:pt x="715747" y="569845"/>
                  </a:lnTo>
                  <a:lnTo>
                    <a:pt x="721253" y="569845"/>
                  </a:lnTo>
                  <a:lnTo>
                    <a:pt x="726759" y="569845"/>
                  </a:lnTo>
                  <a:lnTo>
                    <a:pt x="732264" y="569845"/>
                  </a:lnTo>
                  <a:lnTo>
                    <a:pt x="737770" y="569845"/>
                  </a:lnTo>
                  <a:lnTo>
                    <a:pt x="743276" y="569845"/>
                  </a:lnTo>
                  <a:lnTo>
                    <a:pt x="748782" y="569845"/>
                  </a:lnTo>
                  <a:lnTo>
                    <a:pt x="748782" y="564089"/>
                  </a:lnTo>
                  <a:lnTo>
                    <a:pt x="748782" y="558333"/>
                  </a:lnTo>
                  <a:lnTo>
                    <a:pt x="754287" y="558333"/>
                  </a:lnTo>
                  <a:lnTo>
                    <a:pt x="759793" y="558333"/>
                  </a:lnTo>
                  <a:lnTo>
                    <a:pt x="765299" y="558333"/>
                  </a:lnTo>
                  <a:lnTo>
                    <a:pt x="770805" y="558333"/>
                  </a:lnTo>
                  <a:lnTo>
                    <a:pt x="770805" y="552577"/>
                  </a:lnTo>
                  <a:lnTo>
                    <a:pt x="770805" y="546821"/>
                  </a:lnTo>
                  <a:lnTo>
                    <a:pt x="770805" y="541065"/>
                  </a:lnTo>
                  <a:lnTo>
                    <a:pt x="770805" y="535309"/>
                  </a:lnTo>
                  <a:lnTo>
                    <a:pt x="770805" y="529553"/>
                  </a:lnTo>
                  <a:lnTo>
                    <a:pt x="776310" y="529553"/>
                  </a:lnTo>
                  <a:lnTo>
                    <a:pt x="781816" y="529553"/>
                  </a:lnTo>
                  <a:lnTo>
                    <a:pt x="781816" y="523797"/>
                  </a:lnTo>
                  <a:lnTo>
                    <a:pt x="787322" y="523797"/>
                  </a:lnTo>
                  <a:lnTo>
                    <a:pt x="792828" y="523797"/>
                  </a:lnTo>
                  <a:lnTo>
                    <a:pt x="798333" y="523797"/>
                  </a:lnTo>
                  <a:lnTo>
                    <a:pt x="803839" y="523797"/>
                  </a:lnTo>
                  <a:lnTo>
                    <a:pt x="803839" y="518041"/>
                  </a:lnTo>
                  <a:lnTo>
                    <a:pt x="809345" y="518041"/>
                  </a:lnTo>
                  <a:lnTo>
                    <a:pt x="809345" y="512285"/>
                  </a:lnTo>
                  <a:lnTo>
                    <a:pt x="809345" y="506529"/>
                  </a:lnTo>
                  <a:lnTo>
                    <a:pt x="809345" y="500773"/>
                  </a:lnTo>
                  <a:lnTo>
                    <a:pt x="814851" y="500773"/>
                  </a:lnTo>
                  <a:lnTo>
                    <a:pt x="814851" y="495017"/>
                  </a:lnTo>
                  <a:lnTo>
                    <a:pt x="820356" y="495017"/>
                  </a:lnTo>
                  <a:lnTo>
                    <a:pt x="820356" y="489261"/>
                  </a:lnTo>
                  <a:lnTo>
                    <a:pt x="825862" y="489261"/>
                  </a:lnTo>
                  <a:lnTo>
                    <a:pt x="831368" y="489261"/>
                  </a:lnTo>
                  <a:lnTo>
                    <a:pt x="836874" y="489261"/>
                  </a:lnTo>
                  <a:lnTo>
                    <a:pt x="842379" y="489261"/>
                  </a:lnTo>
                  <a:lnTo>
                    <a:pt x="842379" y="483505"/>
                  </a:lnTo>
                  <a:lnTo>
                    <a:pt x="842379" y="477749"/>
                  </a:lnTo>
                  <a:lnTo>
                    <a:pt x="847885" y="477749"/>
                  </a:lnTo>
                  <a:lnTo>
                    <a:pt x="847885" y="471993"/>
                  </a:lnTo>
                  <a:lnTo>
                    <a:pt x="847885" y="466237"/>
                  </a:lnTo>
                  <a:lnTo>
                    <a:pt x="853391" y="466237"/>
                  </a:lnTo>
                  <a:lnTo>
                    <a:pt x="858897" y="466237"/>
                  </a:lnTo>
                  <a:lnTo>
                    <a:pt x="858897" y="460481"/>
                  </a:lnTo>
                  <a:lnTo>
                    <a:pt x="858897" y="454725"/>
                  </a:lnTo>
                  <a:lnTo>
                    <a:pt x="864402" y="454725"/>
                  </a:lnTo>
                  <a:lnTo>
                    <a:pt x="864402" y="448968"/>
                  </a:lnTo>
                  <a:lnTo>
                    <a:pt x="869908" y="448968"/>
                  </a:lnTo>
                  <a:lnTo>
                    <a:pt x="875414" y="448968"/>
                  </a:lnTo>
                  <a:lnTo>
                    <a:pt x="880920" y="448968"/>
                  </a:lnTo>
                  <a:lnTo>
                    <a:pt x="886425" y="448968"/>
                  </a:lnTo>
                  <a:lnTo>
                    <a:pt x="891931" y="448968"/>
                  </a:lnTo>
                  <a:lnTo>
                    <a:pt x="897437" y="448968"/>
                  </a:lnTo>
                  <a:lnTo>
                    <a:pt x="897437" y="443212"/>
                  </a:lnTo>
                  <a:lnTo>
                    <a:pt x="897437" y="437456"/>
                  </a:lnTo>
                  <a:lnTo>
                    <a:pt x="902943" y="437456"/>
                  </a:lnTo>
                  <a:lnTo>
                    <a:pt x="902943" y="431700"/>
                  </a:lnTo>
                  <a:lnTo>
                    <a:pt x="902943" y="425944"/>
                  </a:lnTo>
                  <a:lnTo>
                    <a:pt x="902943" y="420188"/>
                  </a:lnTo>
                  <a:lnTo>
                    <a:pt x="908448" y="420188"/>
                  </a:lnTo>
                  <a:lnTo>
                    <a:pt x="913954" y="420188"/>
                  </a:lnTo>
                  <a:lnTo>
                    <a:pt x="919460" y="420188"/>
                  </a:lnTo>
                  <a:lnTo>
                    <a:pt x="919460" y="414432"/>
                  </a:lnTo>
                  <a:lnTo>
                    <a:pt x="919460" y="408676"/>
                  </a:lnTo>
                  <a:lnTo>
                    <a:pt x="924966" y="408676"/>
                  </a:lnTo>
                  <a:lnTo>
                    <a:pt x="924966" y="402920"/>
                  </a:lnTo>
                  <a:lnTo>
                    <a:pt x="924966" y="397164"/>
                  </a:lnTo>
                  <a:lnTo>
                    <a:pt x="930471" y="397164"/>
                  </a:lnTo>
                  <a:lnTo>
                    <a:pt x="935977" y="397164"/>
                  </a:lnTo>
                  <a:lnTo>
                    <a:pt x="935977" y="391408"/>
                  </a:lnTo>
                  <a:lnTo>
                    <a:pt x="935977" y="385652"/>
                  </a:lnTo>
                  <a:lnTo>
                    <a:pt x="935977" y="379896"/>
                  </a:lnTo>
                  <a:lnTo>
                    <a:pt x="935977" y="374140"/>
                  </a:lnTo>
                  <a:lnTo>
                    <a:pt x="935977" y="368384"/>
                  </a:lnTo>
                  <a:lnTo>
                    <a:pt x="935977" y="362628"/>
                  </a:lnTo>
                  <a:lnTo>
                    <a:pt x="935977" y="356872"/>
                  </a:lnTo>
                  <a:lnTo>
                    <a:pt x="941483" y="356872"/>
                  </a:lnTo>
                  <a:lnTo>
                    <a:pt x="946989" y="356872"/>
                  </a:lnTo>
                  <a:lnTo>
                    <a:pt x="946989" y="351116"/>
                  </a:lnTo>
                  <a:lnTo>
                    <a:pt x="946989" y="345360"/>
                  </a:lnTo>
                  <a:lnTo>
                    <a:pt x="946989" y="339604"/>
                  </a:lnTo>
                  <a:lnTo>
                    <a:pt x="946989" y="333848"/>
                  </a:lnTo>
                  <a:lnTo>
                    <a:pt x="946989" y="328092"/>
                  </a:lnTo>
                  <a:lnTo>
                    <a:pt x="946989" y="322336"/>
                  </a:lnTo>
                  <a:lnTo>
                    <a:pt x="946989" y="316580"/>
                  </a:lnTo>
                  <a:lnTo>
                    <a:pt x="952494" y="316580"/>
                  </a:lnTo>
                  <a:lnTo>
                    <a:pt x="958000" y="316580"/>
                  </a:lnTo>
                  <a:lnTo>
                    <a:pt x="963506" y="316580"/>
                  </a:lnTo>
                  <a:lnTo>
                    <a:pt x="963506" y="310824"/>
                  </a:lnTo>
                  <a:lnTo>
                    <a:pt x="969012" y="310824"/>
                  </a:lnTo>
                  <a:lnTo>
                    <a:pt x="974517" y="310824"/>
                  </a:lnTo>
                  <a:lnTo>
                    <a:pt x="980023" y="310824"/>
                  </a:lnTo>
                  <a:lnTo>
                    <a:pt x="980023" y="305068"/>
                  </a:lnTo>
                  <a:lnTo>
                    <a:pt x="980023" y="299312"/>
                  </a:lnTo>
                  <a:lnTo>
                    <a:pt x="985529" y="299312"/>
                  </a:lnTo>
                  <a:lnTo>
                    <a:pt x="985529" y="293556"/>
                  </a:lnTo>
                  <a:lnTo>
                    <a:pt x="985529" y="287800"/>
                  </a:lnTo>
                  <a:lnTo>
                    <a:pt x="985529" y="282044"/>
                  </a:lnTo>
                  <a:lnTo>
                    <a:pt x="991035" y="282044"/>
                  </a:lnTo>
                  <a:lnTo>
                    <a:pt x="996540" y="282044"/>
                  </a:lnTo>
                  <a:lnTo>
                    <a:pt x="1002046" y="282044"/>
                  </a:lnTo>
                  <a:lnTo>
                    <a:pt x="1002046" y="276288"/>
                  </a:lnTo>
                  <a:lnTo>
                    <a:pt x="1007552" y="276288"/>
                  </a:lnTo>
                  <a:lnTo>
                    <a:pt x="1007552" y="270532"/>
                  </a:lnTo>
                  <a:lnTo>
                    <a:pt x="1007552" y="264776"/>
                  </a:lnTo>
                  <a:lnTo>
                    <a:pt x="1007552" y="259020"/>
                  </a:lnTo>
                  <a:lnTo>
                    <a:pt x="1013058" y="259020"/>
                  </a:lnTo>
                  <a:lnTo>
                    <a:pt x="1013058" y="253264"/>
                  </a:lnTo>
                  <a:lnTo>
                    <a:pt x="1013058" y="247508"/>
                  </a:lnTo>
                  <a:lnTo>
                    <a:pt x="1013058" y="241752"/>
                  </a:lnTo>
                  <a:lnTo>
                    <a:pt x="1018563" y="241752"/>
                  </a:lnTo>
                  <a:lnTo>
                    <a:pt x="1024069" y="241752"/>
                  </a:lnTo>
                  <a:lnTo>
                    <a:pt x="1024069" y="235996"/>
                  </a:lnTo>
                  <a:lnTo>
                    <a:pt x="1029575" y="235996"/>
                  </a:lnTo>
                  <a:lnTo>
                    <a:pt x="1029575" y="230240"/>
                  </a:lnTo>
                  <a:lnTo>
                    <a:pt x="1035081" y="230240"/>
                  </a:lnTo>
                  <a:lnTo>
                    <a:pt x="1040586" y="230240"/>
                  </a:lnTo>
                  <a:lnTo>
                    <a:pt x="1046092" y="230240"/>
                  </a:lnTo>
                  <a:lnTo>
                    <a:pt x="1051598" y="230240"/>
                  </a:lnTo>
                  <a:lnTo>
                    <a:pt x="1057104" y="230240"/>
                  </a:lnTo>
                  <a:lnTo>
                    <a:pt x="1057104" y="224484"/>
                  </a:lnTo>
                  <a:lnTo>
                    <a:pt x="1057104" y="218728"/>
                  </a:lnTo>
                  <a:lnTo>
                    <a:pt x="1057104" y="212972"/>
                  </a:lnTo>
                  <a:lnTo>
                    <a:pt x="1062610" y="212972"/>
                  </a:lnTo>
                  <a:lnTo>
                    <a:pt x="1068115" y="212972"/>
                  </a:lnTo>
                  <a:lnTo>
                    <a:pt x="1073621" y="212972"/>
                  </a:lnTo>
                  <a:lnTo>
                    <a:pt x="1079127" y="212972"/>
                  </a:lnTo>
                  <a:lnTo>
                    <a:pt x="1079127" y="207216"/>
                  </a:lnTo>
                  <a:lnTo>
                    <a:pt x="1084633" y="207216"/>
                  </a:lnTo>
                  <a:lnTo>
                    <a:pt x="1084633" y="201460"/>
                  </a:lnTo>
                  <a:lnTo>
                    <a:pt x="1084633" y="195704"/>
                  </a:lnTo>
                  <a:lnTo>
                    <a:pt x="1090138" y="195704"/>
                  </a:lnTo>
                  <a:lnTo>
                    <a:pt x="1095644" y="195704"/>
                  </a:lnTo>
                  <a:lnTo>
                    <a:pt x="1101150" y="195704"/>
                  </a:lnTo>
                  <a:lnTo>
                    <a:pt x="1106656" y="195704"/>
                  </a:lnTo>
                  <a:lnTo>
                    <a:pt x="1106656" y="189948"/>
                  </a:lnTo>
                  <a:lnTo>
                    <a:pt x="1112161" y="189948"/>
                  </a:lnTo>
                  <a:lnTo>
                    <a:pt x="1117667" y="189948"/>
                  </a:lnTo>
                  <a:lnTo>
                    <a:pt x="1117667" y="184192"/>
                  </a:lnTo>
                  <a:lnTo>
                    <a:pt x="1123173" y="184192"/>
                  </a:lnTo>
                  <a:lnTo>
                    <a:pt x="1128679" y="184192"/>
                  </a:lnTo>
                  <a:lnTo>
                    <a:pt x="1134184" y="184192"/>
                  </a:lnTo>
                  <a:lnTo>
                    <a:pt x="1139690" y="184192"/>
                  </a:lnTo>
                  <a:lnTo>
                    <a:pt x="1145196" y="184192"/>
                  </a:lnTo>
                  <a:lnTo>
                    <a:pt x="1150702" y="184192"/>
                  </a:lnTo>
                  <a:lnTo>
                    <a:pt x="1150702" y="178436"/>
                  </a:lnTo>
                  <a:lnTo>
                    <a:pt x="1150702" y="172680"/>
                  </a:lnTo>
                  <a:lnTo>
                    <a:pt x="1150702" y="166924"/>
                  </a:lnTo>
                  <a:lnTo>
                    <a:pt x="1156207" y="166924"/>
                  </a:lnTo>
                  <a:lnTo>
                    <a:pt x="1161713" y="166924"/>
                  </a:lnTo>
                  <a:lnTo>
                    <a:pt x="1161713" y="161168"/>
                  </a:lnTo>
                  <a:lnTo>
                    <a:pt x="1161713" y="155412"/>
                  </a:lnTo>
                  <a:lnTo>
                    <a:pt x="1167219" y="155412"/>
                  </a:lnTo>
                  <a:lnTo>
                    <a:pt x="1172725" y="155412"/>
                  </a:lnTo>
                  <a:lnTo>
                    <a:pt x="1178230" y="155412"/>
                  </a:lnTo>
                  <a:lnTo>
                    <a:pt x="1189242" y="155412"/>
                  </a:lnTo>
                  <a:lnTo>
                    <a:pt x="1189242" y="149656"/>
                  </a:lnTo>
                  <a:lnTo>
                    <a:pt x="1189242" y="143900"/>
                  </a:lnTo>
                  <a:lnTo>
                    <a:pt x="1189242" y="138144"/>
                  </a:lnTo>
                  <a:lnTo>
                    <a:pt x="1189242" y="132388"/>
                  </a:lnTo>
                  <a:lnTo>
                    <a:pt x="1194748" y="132388"/>
                  </a:lnTo>
                  <a:lnTo>
                    <a:pt x="1194748" y="126632"/>
                  </a:lnTo>
                  <a:lnTo>
                    <a:pt x="1194748" y="120876"/>
                  </a:lnTo>
                  <a:lnTo>
                    <a:pt x="1200253" y="120876"/>
                  </a:lnTo>
                  <a:lnTo>
                    <a:pt x="1205759" y="120876"/>
                  </a:lnTo>
                  <a:lnTo>
                    <a:pt x="1211265" y="120876"/>
                  </a:lnTo>
                  <a:lnTo>
                    <a:pt x="1216771" y="120876"/>
                  </a:lnTo>
                  <a:lnTo>
                    <a:pt x="1216771" y="115120"/>
                  </a:lnTo>
                  <a:lnTo>
                    <a:pt x="1222276" y="115120"/>
                  </a:lnTo>
                  <a:lnTo>
                    <a:pt x="1222276" y="109364"/>
                  </a:lnTo>
                  <a:lnTo>
                    <a:pt x="1222276" y="103608"/>
                  </a:lnTo>
                  <a:lnTo>
                    <a:pt x="1227782" y="103608"/>
                  </a:lnTo>
                  <a:lnTo>
                    <a:pt x="1233288" y="103608"/>
                  </a:lnTo>
                  <a:lnTo>
                    <a:pt x="1238794" y="103608"/>
                  </a:lnTo>
                  <a:lnTo>
                    <a:pt x="1238794" y="97852"/>
                  </a:lnTo>
                  <a:lnTo>
                    <a:pt x="1244299" y="97852"/>
                  </a:lnTo>
                  <a:lnTo>
                    <a:pt x="1244299" y="92096"/>
                  </a:lnTo>
                  <a:lnTo>
                    <a:pt x="1244299" y="86340"/>
                  </a:lnTo>
                  <a:lnTo>
                    <a:pt x="1244299" y="80584"/>
                  </a:lnTo>
                  <a:lnTo>
                    <a:pt x="1249805" y="80584"/>
                  </a:lnTo>
                  <a:lnTo>
                    <a:pt x="1249805" y="74828"/>
                  </a:lnTo>
                  <a:lnTo>
                    <a:pt x="1255311" y="74828"/>
                  </a:lnTo>
                  <a:lnTo>
                    <a:pt x="1260817" y="74828"/>
                  </a:lnTo>
                  <a:lnTo>
                    <a:pt x="1266322" y="74828"/>
                  </a:lnTo>
                  <a:lnTo>
                    <a:pt x="1266322" y="69072"/>
                  </a:lnTo>
                  <a:lnTo>
                    <a:pt x="1266322" y="63316"/>
                  </a:lnTo>
                  <a:lnTo>
                    <a:pt x="1271828" y="63316"/>
                  </a:lnTo>
                  <a:lnTo>
                    <a:pt x="1271828" y="57560"/>
                  </a:lnTo>
                  <a:lnTo>
                    <a:pt x="1277334" y="57560"/>
                  </a:lnTo>
                  <a:lnTo>
                    <a:pt x="1282840" y="57560"/>
                  </a:lnTo>
                  <a:lnTo>
                    <a:pt x="1282840" y="51804"/>
                  </a:lnTo>
                  <a:lnTo>
                    <a:pt x="1288345" y="51804"/>
                  </a:lnTo>
                  <a:lnTo>
                    <a:pt x="1293851" y="51804"/>
                  </a:lnTo>
                  <a:lnTo>
                    <a:pt x="1299357" y="51804"/>
                  </a:lnTo>
                  <a:lnTo>
                    <a:pt x="1299357" y="46048"/>
                  </a:lnTo>
                  <a:lnTo>
                    <a:pt x="1304863" y="46048"/>
                  </a:lnTo>
                  <a:lnTo>
                    <a:pt x="1310368" y="46048"/>
                  </a:lnTo>
                  <a:lnTo>
                    <a:pt x="1315874" y="46048"/>
                  </a:lnTo>
                  <a:lnTo>
                    <a:pt x="1315874" y="40292"/>
                  </a:lnTo>
                  <a:lnTo>
                    <a:pt x="1321380" y="40292"/>
                  </a:lnTo>
                  <a:lnTo>
                    <a:pt x="1326886" y="40292"/>
                  </a:lnTo>
                  <a:lnTo>
                    <a:pt x="1332391" y="40292"/>
                  </a:lnTo>
                  <a:lnTo>
                    <a:pt x="1332391" y="34536"/>
                  </a:lnTo>
                  <a:lnTo>
                    <a:pt x="1337897" y="34536"/>
                  </a:lnTo>
                  <a:lnTo>
                    <a:pt x="1337897" y="28780"/>
                  </a:lnTo>
                  <a:lnTo>
                    <a:pt x="1337897" y="23024"/>
                  </a:lnTo>
                  <a:lnTo>
                    <a:pt x="1343403" y="23024"/>
                  </a:lnTo>
                  <a:lnTo>
                    <a:pt x="1348909" y="23024"/>
                  </a:lnTo>
                  <a:lnTo>
                    <a:pt x="1354414" y="23024"/>
                  </a:lnTo>
                  <a:lnTo>
                    <a:pt x="1359920" y="23024"/>
                  </a:lnTo>
                  <a:lnTo>
                    <a:pt x="1365426" y="23024"/>
                  </a:lnTo>
                  <a:lnTo>
                    <a:pt x="1370932" y="23024"/>
                  </a:lnTo>
                  <a:lnTo>
                    <a:pt x="1376437" y="23024"/>
                  </a:lnTo>
                  <a:lnTo>
                    <a:pt x="1381943" y="23024"/>
                  </a:lnTo>
                  <a:lnTo>
                    <a:pt x="1387449" y="23024"/>
                  </a:lnTo>
                  <a:lnTo>
                    <a:pt x="1392955" y="23024"/>
                  </a:lnTo>
                  <a:lnTo>
                    <a:pt x="1398460" y="23024"/>
                  </a:lnTo>
                  <a:lnTo>
                    <a:pt x="1403966" y="23024"/>
                  </a:lnTo>
                  <a:lnTo>
                    <a:pt x="1409472" y="23024"/>
                  </a:lnTo>
                  <a:lnTo>
                    <a:pt x="1414978" y="23024"/>
                  </a:lnTo>
                  <a:lnTo>
                    <a:pt x="1420483" y="23024"/>
                  </a:lnTo>
                  <a:lnTo>
                    <a:pt x="1425989" y="23024"/>
                  </a:lnTo>
                  <a:lnTo>
                    <a:pt x="1425989" y="17268"/>
                  </a:lnTo>
                  <a:lnTo>
                    <a:pt x="1437001" y="17268"/>
                  </a:lnTo>
                  <a:lnTo>
                    <a:pt x="1442506" y="17268"/>
                  </a:lnTo>
                  <a:lnTo>
                    <a:pt x="1448012" y="17268"/>
                  </a:lnTo>
                  <a:lnTo>
                    <a:pt x="1453518" y="17268"/>
                  </a:lnTo>
                  <a:lnTo>
                    <a:pt x="1459024" y="17268"/>
                  </a:lnTo>
                  <a:lnTo>
                    <a:pt x="1459024" y="11512"/>
                  </a:lnTo>
                  <a:lnTo>
                    <a:pt x="1464529" y="11512"/>
                  </a:lnTo>
                  <a:lnTo>
                    <a:pt x="1470035" y="11512"/>
                  </a:lnTo>
                  <a:lnTo>
                    <a:pt x="1470035" y="5756"/>
                  </a:lnTo>
                  <a:lnTo>
                    <a:pt x="1475541" y="5756"/>
                  </a:lnTo>
                  <a:lnTo>
                    <a:pt x="1475541" y="0"/>
                  </a:lnTo>
                  <a:lnTo>
                    <a:pt x="1481047" y="0"/>
                  </a:lnTo>
                  <a:lnTo>
                    <a:pt x="1486552" y="0"/>
                  </a:lnTo>
                  <a:lnTo>
                    <a:pt x="1492058" y="0"/>
                  </a:lnTo>
                  <a:lnTo>
                    <a:pt x="1497564" y="0"/>
                  </a:lnTo>
                  <a:lnTo>
                    <a:pt x="1503070" y="0"/>
                  </a:lnTo>
                  <a:lnTo>
                    <a:pt x="1508575" y="0"/>
                  </a:lnTo>
                  <a:lnTo>
                    <a:pt x="1514081" y="0"/>
                  </a:lnTo>
                  <a:lnTo>
                    <a:pt x="1519587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8494503" y="9191923"/>
              <a:ext cx="1671546" cy="1671546"/>
            </a:xfrm>
            <a:custGeom>
              <a:avLst/>
              <a:pathLst>
                <a:path w="1671546" h="1671546">
                  <a:moveTo>
                    <a:pt x="0" y="1671546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675" name="pg4675"/>
            <p:cNvSpPr/>
            <p:nvPr/>
          </p:nvSpPr>
          <p:spPr>
            <a:xfrm>
              <a:off x="8950379" y="10055906"/>
              <a:ext cx="1215669" cy="807562"/>
            </a:xfrm>
            <a:custGeom>
              <a:avLst/>
              <a:pathLst>
                <a:path w="1215669" h="807562">
                  <a:moveTo>
                    <a:pt x="1215669" y="807562"/>
                  </a:moveTo>
                  <a:lnTo>
                    <a:pt x="1215669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807562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tx4676"/>
            <p:cNvSpPr/>
            <p:nvPr/>
          </p:nvSpPr>
          <p:spPr>
            <a:xfrm>
              <a:off x="8995909" y="10070831"/>
              <a:ext cx="216416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0.46 [-0.266, 0.672]</a:t>
              </a:r>
            </a:p>
          </p:txBody>
        </p:sp>
        <p:sp>
          <p:nvSpPr>
            <p:cNvPr id="4677" name="tx4677"/>
            <p:cNvSpPr/>
            <p:nvPr/>
          </p:nvSpPr>
          <p:spPr>
            <a:xfrm>
              <a:off x="8995909" y="10316275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0.602</a:t>
              </a:r>
            </a:p>
          </p:txBody>
        </p:sp>
        <p:sp>
          <p:nvSpPr>
            <p:cNvPr id="4678" name="tx4678"/>
            <p:cNvSpPr/>
            <p:nvPr/>
          </p:nvSpPr>
          <p:spPr>
            <a:xfrm>
              <a:off x="8995909" y="10536228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0.584</a:t>
              </a:r>
            </a:p>
          </p:txBody>
        </p:sp>
        <p:sp>
          <p:nvSpPr>
            <p:cNvPr id="4679" name="tx4679"/>
            <p:cNvSpPr/>
            <p:nvPr/>
          </p:nvSpPr>
          <p:spPr>
            <a:xfrm>
              <a:off x="8995909" y="10754772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0.564</a:t>
              </a:r>
            </a:p>
          </p:txBody>
        </p:sp>
        <p:sp>
          <p:nvSpPr>
            <p:cNvPr id="4680" name="tx4680"/>
            <p:cNvSpPr/>
            <p:nvPr/>
          </p:nvSpPr>
          <p:spPr>
            <a:xfrm>
              <a:off x="8137952" y="1073442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681" name="tx4681"/>
            <p:cNvSpPr/>
            <p:nvPr/>
          </p:nvSpPr>
          <p:spPr>
            <a:xfrm>
              <a:off x="8137952" y="10354530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682" name="tx4682"/>
            <p:cNvSpPr/>
            <p:nvPr/>
          </p:nvSpPr>
          <p:spPr>
            <a:xfrm>
              <a:off x="8137952" y="997463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683" name="tx4683"/>
            <p:cNvSpPr/>
            <p:nvPr/>
          </p:nvSpPr>
          <p:spPr>
            <a:xfrm>
              <a:off x="8137952" y="959473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684" name="tx4684"/>
            <p:cNvSpPr/>
            <p:nvPr/>
          </p:nvSpPr>
          <p:spPr>
            <a:xfrm>
              <a:off x="8137952" y="9214840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685" name="tx4685"/>
            <p:cNvSpPr/>
            <p:nvPr/>
          </p:nvSpPr>
          <p:spPr>
            <a:xfrm>
              <a:off x="8432062" y="1094102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686" name="tx4686"/>
            <p:cNvSpPr/>
            <p:nvPr/>
          </p:nvSpPr>
          <p:spPr>
            <a:xfrm>
              <a:off x="8811959" y="1094102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687" name="tx4687"/>
            <p:cNvSpPr/>
            <p:nvPr/>
          </p:nvSpPr>
          <p:spPr>
            <a:xfrm>
              <a:off x="9191856" y="1094102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688" name="tx4688"/>
            <p:cNvSpPr/>
            <p:nvPr/>
          </p:nvSpPr>
          <p:spPr>
            <a:xfrm>
              <a:off x="9571753" y="1094102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689" name="tx4689"/>
            <p:cNvSpPr/>
            <p:nvPr/>
          </p:nvSpPr>
          <p:spPr>
            <a:xfrm>
              <a:off x="9951650" y="1094102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690" name="tx4690"/>
            <p:cNvSpPr/>
            <p:nvPr/>
          </p:nvSpPr>
          <p:spPr>
            <a:xfrm>
              <a:off x="7951892" y="1109075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4691" name="tx4691"/>
            <p:cNvSpPr/>
            <p:nvPr/>
          </p:nvSpPr>
          <p:spPr>
            <a:xfrm rot="-5400000">
              <a:off x="6766934" y="994426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4692" name="tx4692"/>
            <p:cNvSpPr/>
            <p:nvPr/>
          </p:nvSpPr>
          <p:spPr>
            <a:xfrm>
              <a:off x="8494503" y="891252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N.</a:t>
              </a:r>
            </a:p>
          </p:txBody>
        </p:sp>
        <p:sp>
          <p:nvSpPr>
            <p:cNvPr id="4693" name="rc4693"/>
            <p:cNvSpPr/>
            <p:nvPr/>
          </p:nvSpPr>
          <p:spPr>
            <a:xfrm>
              <a:off x="10698162" y="8823960"/>
              <a:ext cx="4937759" cy="25603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rc4694"/>
            <p:cNvSpPr/>
            <p:nvPr/>
          </p:nvSpPr>
          <p:spPr>
            <a:xfrm>
              <a:off x="11127101" y="9121238"/>
              <a:ext cx="4439232" cy="18531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11127101" y="108577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11127101" y="1053378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11127101" y="1020980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11127101" y="988582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11127101" y="956184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11127101" y="923787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12041666" y="912123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13102459" y="912123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14163251" y="912123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15224044" y="912123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11127101" y="1069577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11127101" y="1037179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11127101" y="1004781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11127101" y="972383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11127101" y="93998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11511269" y="912123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12572062" y="912123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13632855" y="912123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14693648" y="912123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4"/>
            <p:cNvSpPr/>
            <p:nvPr/>
          </p:nvSpPr>
          <p:spPr>
            <a:xfrm>
              <a:off x="11451966" y="10572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5"/>
            <p:cNvSpPr/>
            <p:nvPr/>
          </p:nvSpPr>
          <p:spPr>
            <a:xfrm>
              <a:off x="11725631" y="10684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6"/>
            <p:cNvSpPr/>
            <p:nvPr/>
          </p:nvSpPr>
          <p:spPr>
            <a:xfrm>
              <a:off x="14128595" y="10153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7"/>
            <p:cNvSpPr/>
            <p:nvPr/>
          </p:nvSpPr>
          <p:spPr>
            <a:xfrm>
              <a:off x="11427672" y="10659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8"/>
            <p:cNvSpPr/>
            <p:nvPr/>
          </p:nvSpPr>
          <p:spPr>
            <a:xfrm>
              <a:off x="11504127" y="10697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9"/>
            <p:cNvSpPr/>
            <p:nvPr/>
          </p:nvSpPr>
          <p:spPr>
            <a:xfrm>
              <a:off x="11471258" y="10701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20"/>
            <p:cNvSpPr/>
            <p:nvPr/>
          </p:nvSpPr>
          <p:spPr>
            <a:xfrm>
              <a:off x="11995723" y="10469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1"/>
            <p:cNvSpPr/>
            <p:nvPr/>
          </p:nvSpPr>
          <p:spPr>
            <a:xfrm>
              <a:off x="11587727" y="10752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2"/>
            <p:cNvSpPr/>
            <p:nvPr/>
          </p:nvSpPr>
          <p:spPr>
            <a:xfrm>
              <a:off x="11536280" y="10654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3"/>
            <p:cNvSpPr/>
            <p:nvPr/>
          </p:nvSpPr>
          <p:spPr>
            <a:xfrm>
              <a:off x="11804944" y="10238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4"/>
            <p:cNvSpPr/>
            <p:nvPr/>
          </p:nvSpPr>
          <p:spPr>
            <a:xfrm>
              <a:off x="13819918" y="10547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5"/>
            <p:cNvSpPr/>
            <p:nvPr/>
          </p:nvSpPr>
          <p:spPr>
            <a:xfrm>
              <a:off x="11424099" y="10761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6"/>
            <p:cNvSpPr/>
            <p:nvPr/>
          </p:nvSpPr>
          <p:spPr>
            <a:xfrm>
              <a:off x="11424099" y="10761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7"/>
            <p:cNvSpPr/>
            <p:nvPr/>
          </p:nvSpPr>
          <p:spPr>
            <a:xfrm>
              <a:off x="11446250" y="10676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8"/>
            <p:cNvSpPr/>
            <p:nvPr/>
          </p:nvSpPr>
          <p:spPr>
            <a:xfrm>
              <a:off x="12458024" y="10526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9"/>
            <p:cNvSpPr/>
            <p:nvPr/>
          </p:nvSpPr>
          <p:spPr>
            <a:xfrm>
              <a:off x="11471973" y="10601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30"/>
            <p:cNvSpPr/>
            <p:nvPr/>
          </p:nvSpPr>
          <p:spPr>
            <a:xfrm>
              <a:off x="11470544" y="10682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1"/>
            <p:cNvSpPr/>
            <p:nvPr/>
          </p:nvSpPr>
          <p:spPr>
            <a:xfrm>
              <a:off x="11407665" y="10622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2"/>
            <p:cNvSpPr/>
            <p:nvPr/>
          </p:nvSpPr>
          <p:spPr>
            <a:xfrm>
              <a:off x="11381942" y="10624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3"/>
            <p:cNvSpPr/>
            <p:nvPr/>
          </p:nvSpPr>
          <p:spPr>
            <a:xfrm>
              <a:off x="11483405" y="10656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4"/>
            <p:cNvSpPr/>
            <p:nvPr/>
          </p:nvSpPr>
          <p:spPr>
            <a:xfrm>
              <a:off x="12161494" y="10258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5"/>
            <p:cNvSpPr/>
            <p:nvPr/>
          </p:nvSpPr>
          <p:spPr>
            <a:xfrm>
              <a:off x="12142916" y="10173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6"/>
            <p:cNvSpPr/>
            <p:nvPr/>
          </p:nvSpPr>
          <p:spPr>
            <a:xfrm>
              <a:off x="12441590" y="10136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7"/>
            <p:cNvSpPr/>
            <p:nvPr/>
          </p:nvSpPr>
          <p:spPr>
            <a:xfrm>
              <a:off x="11662038" y="10554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8"/>
            <p:cNvSpPr/>
            <p:nvPr/>
          </p:nvSpPr>
          <p:spPr>
            <a:xfrm>
              <a:off x="11481262" y="10555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9"/>
            <p:cNvSpPr/>
            <p:nvPr/>
          </p:nvSpPr>
          <p:spPr>
            <a:xfrm>
              <a:off x="13371908" y="10574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40"/>
            <p:cNvSpPr/>
            <p:nvPr/>
          </p:nvSpPr>
          <p:spPr>
            <a:xfrm>
              <a:off x="13353330" y="10544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1"/>
            <p:cNvSpPr/>
            <p:nvPr/>
          </p:nvSpPr>
          <p:spPr>
            <a:xfrm>
              <a:off x="11703480" y="10654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2"/>
            <p:cNvSpPr/>
            <p:nvPr/>
          </p:nvSpPr>
          <p:spPr>
            <a:xfrm>
              <a:off x="11474831" y="10560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3"/>
            <p:cNvSpPr/>
            <p:nvPr/>
          </p:nvSpPr>
          <p:spPr>
            <a:xfrm>
              <a:off x="11404092" y="10730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4"/>
            <p:cNvSpPr/>
            <p:nvPr/>
          </p:nvSpPr>
          <p:spPr>
            <a:xfrm>
              <a:off x="11487692" y="10611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5"/>
            <p:cNvSpPr/>
            <p:nvPr/>
          </p:nvSpPr>
          <p:spPr>
            <a:xfrm>
              <a:off x="11368366" y="10612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6"/>
            <p:cNvSpPr/>
            <p:nvPr/>
          </p:nvSpPr>
          <p:spPr>
            <a:xfrm>
              <a:off x="11435532" y="10623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7"/>
            <p:cNvSpPr/>
            <p:nvPr/>
          </p:nvSpPr>
          <p:spPr>
            <a:xfrm>
              <a:off x="11524133" y="10618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8"/>
            <p:cNvSpPr/>
            <p:nvPr/>
          </p:nvSpPr>
          <p:spPr>
            <a:xfrm>
              <a:off x="11411238" y="10673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9"/>
            <p:cNvSpPr/>
            <p:nvPr/>
          </p:nvSpPr>
          <p:spPr>
            <a:xfrm>
              <a:off x="11419097" y="10675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50"/>
            <p:cNvSpPr/>
            <p:nvPr/>
          </p:nvSpPr>
          <p:spPr>
            <a:xfrm>
              <a:off x="11612021" y="10613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1"/>
            <p:cNvSpPr/>
            <p:nvPr/>
          </p:nvSpPr>
          <p:spPr>
            <a:xfrm>
              <a:off x="14100729" y="10340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2"/>
            <p:cNvSpPr/>
            <p:nvPr/>
          </p:nvSpPr>
          <p:spPr>
            <a:xfrm>
              <a:off x="11665610" y="10597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3"/>
            <p:cNvSpPr/>
            <p:nvPr/>
          </p:nvSpPr>
          <p:spPr>
            <a:xfrm>
              <a:off x="12058602" y="10696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4"/>
            <p:cNvSpPr/>
            <p:nvPr/>
          </p:nvSpPr>
          <p:spPr>
            <a:xfrm>
              <a:off x="11426243" y="10565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5"/>
            <p:cNvSpPr/>
            <p:nvPr/>
          </p:nvSpPr>
          <p:spPr>
            <a:xfrm>
              <a:off x="11523419" y="10591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6"/>
            <p:cNvSpPr/>
            <p:nvPr/>
          </p:nvSpPr>
          <p:spPr>
            <a:xfrm>
              <a:off x="11524848" y="10696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7"/>
            <p:cNvSpPr/>
            <p:nvPr/>
          </p:nvSpPr>
          <p:spPr>
            <a:xfrm>
              <a:off x="11651320" y="10663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8"/>
            <p:cNvSpPr/>
            <p:nvPr/>
          </p:nvSpPr>
          <p:spPr>
            <a:xfrm>
              <a:off x="11483405" y="10638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9"/>
            <p:cNvSpPr/>
            <p:nvPr/>
          </p:nvSpPr>
          <p:spPr>
            <a:xfrm>
              <a:off x="11537709" y="10575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60"/>
            <p:cNvSpPr/>
            <p:nvPr/>
          </p:nvSpPr>
          <p:spPr>
            <a:xfrm>
              <a:off x="11469829" y="10626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1"/>
            <p:cNvSpPr/>
            <p:nvPr/>
          </p:nvSpPr>
          <p:spPr>
            <a:xfrm>
              <a:off x="11511986" y="10669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2"/>
            <p:cNvSpPr/>
            <p:nvPr/>
          </p:nvSpPr>
          <p:spPr>
            <a:xfrm>
              <a:off x="12998923" y="103115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3"/>
            <p:cNvSpPr/>
            <p:nvPr/>
          </p:nvSpPr>
          <p:spPr>
            <a:xfrm>
              <a:off x="13101101" y="10303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4"/>
            <p:cNvSpPr/>
            <p:nvPr/>
          </p:nvSpPr>
          <p:spPr>
            <a:xfrm>
              <a:off x="11554144" y="10725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5"/>
            <p:cNvSpPr/>
            <p:nvPr/>
          </p:nvSpPr>
          <p:spPr>
            <a:xfrm>
              <a:off x="11630598" y="10705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6"/>
            <p:cNvSpPr/>
            <p:nvPr/>
          </p:nvSpPr>
          <p:spPr>
            <a:xfrm>
              <a:off x="11438390" y="10694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7"/>
            <p:cNvSpPr/>
            <p:nvPr/>
          </p:nvSpPr>
          <p:spPr>
            <a:xfrm>
              <a:off x="11414096" y="10583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8"/>
            <p:cNvSpPr/>
            <p:nvPr/>
          </p:nvSpPr>
          <p:spPr>
            <a:xfrm>
              <a:off x="13085382" y="9936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9"/>
            <p:cNvSpPr/>
            <p:nvPr/>
          </p:nvSpPr>
          <p:spPr>
            <a:xfrm>
              <a:off x="11386229" y="10587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70"/>
            <p:cNvSpPr/>
            <p:nvPr/>
          </p:nvSpPr>
          <p:spPr>
            <a:xfrm>
              <a:off x="11341214" y="10582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1"/>
            <p:cNvSpPr/>
            <p:nvPr/>
          </p:nvSpPr>
          <p:spPr>
            <a:xfrm>
              <a:off x="12445877" y="10561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2"/>
            <p:cNvSpPr/>
            <p:nvPr/>
          </p:nvSpPr>
          <p:spPr>
            <a:xfrm>
              <a:off x="14057142" y="10227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3"/>
            <p:cNvSpPr/>
            <p:nvPr/>
          </p:nvSpPr>
          <p:spPr>
            <a:xfrm>
              <a:off x="14203621" y="10155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4"/>
            <p:cNvSpPr/>
            <p:nvPr/>
          </p:nvSpPr>
          <p:spPr>
            <a:xfrm>
              <a:off x="11485549" y="10677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5"/>
            <p:cNvSpPr/>
            <p:nvPr/>
          </p:nvSpPr>
          <p:spPr>
            <a:xfrm>
              <a:off x="11491265" y="10633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6"/>
            <p:cNvSpPr/>
            <p:nvPr/>
          </p:nvSpPr>
          <p:spPr>
            <a:xfrm>
              <a:off x="13171125" y="10407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7"/>
            <p:cNvSpPr/>
            <p:nvPr/>
          </p:nvSpPr>
          <p:spPr>
            <a:xfrm>
              <a:off x="13197563" y="10509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8"/>
            <p:cNvSpPr/>
            <p:nvPr/>
          </p:nvSpPr>
          <p:spPr>
            <a:xfrm>
              <a:off x="11509843" y="10513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9"/>
            <p:cNvSpPr/>
            <p:nvPr/>
          </p:nvSpPr>
          <p:spPr>
            <a:xfrm>
              <a:off x="13642715" y="10486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80"/>
            <p:cNvSpPr/>
            <p:nvPr/>
          </p:nvSpPr>
          <p:spPr>
            <a:xfrm>
              <a:off x="12963911" y="10276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1"/>
            <p:cNvSpPr/>
            <p:nvPr/>
          </p:nvSpPr>
          <p:spPr>
            <a:xfrm>
              <a:off x="13262585" y="10261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2"/>
            <p:cNvSpPr/>
            <p:nvPr/>
          </p:nvSpPr>
          <p:spPr>
            <a:xfrm>
              <a:off x="13469084" y="10260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3"/>
            <p:cNvSpPr/>
            <p:nvPr/>
          </p:nvSpPr>
          <p:spPr>
            <a:xfrm>
              <a:off x="11458397" y="10741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4"/>
            <p:cNvSpPr/>
            <p:nvPr/>
          </p:nvSpPr>
          <p:spPr>
            <a:xfrm>
              <a:off x="11458397" y="10741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5"/>
            <p:cNvSpPr/>
            <p:nvPr/>
          </p:nvSpPr>
          <p:spPr>
            <a:xfrm>
              <a:off x="11451966" y="10703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6"/>
            <p:cNvSpPr/>
            <p:nvPr/>
          </p:nvSpPr>
          <p:spPr>
            <a:xfrm>
              <a:off x="11460540" y="10742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7"/>
            <p:cNvSpPr/>
            <p:nvPr/>
          </p:nvSpPr>
          <p:spPr>
            <a:xfrm>
              <a:off x="11516274" y="10644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8"/>
            <p:cNvSpPr/>
            <p:nvPr/>
          </p:nvSpPr>
          <p:spPr>
            <a:xfrm>
              <a:off x="12119337" y="10576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9"/>
            <p:cNvSpPr/>
            <p:nvPr/>
          </p:nvSpPr>
          <p:spPr>
            <a:xfrm>
              <a:off x="11408380" y="10540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90"/>
            <p:cNvSpPr/>
            <p:nvPr/>
          </p:nvSpPr>
          <p:spPr>
            <a:xfrm>
              <a:off x="12220086" y="10206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1"/>
            <p:cNvSpPr/>
            <p:nvPr/>
          </p:nvSpPr>
          <p:spPr>
            <a:xfrm>
              <a:off x="11772075" y="10561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2"/>
            <p:cNvSpPr/>
            <p:nvPr/>
          </p:nvSpPr>
          <p:spPr>
            <a:xfrm>
              <a:off x="11415525" y="10583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3"/>
            <p:cNvSpPr/>
            <p:nvPr/>
          </p:nvSpPr>
          <p:spPr>
            <a:xfrm>
              <a:off x="11557002" y="10713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4"/>
            <p:cNvSpPr/>
            <p:nvPr/>
          </p:nvSpPr>
          <p:spPr>
            <a:xfrm>
              <a:off x="12079323" y="10592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5"/>
            <p:cNvSpPr/>
            <p:nvPr/>
          </p:nvSpPr>
          <p:spPr>
            <a:xfrm>
              <a:off x="12932472" y="10495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6"/>
            <p:cNvSpPr/>
            <p:nvPr/>
          </p:nvSpPr>
          <p:spPr>
            <a:xfrm>
              <a:off x="11479833" y="10653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7"/>
            <p:cNvSpPr/>
            <p:nvPr/>
          </p:nvSpPr>
          <p:spPr>
            <a:xfrm>
              <a:off x="11519132" y="10686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8"/>
            <p:cNvSpPr/>
            <p:nvPr/>
          </p:nvSpPr>
          <p:spPr>
            <a:xfrm>
              <a:off x="11459826" y="10656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9"/>
            <p:cNvSpPr/>
            <p:nvPr/>
          </p:nvSpPr>
          <p:spPr>
            <a:xfrm>
              <a:off x="11509128" y="10604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800"/>
            <p:cNvSpPr/>
            <p:nvPr/>
          </p:nvSpPr>
          <p:spPr>
            <a:xfrm>
              <a:off x="11486978" y="10645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1"/>
            <p:cNvSpPr/>
            <p:nvPr/>
          </p:nvSpPr>
          <p:spPr>
            <a:xfrm>
              <a:off x="12853159" y="10602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2"/>
            <p:cNvSpPr/>
            <p:nvPr/>
          </p:nvSpPr>
          <p:spPr>
            <a:xfrm>
              <a:off x="11520561" y="10596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3"/>
            <p:cNvSpPr/>
            <p:nvPr/>
          </p:nvSpPr>
          <p:spPr>
            <a:xfrm>
              <a:off x="13647002" y="10450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4"/>
            <p:cNvSpPr/>
            <p:nvPr/>
          </p:nvSpPr>
          <p:spPr>
            <a:xfrm>
              <a:off x="13699877" y="10297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5"/>
            <p:cNvSpPr/>
            <p:nvPr/>
          </p:nvSpPr>
          <p:spPr>
            <a:xfrm>
              <a:off x="11755641" y="10714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6"/>
            <p:cNvSpPr/>
            <p:nvPr/>
          </p:nvSpPr>
          <p:spPr>
            <a:xfrm>
              <a:off x="11434103" y="10544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7"/>
            <p:cNvSpPr/>
            <p:nvPr/>
          </p:nvSpPr>
          <p:spPr>
            <a:xfrm>
              <a:off x="12821720" y="10376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8"/>
            <p:cNvSpPr/>
            <p:nvPr/>
          </p:nvSpPr>
          <p:spPr>
            <a:xfrm>
              <a:off x="12332981" y="10163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9"/>
            <p:cNvSpPr/>
            <p:nvPr/>
          </p:nvSpPr>
          <p:spPr>
            <a:xfrm>
              <a:off x="11487692" y="10704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10"/>
            <p:cNvSpPr/>
            <p:nvPr/>
          </p:nvSpPr>
          <p:spPr>
            <a:xfrm>
              <a:off x="11491980" y="10677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1"/>
            <p:cNvSpPr/>
            <p:nvPr/>
          </p:nvSpPr>
          <p:spPr>
            <a:xfrm>
              <a:off x="11448393" y="10591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2"/>
            <p:cNvSpPr/>
            <p:nvPr/>
          </p:nvSpPr>
          <p:spPr>
            <a:xfrm>
              <a:off x="11520561" y="10602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3"/>
            <p:cNvSpPr/>
            <p:nvPr/>
          </p:nvSpPr>
          <p:spPr>
            <a:xfrm>
              <a:off x="11423385" y="10669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4"/>
            <p:cNvSpPr/>
            <p:nvPr/>
          </p:nvSpPr>
          <p:spPr>
            <a:xfrm>
              <a:off x="12018588" y="10569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5"/>
            <p:cNvSpPr/>
            <p:nvPr/>
          </p:nvSpPr>
          <p:spPr>
            <a:xfrm>
              <a:off x="11534137" y="10750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6"/>
            <p:cNvSpPr/>
            <p:nvPr/>
          </p:nvSpPr>
          <p:spPr>
            <a:xfrm>
              <a:off x="11749210" y="10225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7"/>
            <p:cNvSpPr/>
            <p:nvPr/>
          </p:nvSpPr>
          <p:spPr>
            <a:xfrm>
              <a:off x="12590212" y="10427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8"/>
            <p:cNvSpPr/>
            <p:nvPr/>
          </p:nvSpPr>
          <p:spPr>
            <a:xfrm>
              <a:off x="11538424" y="10664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9"/>
            <p:cNvSpPr/>
            <p:nvPr/>
          </p:nvSpPr>
          <p:spPr>
            <a:xfrm>
              <a:off x="11544140" y="10688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20"/>
            <p:cNvSpPr/>
            <p:nvPr/>
          </p:nvSpPr>
          <p:spPr>
            <a:xfrm>
              <a:off x="11520561" y="10716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1"/>
            <p:cNvSpPr/>
            <p:nvPr/>
          </p:nvSpPr>
          <p:spPr>
            <a:xfrm>
              <a:off x="11500554" y="10646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2"/>
            <p:cNvSpPr/>
            <p:nvPr/>
          </p:nvSpPr>
          <p:spPr>
            <a:xfrm>
              <a:off x="11494123" y="10609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3"/>
            <p:cNvSpPr/>
            <p:nvPr/>
          </p:nvSpPr>
          <p:spPr>
            <a:xfrm>
              <a:off x="11506270" y="10635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4"/>
            <p:cNvSpPr/>
            <p:nvPr/>
          </p:nvSpPr>
          <p:spPr>
            <a:xfrm>
              <a:off x="11464113" y="10661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5"/>
            <p:cNvSpPr/>
            <p:nvPr/>
          </p:nvSpPr>
          <p:spPr>
            <a:xfrm>
              <a:off x="11506270" y="10610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6"/>
            <p:cNvSpPr/>
            <p:nvPr/>
          </p:nvSpPr>
          <p:spPr>
            <a:xfrm>
              <a:off x="11454109" y="10606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7"/>
            <p:cNvSpPr/>
            <p:nvPr/>
          </p:nvSpPr>
          <p:spPr>
            <a:xfrm>
              <a:off x="11493409" y="10591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8"/>
            <p:cNvSpPr/>
            <p:nvPr/>
          </p:nvSpPr>
          <p:spPr>
            <a:xfrm>
              <a:off x="11501268" y="10619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9"/>
            <p:cNvSpPr/>
            <p:nvPr/>
          </p:nvSpPr>
          <p:spPr>
            <a:xfrm>
              <a:off x="11855675" y="10458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30"/>
            <p:cNvSpPr/>
            <p:nvPr/>
          </p:nvSpPr>
          <p:spPr>
            <a:xfrm>
              <a:off x="11534137" y="10692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1"/>
            <p:cNvSpPr/>
            <p:nvPr/>
          </p:nvSpPr>
          <p:spPr>
            <a:xfrm>
              <a:off x="11554858" y="10733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2"/>
            <p:cNvSpPr/>
            <p:nvPr/>
          </p:nvSpPr>
          <p:spPr>
            <a:xfrm>
              <a:off x="11491980" y="106202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3"/>
            <p:cNvSpPr/>
            <p:nvPr/>
          </p:nvSpPr>
          <p:spPr>
            <a:xfrm>
              <a:off x="11520561" y="10617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4"/>
            <p:cNvSpPr/>
            <p:nvPr/>
          </p:nvSpPr>
          <p:spPr>
            <a:xfrm>
              <a:off x="11326209" y="10612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5"/>
            <p:cNvSpPr/>
            <p:nvPr/>
          </p:nvSpPr>
          <p:spPr>
            <a:xfrm>
              <a:off x="12565918" y="10584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6"/>
            <p:cNvSpPr/>
            <p:nvPr/>
          </p:nvSpPr>
          <p:spPr>
            <a:xfrm>
              <a:off x="12883170" y="10570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7"/>
            <p:cNvSpPr/>
            <p:nvPr/>
          </p:nvSpPr>
          <p:spPr>
            <a:xfrm>
              <a:off x="11488407" y="10706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8"/>
            <p:cNvSpPr/>
            <p:nvPr/>
          </p:nvSpPr>
          <p:spPr>
            <a:xfrm>
              <a:off x="11496267" y="10720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9"/>
            <p:cNvSpPr/>
            <p:nvPr/>
          </p:nvSpPr>
          <p:spPr>
            <a:xfrm>
              <a:off x="11623453" y="10692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40"/>
            <p:cNvSpPr/>
            <p:nvPr/>
          </p:nvSpPr>
          <p:spPr>
            <a:xfrm>
              <a:off x="11501268" y="10637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1"/>
            <p:cNvSpPr/>
            <p:nvPr/>
          </p:nvSpPr>
          <p:spPr>
            <a:xfrm>
              <a:off x="11429815" y="10709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2"/>
            <p:cNvSpPr/>
            <p:nvPr/>
          </p:nvSpPr>
          <p:spPr>
            <a:xfrm>
              <a:off x="11379084" y="10659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3"/>
            <p:cNvSpPr/>
            <p:nvPr/>
          </p:nvSpPr>
          <p:spPr>
            <a:xfrm>
              <a:off x="12007156" y="10431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4"/>
            <p:cNvSpPr/>
            <p:nvPr/>
          </p:nvSpPr>
          <p:spPr>
            <a:xfrm>
              <a:off x="11499839" y="10679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5"/>
            <p:cNvSpPr/>
            <p:nvPr/>
          </p:nvSpPr>
          <p:spPr>
            <a:xfrm>
              <a:off x="11515559" y="107379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6"/>
            <p:cNvSpPr/>
            <p:nvPr/>
          </p:nvSpPr>
          <p:spPr>
            <a:xfrm>
              <a:off x="13967112" y="10590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7"/>
            <p:cNvSpPr/>
            <p:nvPr/>
          </p:nvSpPr>
          <p:spPr>
            <a:xfrm>
              <a:off x="13729888" y="10634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8"/>
            <p:cNvSpPr/>
            <p:nvPr/>
          </p:nvSpPr>
          <p:spPr>
            <a:xfrm>
              <a:off x="11391231" y="10585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9"/>
            <p:cNvSpPr/>
            <p:nvPr/>
          </p:nvSpPr>
          <p:spPr>
            <a:xfrm>
              <a:off x="13006783" y="10227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50"/>
            <p:cNvSpPr/>
            <p:nvPr/>
          </p:nvSpPr>
          <p:spPr>
            <a:xfrm>
              <a:off x="11432674" y="1063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1"/>
            <p:cNvSpPr/>
            <p:nvPr/>
          </p:nvSpPr>
          <p:spPr>
            <a:xfrm>
              <a:off x="11842814" y="10581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2"/>
            <p:cNvSpPr/>
            <p:nvPr/>
          </p:nvSpPr>
          <p:spPr>
            <a:xfrm>
              <a:off x="12008585" y="10574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3"/>
            <p:cNvSpPr/>
            <p:nvPr/>
          </p:nvSpPr>
          <p:spPr>
            <a:xfrm>
              <a:off x="11448393" y="10726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4"/>
            <p:cNvSpPr/>
            <p:nvPr/>
          </p:nvSpPr>
          <p:spPr>
            <a:xfrm>
              <a:off x="11513415" y="10760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5"/>
            <p:cNvSpPr/>
            <p:nvPr/>
          </p:nvSpPr>
          <p:spPr>
            <a:xfrm>
              <a:off x="11500554" y="10766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6"/>
            <p:cNvSpPr/>
            <p:nvPr/>
          </p:nvSpPr>
          <p:spPr>
            <a:xfrm>
              <a:off x="11511986" y="10738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7"/>
            <p:cNvSpPr/>
            <p:nvPr/>
          </p:nvSpPr>
          <p:spPr>
            <a:xfrm>
              <a:off x="11520561" y="10757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8"/>
            <p:cNvSpPr/>
            <p:nvPr/>
          </p:nvSpPr>
          <p:spPr>
            <a:xfrm>
              <a:off x="11456968" y="10637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9"/>
            <p:cNvSpPr/>
            <p:nvPr/>
          </p:nvSpPr>
          <p:spPr>
            <a:xfrm>
              <a:off x="11802800" y="10471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60"/>
            <p:cNvSpPr/>
            <p:nvPr/>
          </p:nvSpPr>
          <p:spPr>
            <a:xfrm>
              <a:off x="11413381" y="10670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1"/>
            <p:cNvSpPr/>
            <p:nvPr/>
          </p:nvSpPr>
          <p:spPr>
            <a:xfrm>
              <a:off x="11377655" y="10655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2"/>
            <p:cNvSpPr/>
            <p:nvPr/>
          </p:nvSpPr>
          <p:spPr>
            <a:xfrm>
              <a:off x="11410523" y="10692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3"/>
            <p:cNvSpPr/>
            <p:nvPr/>
          </p:nvSpPr>
          <p:spPr>
            <a:xfrm>
              <a:off x="11484834" y="10703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4"/>
            <p:cNvSpPr/>
            <p:nvPr/>
          </p:nvSpPr>
          <p:spPr>
            <a:xfrm>
              <a:off x="11454824" y="10748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5"/>
            <p:cNvSpPr/>
            <p:nvPr/>
          </p:nvSpPr>
          <p:spPr>
            <a:xfrm>
              <a:off x="11399805" y="10636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6"/>
            <p:cNvSpPr/>
            <p:nvPr/>
          </p:nvSpPr>
          <p:spPr>
            <a:xfrm>
              <a:off x="11422670" y="10663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7"/>
            <p:cNvSpPr/>
            <p:nvPr/>
          </p:nvSpPr>
          <p:spPr>
            <a:xfrm>
              <a:off x="11414096" y="10675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8"/>
            <p:cNvSpPr/>
            <p:nvPr/>
          </p:nvSpPr>
          <p:spPr>
            <a:xfrm>
              <a:off x="11533422" y="10656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9"/>
            <p:cNvSpPr/>
            <p:nvPr/>
          </p:nvSpPr>
          <p:spPr>
            <a:xfrm>
              <a:off x="11632027" y="10694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70"/>
            <p:cNvSpPr/>
            <p:nvPr/>
          </p:nvSpPr>
          <p:spPr>
            <a:xfrm>
              <a:off x="12352274" y="10163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1"/>
            <p:cNvSpPr/>
            <p:nvPr/>
          </p:nvSpPr>
          <p:spPr>
            <a:xfrm>
              <a:off x="12105761" y="10485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2"/>
            <p:cNvSpPr/>
            <p:nvPr/>
          </p:nvSpPr>
          <p:spPr>
            <a:xfrm>
              <a:off x="11468400" y="10688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3"/>
            <p:cNvSpPr/>
            <p:nvPr/>
          </p:nvSpPr>
          <p:spPr>
            <a:xfrm>
              <a:off x="12162923" y="10645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4"/>
            <p:cNvSpPr/>
            <p:nvPr/>
          </p:nvSpPr>
          <p:spPr>
            <a:xfrm>
              <a:off x="12134342" y="10580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5"/>
            <p:cNvSpPr/>
            <p:nvPr/>
          </p:nvSpPr>
          <p:spPr>
            <a:xfrm>
              <a:off x="12125768" y="10630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6"/>
            <p:cNvSpPr/>
            <p:nvPr/>
          </p:nvSpPr>
          <p:spPr>
            <a:xfrm>
              <a:off x="12142202" y="10445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7"/>
            <p:cNvSpPr/>
            <p:nvPr/>
          </p:nvSpPr>
          <p:spPr>
            <a:xfrm>
              <a:off x="11582725" y="10717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8"/>
            <p:cNvSpPr/>
            <p:nvPr/>
          </p:nvSpPr>
          <p:spPr>
            <a:xfrm>
              <a:off x="12082896" y="10728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9"/>
            <p:cNvSpPr/>
            <p:nvPr/>
          </p:nvSpPr>
          <p:spPr>
            <a:xfrm>
              <a:off x="12147204" y="10602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80"/>
            <p:cNvSpPr/>
            <p:nvPr/>
          </p:nvSpPr>
          <p:spPr>
            <a:xfrm>
              <a:off x="12474458" y="10186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1"/>
            <p:cNvSpPr/>
            <p:nvPr/>
          </p:nvSpPr>
          <p:spPr>
            <a:xfrm>
              <a:off x="11368366" y="10539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2"/>
            <p:cNvSpPr/>
            <p:nvPr/>
          </p:nvSpPr>
          <p:spPr>
            <a:xfrm>
              <a:off x="11446964" y="10336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3"/>
            <p:cNvSpPr/>
            <p:nvPr/>
          </p:nvSpPr>
          <p:spPr>
            <a:xfrm>
              <a:off x="11425528" y="10249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4"/>
            <p:cNvSpPr/>
            <p:nvPr/>
          </p:nvSpPr>
          <p:spPr>
            <a:xfrm>
              <a:off x="13062517" y="10253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5"/>
            <p:cNvSpPr/>
            <p:nvPr/>
          </p:nvSpPr>
          <p:spPr>
            <a:xfrm>
              <a:off x="13120393" y="10122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6"/>
            <p:cNvSpPr/>
            <p:nvPr/>
          </p:nvSpPr>
          <p:spPr>
            <a:xfrm>
              <a:off x="13538394" y="10025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7"/>
            <p:cNvSpPr/>
            <p:nvPr/>
          </p:nvSpPr>
          <p:spPr>
            <a:xfrm>
              <a:off x="11558431" y="10607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8"/>
            <p:cNvSpPr/>
            <p:nvPr/>
          </p:nvSpPr>
          <p:spPr>
            <a:xfrm>
              <a:off x="12193648" y="10223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9"/>
            <p:cNvSpPr/>
            <p:nvPr/>
          </p:nvSpPr>
          <p:spPr>
            <a:xfrm>
              <a:off x="12241522" y="10314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90"/>
            <p:cNvSpPr/>
            <p:nvPr/>
          </p:nvSpPr>
          <p:spPr>
            <a:xfrm>
              <a:off x="12803857" y="10374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1"/>
            <p:cNvSpPr/>
            <p:nvPr/>
          </p:nvSpPr>
          <p:spPr>
            <a:xfrm>
              <a:off x="12317976" y="10447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2"/>
            <p:cNvSpPr/>
            <p:nvPr/>
          </p:nvSpPr>
          <p:spPr>
            <a:xfrm>
              <a:off x="12190790" y="10411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3"/>
            <p:cNvSpPr/>
            <p:nvPr/>
          </p:nvSpPr>
          <p:spPr>
            <a:xfrm>
              <a:off x="11482691" y="10628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4"/>
            <p:cNvSpPr/>
            <p:nvPr/>
          </p:nvSpPr>
          <p:spPr>
            <a:xfrm>
              <a:off x="11499125" y="10626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5"/>
            <p:cNvSpPr/>
            <p:nvPr/>
          </p:nvSpPr>
          <p:spPr>
            <a:xfrm>
              <a:off x="11452680" y="10641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6"/>
            <p:cNvSpPr/>
            <p:nvPr/>
          </p:nvSpPr>
          <p:spPr>
            <a:xfrm>
              <a:off x="11401949" y="10604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7"/>
            <p:cNvSpPr/>
            <p:nvPr/>
          </p:nvSpPr>
          <p:spPr>
            <a:xfrm>
              <a:off x="13083952" y="10343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8"/>
            <p:cNvSpPr/>
            <p:nvPr/>
          </p:nvSpPr>
          <p:spPr>
            <a:xfrm>
              <a:off x="13083952" y="10343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9"/>
            <p:cNvSpPr/>
            <p:nvPr/>
          </p:nvSpPr>
          <p:spPr>
            <a:xfrm>
              <a:off x="12060745" y="10513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900"/>
            <p:cNvSpPr/>
            <p:nvPr/>
          </p:nvSpPr>
          <p:spPr>
            <a:xfrm>
              <a:off x="11378369" y="10661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1"/>
            <p:cNvSpPr/>
            <p:nvPr/>
          </p:nvSpPr>
          <p:spPr>
            <a:xfrm>
              <a:off x="11459111" y="10676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2"/>
            <p:cNvSpPr/>
            <p:nvPr/>
          </p:nvSpPr>
          <p:spPr>
            <a:xfrm>
              <a:off x="13213997" y="10246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3"/>
            <p:cNvSpPr/>
            <p:nvPr/>
          </p:nvSpPr>
          <p:spPr>
            <a:xfrm>
              <a:off x="13213997" y="10246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4"/>
            <p:cNvSpPr/>
            <p:nvPr/>
          </p:nvSpPr>
          <p:spPr>
            <a:xfrm>
              <a:off x="11645603" y="10624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5"/>
            <p:cNvSpPr/>
            <p:nvPr/>
          </p:nvSpPr>
          <p:spPr>
            <a:xfrm>
              <a:off x="11763501" y="10616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6"/>
            <p:cNvSpPr/>
            <p:nvPr/>
          </p:nvSpPr>
          <p:spPr>
            <a:xfrm>
              <a:off x="11544140" y="10727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7"/>
            <p:cNvSpPr/>
            <p:nvPr/>
          </p:nvSpPr>
          <p:spPr>
            <a:xfrm>
              <a:off x="12034308" y="10414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8"/>
            <p:cNvSpPr/>
            <p:nvPr/>
          </p:nvSpPr>
          <p:spPr>
            <a:xfrm>
              <a:off x="11411952" y="10491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9"/>
            <p:cNvSpPr/>
            <p:nvPr/>
          </p:nvSpPr>
          <p:spPr>
            <a:xfrm>
              <a:off x="11463398" y="10546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10"/>
            <p:cNvSpPr/>
            <p:nvPr/>
          </p:nvSpPr>
          <p:spPr>
            <a:xfrm>
              <a:off x="11463398" y="10529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1"/>
            <p:cNvSpPr/>
            <p:nvPr/>
          </p:nvSpPr>
          <p:spPr>
            <a:xfrm>
              <a:off x="11453395" y="10600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2"/>
            <p:cNvSpPr/>
            <p:nvPr/>
          </p:nvSpPr>
          <p:spPr>
            <a:xfrm>
              <a:off x="11525562" y="10749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3"/>
            <p:cNvSpPr/>
            <p:nvPr/>
          </p:nvSpPr>
          <p:spPr>
            <a:xfrm>
              <a:off x="11963569" y="10557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4"/>
            <p:cNvSpPr/>
            <p:nvPr/>
          </p:nvSpPr>
          <p:spPr>
            <a:xfrm>
              <a:off x="12174356" y="10499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5"/>
            <p:cNvSpPr/>
            <p:nvPr/>
          </p:nvSpPr>
          <p:spPr>
            <a:xfrm>
              <a:off x="12432301" y="10548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6"/>
            <p:cNvSpPr/>
            <p:nvPr/>
          </p:nvSpPr>
          <p:spPr>
            <a:xfrm>
              <a:off x="11569149" y="10757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7"/>
            <p:cNvSpPr/>
            <p:nvPr/>
          </p:nvSpPr>
          <p:spPr>
            <a:xfrm>
              <a:off x="11484120" y="9930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8"/>
            <p:cNvSpPr/>
            <p:nvPr/>
          </p:nvSpPr>
          <p:spPr>
            <a:xfrm>
              <a:off x="11494838" y="10108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9"/>
            <p:cNvSpPr/>
            <p:nvPr/>
          </p:nvSpPr>
          <p:spPr>
            <a:xfrm>
              <a:off x="11549142" y="10593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20"/>
            <p:cNvSpPr/>
            <p:nvPr/>
          </p:nvSpPr>
          <p:spPr>
            <a:xfrm>
              <a:off x="11539853" y="10587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1"/>
            <p:cNvSpPr/>
            <p:nvPr/>
          </p:nvSpPr>
          <p:spPr>
            <a:xfrm>
              <a:off x="12462311" y="10628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2"/>
            <p:cNvSpPr/>
            <p:nvPr/>
          </p:nvSpPr>
          <p:spPr>
            <a:xfrm>
              <a:off x="11416239" y="10675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3"/>
            <p:cNvSpPr/>
            <p:nvPr/>
          </p:nvSpPr>
          <p:spPr>
            <a:xfrm>
              <a:off x="11441248" y="10602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4"/>
            <p:cNvSpPr/>
            <p:nvPr/>
          </p:nvSpPr>
          <p:spPr>
            <a:xfrm>
              <a:off x="12122910" y="10578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5"/>
            <p:cNvSpPr/>
            <p:nvPr/>
          </p:nvSpPr>
          <p:spPr>
            <a:xfrm>
              <a:off x="13158264" y="10333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6"/>
            <p:cNvSpPr/>
            <p:nvPr/>
          </p:nvSpPr>
          <p:spPr>
            <a:xfrm>
              <a:off x="13436930" y="10482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7"/>
            <p:cNvSpPr/>
            <p:nvPr/>
          </p:nvSpPr>
          <p:spPr>
            <a:xfrm>
              <a:off x="12095043" y="10520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8"/>
            <p:cNvSpPr/>
            <p:nvPr/>
          </p:nvSpPr>
          <p:spPr>
            <a:xfrm>
              <a:off x="14046424" y="10206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9"/>
            <p:cNvSpPr/>
            <p:nvPr/>
          </p:nvSpPr>
          <p:spPr>
            <a:xfrm>
              <a:off x="14046424" y="10206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30"/>
            <p:cNvSpPr/>
            <p:nvPr/>
          </p:nvSpPr>
          <p:spPr>
            <a:xfrm>
              <a:off x="11484834" y="10592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1"/>
            <p:cNvSpPr/>
            <p:nvPr/>
          </p:nvSpPr>
          <p:spPr>
            <a:xfrm>
              <a:off x="12953193" y="10498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t4932"/>
            <p:cNvSpPr/>
            <p:nvPr/>
          </p:nvSpPr>
          <p:spPr>
            <a:xfrm>
              <a:off x="11809231" y="10655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t4933"/>
            <p:cNvSpPr/>
            <p:nvPr/>
          </p:nvSpPr>
          <p:spPr>
            <a:xfrm>
              <a:off x="11861392" y="10636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t4934"/>
            <p:cNvSpPr/>
            <p:nvPr/>
          </p:nvSpPr>
          <p:spPr>
            <a:xfrm>
              <a:off x="12063604" y="10629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t4935"/>
            <p:cNvSpPr/>
            <p:nvPr/>
          </p:nvSpPr>
          <p:spPr>
            <a:xfrm>
              <a:off x="12073607" y="10632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t4936"/>
            <p:cNvSpPr/>
            <p:nvPr/>
          </p:nvSpPr>
          <p:spPr>
            <a:xfrm>
              <a:off x="11484834" y="10564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t4937"/>
            <p:cNvSpPr/>
            <p:nvPr/>
          </p:nvSpPr>
          <p:spPr>
            <a:xfrm>
              <a:off x="13566975" y="10425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t4938"/>
            <p:cNvSpPr/>
            <p:nvPr/>
          </p:nvSpPr>
          <p:spPr>
            <a:xfrm>
              <a:off x="13551970" y="10246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t4939"/>
            <p:cNvSpPr/>
            <p:nvPr/>
          </p:nvSpPr>
          <p:spPr>
            <a:xfrm>
              <a:off x="11544855" y="10635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t4940"/>
            <p:cNvSpPr/>
            <p:nvPr/>
          </p:nvSpPr>
          <p:spPr>
            <a:xfrm>
              <a:off x="11431959" y="10602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t4941"/>
            <p:cNvSpPr/>
            <p:nvPr/>
          </p:nvSpPr>
          <p:spPr>
            <a:xfrm>
              <a:off x="11597015" y="10648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t4942"/>
            <p:cNvSpPr/>
            <p:nvPr/>
          </p:nvSpPr>
          <p:spPr>
            <a:xfrm>
              <a:off x="11414096" y="10620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t4943"/>
            <p:cNvSpPr/>
            <p:nvPr/>
          </p:nvSpPr>
          <p:spPr>
            <a:xfrm>
              <a:off x="11441962" y="10688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t4944"/>
            <p:cNvSpPr/>
            <p:nvPr/>
          </p:nvSpPr>
          <p:spPr>
            <a:xfrm>
              <a:off x="11444821" y="10668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t4945"/>
            <p:cNvSpPr/>
            <p:nvPr/>
          </p:nvSpPr>
          <p:spPr>
            <a:xfrm>
              <a:off x="11448393" y="10683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t4946"/>
            <p:cNvSpPr/>
            <p:nvPr/>
          </p:nvSpPr>
          <p:spPr>
            <a:xfrm>
              <a:off x="11497696" y="10668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t4947"/>
            <p:cNvSpPr/>
            <p:nvPr/>
          </p:nvSpPr>
          <p:spPr>
            <a:xfrm>
              <a:off x="11396233" y="10633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t4948"/>
            <p:cNvSpPr/>
            <p:nvPr/>
          </p:nvSpPr>
          <p:spPr>
            <a:xfrm>
              <a:off x="11481976" y="10644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t4949"/>
            <p:cNvSpPr/>
            <p:nvPr/>
          </p:nvSpPr>
          <p:spPr>
            <a:xfrm>
              <a:off x="11425528" y="10640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t4950"/>
            <p:cNvSpPr/>
            <p:nvPr/>
          </p:nvSpPr>
          <p:spPr>
            <a:xfrm>
              <a:off x="11497696" y="10730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t4951"/>
            <p:cNvSpPr/>
            <p:nvPr/>
          </p:nvSpPr>
          <p:spPr>
            <a:xfrm>
              <a:off x="11645603" y="10702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t4952"/>
            <p:cNvSpPr/>
            <p:nvPr/>
          </p:nvSpPr>
          <p:spPr>
            <a:xfrm>
              <a:off x="11952851" y="10506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t4953"/>
            <p:cNvSpPr/>
            <p:nvPr/>
          </p:nvSpPr>
          <p:spPr>
            <a:xfrm>
              <a:off x="12119337" y="10482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t4954"/>
            <p:cNvSpPr/>
            <p:nvPr/>
          </p:nvSpPr>
          <p:spPr>
            <a:xfrm>
              <a:off x="12362277" y="10434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t4955"/>
            <p:cNvSpPr/>
            <p:nvPr/>
          </p:nvSpPr>
          <p:spPr>
            <a:xfrm>
              <a:off x="11461969" y="10685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t4956"/>
            <p:cNvSpPr/>
            <p:nvPr/>
          </p:nvSpPr>
          <p:spPr>
            <a:xfrm>
              <a:off x="11466256" y="10514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t4957"/>
            <p:cNvSpPr/>
            <p:nvPr/>
          </p:nvSpPr>
          <p:spPr>
            <a:xfrm>
              <a:off x="11779935" y="10690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t4958"/>
            <p:cNvSpPr/>
            <p:nvPr/>
          </p:nvSpPr>
          <p:spPr>
            <a:xfrm>
              <a:off x="11494123" y="10751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t4959"/>
            <p:cNvSpPr/>
            <p:nvPr/>
          </p:nvSpPr>
          <p:spPr>
            <a:xfrm>
              <a:off x="11429101" y="10658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t4960"/>
            <p:cNvSpPr/>
            <p:nvPr/>
          </p:nvSpPr>
          <p:spPr>
            <a:xfrm>
              <a:off x="13038223" y="10331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t4961"/>
            <p:cNvSpPr/>
            <p:nvPr/>
          </p:nvSpPr>
          <p:spPr>
            <a:xfrm>
              <a:off x="14045710" y="10074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t4962"/>
            <p:cNvSpPr/>
            <p:nvPr/>
          </p:nvSpPr>
          <p:spPr>
            <a:xfrm>
              <a:off x="11507699" y="10544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t4963"/>
            <p:cNvSpPr/>
            <p:nvPr/>
          </p:nvSpPr>
          <p:spPr>
            <a:xfrm>
              <a:off x="11503412" y="10546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t4964"/>
            <p:cNvSpPr/>
            <p:nvPr/>
          </p:nvSpPr>
          <p:spPr>
            <a:xfrm>
              <a:off x="11528421" y="10560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t4965"/>
            <p:cNvSpPr/>
            <p:nvPr/>
          </p:nvSpPr>
          <p:spPr>
            <a:xfrm>
              <a:off x="12723829" y="10436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t4966"/>
            <p:cNvSpPr/>
            <p:nvPr/>
          </p:nvSpPr>
          <p:spPr>
            <a:xfrm>
              <a:off x="11421956" y="10644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11670823" y="912123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11127101" y="1059831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69" name="pg4969"/>
            <p:cNvSpPr/>
            <p:nvPr/>
          </p:nvSpPr>
          <p:spPr>
            <a:xfrm>
              <a:off x="11127101" y="9121238"/>
              <a:ext cx="649366" cy="277422"/>
            </a:xfrm>
            <a:custGeom>
              <a:avLst/>
              <a:pathLst>
                <a:path w="649366" h="277422">
                  <a:moveTo>
                    <a:pt x="0" y="277422"/>
                  </a:moveTo>
                  <a:lnTo>
                    <a:pt x="624130" y="277422"/>
                  </a:lnTo>
                  <a:lnTo>
                    <a:pt x="623114" y="277402"/>
                  </a:lnTo>
                  <a:lnTo>
                    <a:pt x="627172" y="277238"/>
                  </a:lnTo>
                  <a:lnTo>
                    <a:pt x="631151" y="276426"/>
                  </a:lnTo>
                  <a:lnTo>
                    <a:pt x="634948" y="274985"/>
                  </a:lnTo>
                  <a:lnTo>
                    <a:pt x="638466" y="272955"/>
                  </a:lnTo>
                  <a:lnTo>
                    <a:pt x="641612" y="270386"/>
                  </a:lnTo>
                  <a:lnTo>
                    <a:pt x="644305" y="267346"/>
                  </a:lnTo>
                  <a:lnTo>
                    <a:pt x="646476" y="263913"/>
                  </a:lnTo>
                  <a:lnTo>
                    <a:pt x="648068" y="260177"/>
                  </a:lnTo>
                  <a:lnTo>
                    <a:pt x="649040" y="256234"/>
                  </a:lnTo>
                  <a:lnTo>
                    <a:pt x="649366" y="25218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tx4970"/>
            <p:cNvSpPr/>
            <p:nvPr/>
          </p:nvSpPr>
          <p:spPr>
            <a:xfrm>
              <a:off x="10861693" y="9052702"/>
              <a:ext cx="872713" cy="10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4971" name="tx4971"/>
            <p:cNvSpPr/>
            <p:nvPr/>
          </p:nvSpPr>
          <p:spPr>
            <a:xfrm>
              <a:off x="11126560" y="9225021"/>
              <a:ext cx="607846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 (9.5%)</a:t>
              </a:r>
            </a:p>
          </p:txBody>
        </p:sp>
        <p:sp>
          <p:nvSpPr>
            <p:cNvPr id="4972" name="pg4972"/>
            <p:cNvSpPr/>
            <p:nvPr/>
          </p:nvSpPr>
          <p:spPr>
            <a:xfrm>
              <a:off x="11127101" y="10696968"/>
              <a:ext cx="649366" cy="277422"/>
            </a:xfrm>
            <a:custGeom>
              <a:avLst/>
              <a:pathLst>
                <a:path w="649366" h="277422">
                  <a:moveTo>
                    <a:pt x="649366" y="277422"/>
                  </a:moveTo>
                  <a:lnTo>
                    <a:pt x="649366" y="25236"/>
                  </a:lnTo>
                  <a:lnTo>
                    <a:pt x="649040" y="21188"/>
                  </a:lnTo>
                  <a:lnTo>
                    <a:pt x="648068" y="17245"/>
                  </a:lnTo>
                  <a:lnTo>
                    <a:pt x="646476" y="13508"/>
                  </a:lnTo>
                  <a:lnTo>
                    <a:pt x="644305" y="10075"/>
                  </a:lnTo>
                  <a:lnTo>
                    <a:pt x="641612" y="7035"/>
                  </a:lnTo>
                  <a:lnTo>
                    <a:pt x="638466" y="4467"/>
                  </a:lnTo>
                  <a:lnTo>
                    <a:pt x="634948" y="2436"/>
                  </a:lnTo>
                  <a:lnTo>
                    <a:pt x="631151" y="996"/>
                  </a:lnTo>
                  <a:lnTo>
                    <a:pt x="627172" y="184"/>
                  </a:lnTo>
                  <a:lnTo>
                    <a:pt x="624130" y="0"/>
                  </a:lnTo>
                  <a:lnTo>
                    <a:pt x="0" y="0"/>
                  </a:lnTo>
                  <a:lnTo>
                    <a:pt x="0" y="277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tx4973"/>
            <p:cNvSpPr/>
            <p:nvPr/>
          </p:nvSpPr>
          <p:spPr>
            <a:xfrm>
              <a:off x="10853820" y="10709524"/>
              <a:ext cx="880586" cy="129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4974" name="tx4974"/>
            <p:cNvSpPr/>
            <p:nvPr/>
          </p:nvSpPr>
          <p:spPr>
            <a:xfrm>
              <a:off x="10970611" y="10909706"/>
              <a:ext cx="763795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137 (54.2%)</a:t>
              </a:r>
            </a:p>
          </p:txBody>
        </p:sp>
        <p:sp>
          <p:nvSpPr>
            <p:cNvPr id="4975" name="pg4975"/>
            <p:cNvSpPr/>
            <p:nvPr/>
          </p:nvSpPr>
          <p:spPr>
            <a:xfrm>
              <a:off x="12200184" y="9121238"/>
              <a:ext cx="902274" cy="277422"/>
            </a:xfrm>
            <a:custGeom>
              <a:avLst/>
              <a:pathLst>
                <a:path w="902274" h="277422">
                  <a:moveTo>
                    <a:pt x="25236" y="277422"/>
                  </a:moveTo>
                  <a:lnTo>
                    <a:pt x="877037" y="277422"/>
                  </a:lnTo>
                  <a:lnTo>
                    <a:pt x="876021" y="277402"/>
                  </a:lnTo>
                  <a:lnTo>
                    <a:pt x="880079" y="277238"/>
                  </a:lnTo>
                  <a:lnTo>
                    <a:pt x="884059" y="276426"/>
                  </a:lnTo>
                  <a:lnTo>
                    <a:pt x="887856" y="274985"/>
                  </a:lnTo>
                  <a:lnTo>
                    <a:pt x="891373" y="272955"/>
                  </a:lnTo>
                  <a:lnTo>
                    <a:pt x="894519" y="270386"/>
                  </a:lnTo>
                  <a:lnTo>
                    <a:pt x="897213" y="267346"/>
                  </a:lnTo>
                  <a:lnTo>
                    <a:pt x="899383" y="263913"/>
                  </a:lnTo>
                  <a:lnTo>
                    <a:pt x="900975" y="260177"/>
                  </a:lnTo>
                  <a:lnTo>
                    <a:pt x="901947" y="256234"/>
                  </a:lnTo>
                  <a:lnTo>
                    <a:pt x="902274" y="252185"/>
                  </a:lnTo>
                  <a:lnTo>
                    <a:pt x="902274" y="0"/>
                  </a:lnTo>
                  <a:lnTo>
                    <a:pt x="0" y="0"/>
                  </a:lnTo>
                  <a:lnTo>
                    <a:pt x="0" y="252185"/>
                  </a:lnTo>
                  <a:lnTo>
                    <a:pt x="81" y="250155"/>
                  </a:lnTo>
                  <a:lnTo>
                    <a:pt x="81" y="254216"/>
                  </a:lnTo>
                  <a:lnTo>
                    <a:pt x="733" y="258225"/>
                  </a:lnTo>
                  <a:lnTo>
                    <a:pt x="2019" y="262077"/>
                  </a:lnTo>
                  <a:lnTo>
                    <a:pt x="3906" y="265673"/>
                  </a:lnTo>
                  <a:lnTo>
                    <a:pt x="6346" y="268920"/>
                  </a:lnTo>
                  <a:lnTo>
                    <a:pt x="9275" y="271734"/>
                  </a:lnTo>
                  <a:lnTo>
                    <a:pt x="12618" y="274041"/>
                  </a:lnTo>
                  <a:lnTo>
                    <a:pt x="16287" y="275782"/>
                  </a:lnTo>
                  <a:lnTo>
                    <a:pt x="20188" y="276912"/>
                  </a:lnTo>
                  <a:lnTo>
                    <a:pt x="24220" y="277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tx4976"/>
            <p:cNvSpPr/>
            <p:nvPr/>
          </p:nvSpPr>
          <p:spPr>
            <a:xfrm>
              <a:off x="12242245" y="9052702"/>
              <a:ext cx="818152" cy="10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4977" name="tx4977"/>
            <p:cNvSpPr/>
            <p:nvPr/>
          </p:nvSpPr>
          <p:spPr>
            <a:xfrm>
              <a:off x="12491504" y="9225021"/>
              <a:ext cx="568893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76 (30%)</a:t>
              </a:r>
            </a:p>
          </p:txBody>
        </p:sp>
        <p:sp>
          <p:nvSpPr>
            <p:cNvPr id="4978" name="pg4978"/>
            <p:cNvSpPr/>
            <p:nvPr/>
          </p:nvSpPr>
          <p:spPr>
            <a:xfrm>
              <a:off x="12083188" y="10696968"/>
              <a:ext cx="1019270" cy="277422"/>
            </a:xfrm>
            <a:custGeom>
              <a:avLst/>
              <a:pathLst>
                <a:path w="1019270" h="277422">
                  <a:moveTo>
                    <a:pt x="1019270" y="277422"/>
                  </a:moveTo>
                  <a:lnTo>
                    <a:pt x="1019270" y="25236"/>
                  </a:lnTo>
                  <a:lnTo>
                    <a:pt x="1018943" y="21188"/>
                  </a:lnTo>
                  <a:lnTo>
                    <a:pt x="1017971" y="17245"/>
                  </a:lnTo>
                  <a:lnTo>
                    <a:pt x="1016379" y="13508"/>
                  </a:lnTo>
                  <a:lnTo>
                    <a:pt x="1014209" y="10075"/>
                  </a:lnTo>
                  <a:lnTo>
                    <a:pt x="1011516" y="7035"/>
                  </a:lnTo>
                  <a:lnTo>
                    <a:pt x="1008370" y="4467"/>
                  </a:lnTo>
                  <a:lnTo>
                    <a:pt x="1004852" y="2436"/>
                  </a:lnTo>
                  <a:lnTo>
                    <a:pt x="1001055" y="996"/>
                  </a:lnTo>
                  <a:lnTo>
                    <a:pt x="997075" y="184"/>
                  </a:lnTo>
                  <a:lnTo>
                    <a:pt x="994033" y="0"/>
                  </a:lnTo>
                  <a:lnTo>
                    <a:pt x="25236" y="0"/>
                  </a:lnTo>
                  <a:lnTo>
                    <a:pt x="28278" y="184"/>
                  </a:lnTo>
                  <a:lnTo>
                    <a:pt x="24220" y="20"/>
                  </a:lnTo>
                  <a:lnTo>
                    <a:pt x="20188" y="510"/>
                  </a:lnTo>
                  <a:lnTo>
                    <a:pt x="16287" y="1639"/>
                  </a:lnTo>
                  <a:lnTo>
                    <a:pt x="12618" y="3381"/>
                  </a:lnTo>
                  <a:lnTo>
                    <a:pt x="9275" y="5688"/>
                  </a:lnTo>
                  <a:lnTo>
                    <a:pt x="6346" y="8501"/>
                  </a:lnTo>
                  <a:lnTo>
                    <a:pt x="3906" y="11748"/>
                  </a:lnTo>
                  <a:lnTo>
                    <a:pt x="2019" y="15344"/>
                  </a:lnTo>
                  <a:lnTo>
                    <a:pt x="733" y="19197"/>
                  </a:lnTo>
                  <a:lnTo>
                    <a:pt x="81" y="23205"/>
                  </a:lnTo>
                  <a:lnTo>
                    <a:pt x="0" y="25236"/>
                  </a:lnTo>
                  <a:lnTo>
                    <a:pt x="0" y="277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tx4979"/>
            <p:cNvSpPr/>
            <p:nvPr/>
          </p:nvSpPr>
          <p:spPr>
            <a:xfrm>
              <a:off x="12125249" y="10709524"/>
              <a:ext cx="935148" cy="129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4980" name="tx4980"/>
            <p:cNvSpPr/>
            <p:nvPr/>
          </p:nvSpPr>
          <p:spPr>
            <a:xfrm>
              <a:off x="12452551" y="10909706"/>
              <a:ext cx="607846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 (6.3%)</a:t>
              </a:r>
            </a:p>
          </p:txBody>
        </p:sp>
        <p:sp>
          <p:nvSpPr>
            <p:cNvPr id="4981" name="rc4981"/>
            <p:cNvSpPr/>
            <p:nvPr/>
          </p:nvSpPr>
          <p:spPr>
            <a:xfrm>
              <a:off x="11127101" y="9121238"/>
              <a:ext cx="4439232" cy="185315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tx4982"/>
            <p:cNvSpPr/>
            <p:nvPr/>
          </p:nvSpPr>
          <p:spPr>
            <a:xfrm>
              <a:off x="11002315" y="1065407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983" name="tx4983"/>
            <p:cNvSpPr/>
            <p:nvPr/>
          </p:nvSpPr>
          <p:spPr>
            <a:xfrm>
              <a:off x="11002315" y="1033151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984" name="tx4984"/>
            <p:cNvSpPr/>
            <p:nvPr/>
          </p:nvSpPr>
          <p:spPr>
            <a:xfrm>
              <a:off x="10940159" y="1000612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985" name="tx4985"/>
            <p:cNvSpPr/>
            <p:nvPr/>
          </p:nvSpPr>
          <p:spPr>
            <a:xfrm>
              <a:off x="10940159" y="9682145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4986" name="tx4986"/>
            <p:cNvSpPr/>
            <p:nvPr/>
          </p:nvSpPr>
          <p:spPr>
            <a:xfrm>
              <a:off x="10940159" y="9358167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987" name="pl4987"/>
            <p:cNvSpPr/>
            <p:nvPr/>
          </p:nvSpPr>
          <p:spPr>
            <a:xfrm>
              <a:off x="11092306" y="10695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11092306" y="1037179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11092306" y="100478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11092306" y="97238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11092306" y="93998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11511269" y="1097439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12572062" y="1097439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13632855" y="1097439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14693648" y="1097439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tx4996"/>
            <p:cNvSpPr/>
            <p:nvPr/>
          </p:nvSpPr>
          <p:spPr>
            <a:xfrm>
              <a:off x="11480192" y="1103532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997" name="tx4997"/>
            <p:cNvSpPr/>
            <p:nvPr/>
          </p:nvSpPr>
          <p:spPr>
            <a:xfrm>
              <a:off x="12509907" y="1103532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998" name="tx4998"/>
            <p:cNvSpPr/>
            <p:nvPr/>
          </p:nvSpPr>
          <p:spPr>
            <a:xfrm>
              <a:off x="13570699" y="1103532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999" name="tx4999"/>
            <p:cNvSpPr/>
            <p:nvPr/>
          </p:nvSpPr>
          <p:spPr>
            <a:xfrm>
              <a:off x="14631492" y="1103527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000" name="tx5000"/>
            <p:cNvSpPr/>
            <p:nvPr/>
          </p:nvSpPr>
          <p:spPr>
            <a:xfrm>
              <a:off x="12488906" y="1115501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5001" name="tx5001"/>
            <p:cNvSpPr/>
            <p:nvPr/>
          </p:nvSpPr>
          <p:spPr>
            <a:xfrm rot="-5400000">
              <a:off x="9963726" y="9982262"/>
              <a:ext cx="16769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pTau181 - Nico (Z)</a:t>
              </a:r>
            </a:p>
          </p:txBody>
        </p:sp>
        <p:sp>
          <p:nvSpPr>
            <p:cNvPr id="5002" name="tx5002"/>
            <p:cNvSpPr/>
            <p:nvPr/>
          </p:nvSpPr>
          <p:spPr>
            <a:xfrm>
              <a:off x="11127101" y="8889374"/>
              <a:ext cx="176971" cy="1241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O.</a:t>
              </a:r>
            </a:p>
          </p:txBody>
        </p:sp>
        <p:sp>
          <p:nvSpPr>
            <p:cNvPr id="5003" name="pl5003"/>
            <p:cNvSpPr/>
            <p:nvPr/>
          </p:nvSpPr>
          <p:spPr>
            <a:xfrm>
              <a:off x="16724103" y="10597541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16724103" y="10217644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16724103" y="9837747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16724103" y="9457850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16990031" y="919192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17369928" y="919192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17749824" y="919192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18129721" y="919192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16724103" y="10787489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16724103" y="10407593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16724103" y="10027696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16724103" y="9647799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16724103" y="9267902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16800082" y="919192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17179979" y="919192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17559876" y="919192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17939773" y="919192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18319670" y="919192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16800082" y="9267902"/>
              <a:ext cx="1519587" cy="1519587"/>
            </a:xfrm>
            <a:custGeom>
              <a:avLst/>
              <a:pathLst>
                <a:path w="1519587" h="1519587">
                  <a:moveTo>
                    <a:pt x="0" y="1519587"/>
                  </a:moveTo>
                  <a:lnTo>
                    <a:pt x="9438" y="1519587"/>
                  </a:lnTo>
                  <a:lnTo>
                    <a:pt x="9438" y="1503070"/>
                  </a:lnTo>
                  <a:lnTo>
                    <a:pt x="9438" y="1486552"/>
                  </a:lnTo>
                  <a:lnTo>
                    <a:pt x="9438" y="1470035"/>
                  </a:lnTo>
                  <a:lnTo>
                    <a:pt x="18876" y="1470035"/>
                  </a:lnTo>
                  <a:lnTo>
                    <a:pt x="18876" y="1453518"/>
                  </a:lnTo>
                  <a:lnTo>
                    <a:pt x="18876" y="1437001"/>
                  </a:lnTo>
                  <a:lnTo>
                    <a:pt x="18876" y="1420483"/>
                  </a:lnTo>
                  <a:lnTo>
                    <a:pt x="18876" y="1403966"/>
                  </a:lnTo>
                  <a:lnTo>
                    <a:pt x="18876" y="1387449"/>
                  </a:lnTo>
                  <a:lnTo>
                    <a:pt x="18876" y="1370932"/>
                  </a:lnTo>
                  <a:lnTo>
                    <a:pt x="18876" y="1354414"/>
                  </a:lnTo>
                  <a:lnTo>
                    <a:pt x="18876" y="1337897"/>
                  </a:lnTo>
                  <a:lnTo>
                    <a:pt x="18876" y="1321380"/>
                  </a:lnTo>
                  <a:lnTo>
                    <a:pt x="18876" y="1288345"/>
                  </a:lnTo>
                  <a:lnTo>
                    <a:pt x="18876" y="1271828"/>
                  </a:lnTo>
                  <a:lnTo>
                    <a:pt x="28315" y="1271828"/>
                  </a:lnTo>
                  <a:lnTo>
                    <a:pt x="28315" y="1255311"/>
                  </a:lnTo>
                  <a:lnTo>
                    <a:pt x="28315" y="1238794"/>
                  </a:lnTo>
                  <a:lnTo>
                    <a:pt x="28315" y="1222276"/>
                  </a:lnTo>
                  <a:lnTo>
                    <a:pt x="28315" y="1205759"/>
                  </a:lnTo>
                  <a:lnTo>
                    <a:pt x="28315" y="1172725"/>
                  </a:lnTo>
                  <a:lnTo>
                    <a:pt x="37753" y="1172725"/>
                  </a:lnTo>
                  <a:lnTo>
                    <a:pt x="37753" y="1156207"/>
                  </a:lnTo>
                  <a:lnTo>
                    <a:pt x="37753" y="1139690"/>
                  </a:lnTo>
                  <a:lnTo>
                    <a:pt x="37753" y="1123173"/>
                  </a:lnTo>
                  <a:lnTo>
                    <a:pt x="37753" y="1106656"/>
                  </a:lnTo>
                  <a:lnTo>
                    <a:pt x="37753" y="1090138"/>
                  </a:lnTo>
                  <a:lnTo>
                    <a:pt x="37753" y="1073621"/>
                  </a:lnTo>
                  <a:lnTo>
                    <a:pt x="37753" y="1057104"/>
                  </a:lnTo>
                  <a:lnTo>
                    <a:pt x="37753" y="1040586"/>
                  </a:lnTo>
                  <a:lnTo>
                    <a:pt x="37753" y="1024069"/>
                  </a:lnTo>
                  <a:lnTo>
                    <a:pt x="37753" y="1007552"/>
                  </a:lnTo>
                  <a:lnTo>
                    <a:pt x="37753" y="991035"/>
                  </a:lnTo>
                  <a:lnTo>
                    <a:pt x="47192" y="991035"/>
                  </a:lnTo>
                  <a:lnTo>
                    <a:pt x="47192" y="974517"/>
                  </a:lnTo>
                  <a:lnTo>
                    <a:pt x="47192" y="941483"/>
                  </a:lnTo>
                  <a:lnTo>
                    <a:pt x="47192" y="924966"/>
                  </a:lnTo>
                  <a:lnTo>
                    <a:pt x="47192" y="908448"/>
                  </a:lnTo>
                  <a:lnTo>
                    <a:pt x="47192" y="891931"/>
                  </a:lnTo>
                  <a:lnTo>
                    <a:pt x="47192" y="875414"/>
                  </a:lnTo>
                  <a:lnTo>
                    <a:pt x="47192" y="858897"/>
                  </a:lnTo>
                  <a:lnTo>
                    <a:pt x="47192" y="842379"/>
                  </a:lnTo>
                  <a:lnTo>
                    <a:pt x="47192" y="825862"/>
                  </a:lnTo>
                  <a:lnTo>
                    <a:pt x="47192" y="809345"/>
                  </a:lnTo>
                  <a:lnTo>
                    <a:pt x="47192" y="792828"/>
                  </a:lnTo>
                  <a:lnTo>
                    <a:pt x="47192" y="776310"/>
                  </a:lnTo>
                  <a:lnTo>
                    <a:pt x="47192" y="759793"/>
                  </a:lnTo>
                  <a:lnTo>
                    <a:pt x="47192" y="743276"/>
                  </a:lnTo>
                  <a:lnTo>
                    <a:pt x="47192" y="726759"/>
                  </a:lnTo>
                  <a:lnTo>
                    <a:pt x="47192" y="710241"/>
                  </a:lnTo>
                  <a:lnTo>
                    <a:pt x="47192" y="693724"/>
                  </a:lnTo>
                  <a:lnTo>
                    <a:pt x="47192" y="677207"/>
                  </a:lnTo>
                  <a:lnTo>
                    <a:pt x="47192" y="660690"/>
                  </a:lnTo>
                  <a:lnTo>
                    <a:pt x="47192" y="644172"/>
                  </a:lnTo>
                  <a:lnTo>
                    <a:pt x="47192" y="627655"/>
                  </a:lnTo>
                  <a:lnTo>
                    <a:pt x="47192" y="611138"/>
                  </a:lnTo>
                  <a:lnTo>
                    <a:pt x="56630" y="611138"/>
                  </a:lnTo>
                  <a:lnTo>
                    <a:pt x="56630" y="594621"/>
                  </a:lnTo>
                  <a:lnTo>
                    <a:pt x="56630" y="578103"/>
                  </a:lnTo>
                  <a:lnTo>
                    <a:pt x="56630" y="561586"/>
                  </a:lnTo>
                  <a:lnTo>
                    <a:pt x="56630" y="545069"/>
                  </a:lnTo>
                  <a:lnTo>
                    <a:pt x="56630" y="528552"/>
                  </a:lnTo>
                  <a:lnTo>
                    <a:pt x="56630" y="512034"/>
                  </a:lnTo>
                  <a:lnTo>
                    <a:pt x="66069" y="512034"/>
                  </a:lnTo>
                  <a:lnTo>
                    <a:pt x="75507" y="512034"/>
                  </a:lnTo>
                  <a:lnTo>
                    <a:pt x="75507" y="495517"/>
                  </a:lnTo>
                  <a:lnTo>
                    <a:pt x="75507" y="479000"/>
                  </a:lnTo>
                  <a:lnTo>
                    <a:pt x="84945" y="479000"/>
                  </a:lnTo>
                  <a:lnTo>
                    <a:pt x="94384" y="479000"/>
                  </a:lnTo>
                  <a:lnTo>
                    <a:pt x="103822" y="479000"/>
                  </a:lnTo>
                  <a:lnTo>
                    <a:pt x="113261" y="479000"/>
                  </a:lnTo>
                  <a:lnTo>
                    <a:pt x="122699" y="479000"/>
                  </a:lnTo>
                  <a:lnTo>
                    <a:pt x="122699" y="462483"/>
                  </a:lnTo>
                  <a:lnTo>
                    <a:pt x="132138" y="462483"/>
                  </a:lnTo>
                  <a:lnTo>
                    <a:pt x="141576" y="462483"/>
                  </a:lnTo>
                  <a:lnTo>
                    <a:pt x="141576" y="445965"/>
                  </a:lnTo>
                  <a:lnTo>
                    <a:pt x="141576" y="429448"/>
                  </a:lnTo>
                  <a:lnTo>
                    <a:pt x="151014" y="429448"/>
                  </a:lnTo>
                  <a:lnTo>
                    <a:pt x="160453" y="429448"/>
                  </a:lnTo>
                  <a:lnTo>
                    <a:pt x="160453" y="412931"/>
                  </a:lnTo>
                  <a:lnTo>
                    <a:pt x="169891" y="412931"/>
                  </a:lnTo>
                  <a:lnTo>
                    <a:pt x="179330" y="412931"/>
                  </a:lnTo>
                  <a:lnTo>
                    <a:pt x="188768" y="412931"/>
                  </a:lnTo>
                  <a:lnTo>
                    <a:pt x="188768" y="396414"/>
                  </a:lnTo>
                  <a:lnTo>
                    <a:pt x="198207" y="396414"/>
                  </a:lnTo>
                  <a:lnTo>
                    <a:pt x="207645" y="396414"/>
                  </a:lnTo>
                  <a:lnTo>
                    <a:pt x="207645" y="379896"/>
                  </a:lnTo>
                  <a:lnTo>
                    <a:pt x="207645" y="363379"/>
                  </a:lnTo>
                  <a:lnTo>
                    <a:pt x="217083" y="363379"/>
                  </a:lnTo>
                  <a:lnTo>
                    <a:pt x="217083" y="346862"/>
                  </a:lnTo>
                  <a:lnTo>
                    <a:pt x="217083" y="330345"/>
                  </a:lnTo>
                  <a:lnTo>
                    <a:pt x="226522" y="330345"/>
                  </a:lnTo>
                  <a:lnTo>
                    <a:pt x="226522" y="313827"/>
                  </a:lnTo>
                  <a:lnTo>
                    <a:pt x="226522" y="297310"/>
                  </a:lnTo>
                  <a:lnTo>
                    <a:pt x="226522" y="280793"/>
                  </a:lnTo>
                  <a:lnTo>
                    <a:pt x="226522" y="264276"/>
                  </a:lnTo>
                  <a:lnTo>
                    <a:pt x="235960" y="264276"/>
                  </a:lnTo>
                  <a:lnTo>
                    <a:pt x="245399" y="264276"/>
                  </a:lnTo>
                  <a:lnTo>
                    <a:pt x="254837" y="264276"/>
                  </a:lnTo>
                  <a:lnTo>
                    <a:pt x="254837" y="247758"/>
                  </a:lnTo>
                  <a:lnTo>
                    <a:pt x="264276" y="247758"/>
                  </a:lnTo>
                  <a:lnTo>
                    <a:pt x="273714" y="247758"/>
                  </a:lnTo>
                  <a:lnTo>
                    <a:pt x="283152" y="247758"/>
                  </a:lnTo>
                  <a:lnTo>
                    <a:pt x="283152" y="231241"/>
                  </a:lnTo>
                  <a:lnTo>
                    <a:pt x="292591" y="231241"/>
                  </a:lnTo>
                  <a:lnTo>
                    <a:pt x="302029" y="231241"/>
                  </a:lnTo>
                  <a:lnTo>
                    <a:pt x="311468" y="231241"/>
                  </a:lnTo>
                  <a:lnTo>
                    <a:pt x="311468" y="214724"/>
                  </a:lnTo>
                  <a:lnTo>
                    <a:pt x="320906" y="214724"/>
                  </a:lnTo>
                  <a:lnTo>
                    <a:pt x="330345" y="214724"/>
                  </a:lnTo>
                  <a:lnTo>
                    <a:pt x="339783" y="214724"/>
                  </a:lnTo>
                  <a:lnTo>
                    <a:pt x="349221" y="214724"/>
                  </a:lnTo>
                  <a:lnTo>
                    <a:pt x="358660" y="214724"/>
                  </a:lnTo>
                  <a:lnTo>
                    <a:pt x="368098" y="214724"/>
                  </a:lnTo>
                  <a:lnTo>
                    <a:pt x="368098" y="198207"/>
                  </a:lnTo>
                  <a:lnTo>
                    <a:pt x="377537" y="198207"/>
                  </a:lnTo>
                  <a:lnTo>
                    <a:pt x="386975" y="198207"/>
                  </a:lnTo>
                  <a:lnTo>
                    <a:pt x="386975" y="181689"/>
                  </a:lnTo>
                  <a:lnTo>
                    <a:pt x="396414" y="181689"/>
                  </a:lnTo>
                  <a:lnTo>
                    <a:pt x="405852" y="181689"/>
                  </a:lnTo>
                  <a:lnTo>
                    <a:pt x="415290" y="181689"/>
                  </a:lnTo>
                  <a:lnTo>
                    <a:pt x="424729" y="181689"/>
                  </a:lnTo>
                  <a:lnTo>
                    <a:pt x="434167" y="181689"/>
                  </a:lnTo>
                  <a:lnTo>
                    <a:pt x="443606" y="181689"/>
                  </a:lnTo>
                  <a:lnTo>
                    <a:pt x="453044" y="181689"/>
                  </a:lnTo>
                  <a:lnTo>
                    <a:pt x="462483" y="181689"/>
                  </a:lnTo>
                  <a:lnTo>
                    <a:pt x="471921" y="181689"/>
                  </a:lnTo>
                  <a:lnTo>
                    <a:pt x="481359" y="181689"/>
                  </a:lnTo>
                  <a:lnTo>
                    <a:pt x="490798" y="181689"/>
                  </a:lnTo>
                  <a:lnTo>
                    <a:pt x="500236" y="181689"/>
                  </a:lnTo>
                  <a:lnTo>
                    <a:pt x="509675" y="181689"/>
                  </a:lnTo>
                  <a:lnTo>
                    <a:pt x="519113" y="181689"/>
                  </a:lnTo>
                  <a:lnTo>
                    <a:pt x="528552" y="181689"/>
                  </a:lnTo>
                  <a:lnTo>
                    <a:pt x="537990" y="181689"/>
                  </a:lnTo>
                  <a:lnTo>
                    <a:pt x="547428" y="181689"/>
                  </a:lnTo>
                  <a:lnTo>
                    <a:pt x="556867" y="181689"/>
                  </a:lnTo>
                  <a:lnTo>
                    <a:pt x="566305" y="181689"/>
                  </a:lnTo>
                  <a:lnTo>
                    <a:pt x="575744" y="181689"/>
                  </a:lnTo>
                  <a:lnTo>
                    <a:pt x="585182" y="181689"/>
                  </a:lnTo>
                  <a:lnTo>
                    <a:pt x="594621" y="181689"/>
                  </a:lnTo>
                  <a:lnTo>
                    <a:pt x="604059" y="181689"/>
                  </a:lnTo>
                  <a:lnTo>
                    <a:pt x="613498" y="181689"/>
                  </a:lnTo>
                  <a:lnTo>
                    <a:pt x="613498" y="165172"/>
                  </a:lnTo>
                  <a:lnTo>
                    <a:pt x="613498" y="148655"/>
                  </a:lnTo>
                  <a:lnTo>
                    <a:pt x="613498" y="132138"/>
                  </a:lnTo>
                  <a:lnTo>
                    <a:pt x="613498" y="115620"/>
                  </a:lnTo>
                  <a:lnTo>
                    <a:pt x="622936" y="115620"/>
                  </a:lnTo>
                  <a:lnTo>
                    <a:pt x="632374" y="115620"/>
                  </a:lnTo>
                  <a:lnTo>
                    <a:pt x="641813" y="115620"/>
                  </a:lnTo>
                  <a:lnTo>
                    <a:pt x="641813" y="99103"/>
                  </a:lnTo>
                  <a:lnTo>
                    <a:pt x="651251" y="99103"/>
                  </a:lnTo>
                  <a:lnTo>
                    <a:pt x="660690" y="99103"/>
                  </a:lnTo>
                  <a:lnTo>
                    <a:pt x="660690" y="82586"/>
                  </a:lnTo>
                  <a:lnTo>
                    <a:pt x="670128" y="82586"/>
                  </a:lnTo>
                  <a:lnTo>
                    <a:pt x="679567" y="82586"/>
                  </a:lnTo>
                  <a:lnTo>
                    <a:pt x="689005" y="82586"/>
                  </a:lnTo>
                  <a:lnTo>
                    <a:pt x="698443" y="82586"/>
                  </a:lnTo>
                  <a:lnTo>
                    <a:pt x="707882" y="82586"/>
                  </a:lnTo>
                  <a:lnTo>
                    <a:pt x="717320" y="82586"/>
                  </a:lnTo>
                  <a:lnTo>
                    <a:pt x="726759" y="82586"/>
                  </a:lnTo>
                  <a:lnTo>
                    <a:pt x="736197" y="82586"/>
                  </a:lnTo>
                  <a:lnTo>
                    <a:pt x="745636" y="82586"/>
                  </a:lnTo>
                  <a:lnTo>
                    <a:pt x="745636" y="66069"/>
                  </a:lnTo>
                  <a:lnTo>
                    <a:pt x="755074" y="66069"/>
                  </a:lnTo>
                  <a:lnTo>
                    <a:pt x="764512" y="66069"/>
                  </a:lnTo>
                  <a:lnTo>
                    <a:pt x="773951" y="66069"/>
                  </a:lnTo>
                  <a:lnTo>
                    <a:pt x="783389" y="66069"/>
                  </a:lnTo>
                  <a:lnTo>
                    <a:pt x="792828" y="66069"/>
                  </a:lnTo>
                  <a:lnTo>
                    <a:pt x="802266" y="66069"/>
                  </a:lnTo>
                  <a:lnTo>
                    <a:pt x="802266" y="49551"/>
                  </a:lnTo>
                  <a:lnTo>
                    <a:pt x="811705" y="49551"/>
                  </a:lnTo>
                  <a:lnTo>
                    <a:pt x="821143" y="49551"/>
                  </a:lnTo>
                  <a:lnTo>
                    <a:pt x="830581" y="49551"/>
                  </a:lnTo>
                  <a:lnTo>
                    <a:pt x="840020" y="49551"/>
                  </a:lnTo>
                  <a:lnTo>
                    <a:pt x="849458" y="49551"/>
                  </a:lnTo>
                  <a:lnTo>
                    <a:pt x="858897" y="49551"/>
                  </a:lnTo>
                  <a:lnTo>
                    <a:pt x="868335" y="49551"/>
                  </a:lnTo>
                  <a:lnTo>
                    <a:pt x="877774" y="49551"/>
                  </a:lnTo>
                  <a:lnTo>
                    <a:pt x="887212" y="49551"/>
                  </a:lnTo>
                  <a:lnTo>
                    <a:pt x="896650" y="49551"/>
                  </a:lnTo>
                  <a:lnTo>
                    <a:pt x="906089" y="49551"/>
                  </a:lnTo>
                  <a:lnTo>
                    <a:pt x="915527" y="49551"/>
                  </a:lnTo>
                  <a:lnTo>
                    <a:pt x="924966" y="49551"/>
                  </a:lnTo>
                  <a:lnTo>
                    <a:pt x="934404" y="49551"/>
                  </a:lnTo>
                  <a:lnTo>
                    <a:pt x="943843" y="49551"/>
                  </a:lnTo>
                  <a:lnTo>
                    <a:pt x="953281" y="49551"/>
                  </a:lnTo>
                  <a:lnTo>
                    <a:pt x="962719" y="49551"/>
                  </a:lnTo>
                  <a:lnTo>
                    <a:pt x="972158" y="49551"/>
                  </a:lnTo>
                  <a:lnTo>
                    <a:pt x="981596" y="49551"/>
                  </a:lnTo>
                  <a:lnTo>
                    <a:pt x="991035" y="49551"/>
                  </a:lnTo>
                  <a:lnTo>
                    <a:pt x="1000473" y="49551"/>
                  </a:lnTo>
                  <a:lnTo>
                    <a:pt x="1009912" y="49551"/>
                  </a:lnTo>
                  <a:lnTo>
                    <a:pt x="1019350" y="49551"/>
                  </a:lnTo>
                  <a:lnTo>
                    <a:pt x="1028788" y="49551"/>
                  </a:lnTo>
                  <a:lnTo>
                    <a:pt x="1038227" y="49551"/>
                  </a:lnTo>
                  <a:lnTo>
                    <a:pt x="1047665" y="49551"/>
                  </a:lnTo>
                  <a:lnTo>
                    <a:pt x="1057104" y="49551"/>
                  </a:lnTo>
                  <a:lnTo>
                    <a:pt x="1066542" y="49551"/>
                  </a:lnTo>
                  <a:lnTo>
                    <a:pt x="1075981" y="49551"/>
                  </a:lnTo>
                  <a:lnTo>
                    <a:pt x="1085419" y="49551"/>
                  </a:lnTo>
                  <a:lnTo>
                    <a:pt x="1094857" y="49551"/>
                  </a:lnTo>
                  <a:lnTo>
                    <a:pt x="1104296" y="49551"/>
                  </a:lnTo>
                  <a:lnTo>
                    <a:pt x="1113734" y="49551"/>
                  </a:lnTo>
                  <a:lnTo>
                    <a:pt x="1123173" y="49551"/>
                  </a:lnTo>
                  <a:lnTo>
                    <a:pt x="1123173" y="33034"/>
                  </a:lnTo>
                  <a:lnTo>
                    <a:pt x="1132611" y="33034"/>
                  </a:lnTo>
                  <a:lnTo>
                    <a:pt x="1142050" y="33034"/>
                  </a:lnTo>
                  <a:lnTo>
                    <a:pt x="1151488" y="33034"/>
                  </a:lnTo>
                  <a:lnTo>
                    <a:pt x="1160926" y="33034"/>
                  </a:lnTo>
                  <a:lnTo>
                    <a:pt x="1170365" y="33034"/>
                  </a:lnTo>
                  <a:lnTo>
                    <a:pt x="1179803" y="33034"/>
                  </a:lnTo>
                  <a:lnTo>
                    <a:pt x="1179803" y="16517"/>
                  </a:lnTo>
                  <a:lnTo>
                    <a:pt x="1189242" y="16517"/>
                  </a:lnTo>
                  <a:lnTo>
                    <a:pt x="1198680" y="16517"/>
                  </a:lnTo>
                  <a:lnTo>
                    <a:pt x="1208119" y="16517"/>
                  </a:lnTo>
                  <a:lnTo>
                    <a:pt x="1217557" y="16517"/>
                  </a:lnTo>
                  <a:lnTo>
                    <a:pt x="1226996" y="16517"/>
                  </a:lnTo>
                  <a:lnTo>
                    <a:pt x="1236434" y="16517"/>
                  </a:lnTo>
                  <a:lnTo>
                    <a:pt x="1245872" y="16517"/>
                  </a:lnTo>
                  <a:lnTo>
                    <a:pt x="1255311" y="16517"/>
                  </a:lnTo>
                  <a:lnTo>
                    <a:pt x="1264749" y="16517"/>
                  </a:lnTo>
                  <a:lnTo>
                    <a:pt x="1274188" y="16517"/>
                  </a:lnTo>
                  <a:lnTo>
                    <a:pt x="1283626" y="16517"/>
                  </a:lnTo>
                  <a:lnTo>
                    <a:pt x="1293065" y="16517"/>
                  </a:lnTo>
                  <a:lnTo>
                    <a:pt x="1302503" y="16517"/>
                  </a:lnTo>
                  <a:lnTo>
                    <a:pt x="1311941" y="16517"/>
                  </a:lnTo>
                  <a:lnTo>
                    <a:pt x="1321380" y="16517"/>
                  </a:lnTo>
                  <a:lnTo>
                    <a:pt x="1330818" y="16517"/>
                  </a:lnTo>
                  <a:lnTo>
                    <a:pt x="1340257" y="16517"/>
                  </a:lnTo>
                  <a:lnTo>
                    <a:pt x="1340257" y="0"/>
                  </a:lnTo>
                  <a:lnTo>
                    <a:pt x="1349695" y="0"/>
                  </a:lnTo>
                  <a:lnTo>
                    <a:pt x="1359134" y="0"/>
                  </a:lnTo>
                  <a:lnTo>
                    <a:pt x="1368572" y="0"/>
                  </a:lnTo>
                  <a:lnTo>
                    <a:pt x="1378010" y="0"/>
                  </a:lnTo>
                  <a:lnTo>
                    <a:pt x="1387449" y="0"/>
                  </a:lnTo>
                  <a:lnTo>
                    <a:pt x="1406326" y="0"/>
                  </a:lnTo>
                  <a:lnTo>
                    <a:pt x="1415764" y="0"/>
                  </a:lnTo>
                  <a:lnTo>
                    <a:pt x="1425203" y="0"/>
                  </a:lnTo>
                  <a:lnTo>
                    <a:pt x="1434641" y="0"/>
                  </a:lnTo>
                  <a:lnTo>
                    <a:pt x="1444079" y="0"/>
                  </a:lnTo>
                  <a:lnTo>
                    <a:pt x="1453518" y="0"/>
                  </a:lnTo>
                  <a:lnTo>
                    <a:pt x="1462956" y="0"/>
                  </a:lnTo>
                  <a:lnTo>
                    <a:pt x="1472395" y="0"/>
                  </a:lnTo>
                  <a:lnTo>
                    <a:pt x="1481833" y="0"/>
                  </a:lnTo>
                  <a:lnTo>
                    <a:pt x="1491272" y="0"/>
                  </a:lnTo>
                  <a:lnTo>
                    <a:pt x="1510148" y="0"/>
                  </a:lnTo>
                  <a:lnTo>
                    <a:pt x="1519587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16724103" y="9191923"/>
              <a:ext cx="1671546" cy="1671546"/>
            </a:xfrm>
            <a:custGeom>
              <a:avLst/>
              <a:pathLst>
                <a:path w="1671546" h="1671546">
                  <a:moveTo>
                    <a:pt x="0" y="1671546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23" name="pg5023"/>
            <p:cNvSpPr/>
            <p:nvPr/>
          </p:nvSpPr>
          <p:spPr>
            <a:xfrm>
              <a:off x="17179979" y="10055906"/>
              <a:ext cx="1215669" cy="807562"/>
            </a:xfrm>
            <a:custGeom>
              <a:avLst/>
              <a:pathLst>
                <a:path w="1215669" h="807562">
                  <a:moveTo>
                    <a:pt x="1215669" y="807562"/>
                  </a:moveTo>
                  <a:lnTo>
                    <a:pt x="1215669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807562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tx5024"/>
            <p:cNvSpPr/>
            <p:nvPr/>
          </p:nvSpPr>
          <p:spPr>
            <a:xfrm>
              <a:off x="17225509" y="10070831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1.38 [1.218, 2.425]</a:t>
              </a:r>
            </a:p>
          </p:txBody>
        </p:sp>
        <p:sp>
          <p:nvSpPr>
            <p:cNvPr id="5025" name="tx5025"/>
            <p:cNvSpPr/>
            <p:nvPr/>
          </p:nvSpPr>
          <p:spPr>
            <a:xfrm>
              <a:off x="17225509" y="10316275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0.889</a:t>
              </a:r>
            </a:p>
          </p:txBody>
        </p:sp>
        <p:sp>
          <p:nvSpPr>
            <p:cNvPr id="5026" name="tx5026"/>
            <p:cNvSpPr/>
            <p:nvPr/>
          </p:nvSpPr>
          <p:spPr>
            <a:xfrm>
              <a:off x="17225509" y="10536228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0.760</a:t>
              </a:r>
            </a:p>
          </p:txBody>
        </p:sp>
        <p:sp>
          <p:nvSpPr>
            <p:cNvPr id="5027" name="tx5027"/>
            <p:cNvSpPr/>
            <p:nvPr/>
          </p:nvSpPr>
          <p:spPr>
            <a:xfrm>
              <a:off x="17225509" y="10754772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0.826</a:t>
              </a:r>
            </a:p>
          </p:txBody>
        </p:sp>
        <p:sp>
          <p:nvSpPr>
            <p:cNvPr id="5028" name="tx5028"/>
            <p:cNvSpPr/>
            <p:nvPr/>
          </p:nvSpPr>
          <p:spPr>
            <a:xfrm>
              <a:off x="16367552" y="1073442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029" name="tx5029"/>
            <p:cNvSpPr/>
            <p:nvPr/>
          </p:nvSpPr>
          <p:spPr>
            <a:xfrm>
              <a:off x="16367552" y="10354530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030" name="tx5030"/>
            <p:cNvSpPr/>
            <p:nvPr/>
          </p:nvSpPr>
          <p:spPr>
            <a:xfrm>
              <a:off x="16367552" y="997463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031" name="tx5031"/>
            <p:cNvSpPr/>
            <p:nvPr/>
          </p:nvSpPr>
          <p:spPr>
            <a:xfrm>
              <a:off x="16367552" y="959473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032" name="tx5032"/>
            <p:cNvSpPr/>
            <p:nvPr/>
          </p:nvSpPr>
          <p:spPr>
            <a:xfrm>
              <a:off x="16367552" y="9214840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033" name="tx5033"/>
            <p:cNvSpPr/>
            <p:nvPr/>
          </p:nvSpPr>
          <p:spPr>
            <a:xfrm>
              <a:off x="16661662" y="1094102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034" name="tx5034"/>
            <p:cNvSpPr/>
            <p:nvPr/>
          </p:nvSpPr>
          <p:spPr>
            <a:xfrm>
              <a:off x="17041559" y="1094102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035" name="tx5035"/>
            <p:cNvSpPr/>
            <p:nvPr/>
          </p:nvSpPr>
          <p:spPr>
            <a:xfrm>
              <a:off x="17421456" y="1094102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036" name="tx5036"/>
            <p:cNvSpPr/>
            <p:nvPr/>
          </p:nvSpPr>
          <p:spPr>
            <a:xfrm>
              <a:off x="17801353" y="1094102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037" name="tx5037"/>
            <p:cNvSpPr/>
            <p:nvPr/>
          </p:nvSpPr>
          <p:spPr>
            <a:xfrm>
              <a:off x="18181250" y="1094102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038" name="tx5038"/>
            <p:cNvSpPr/>
            <p:nvPr/>
          </p:nvSpPr>
          <p:spPr>
            <a:xfrm>
              <a:off x="16181492" y="1109075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5039" name="tx5039"/>
            <p:cNvSpPr/>
            <p:nvPr/>
          </p:nvSpPr>
          <p:spPr>
            <a:xfrm rot="-5400000">
              <a:off x="14996534" y="994426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5040" name="tx5040"/>
            <p:cNvSpPr/>
            <p:nvPr/>
          </p:nvSpPr>
          <p:spPr>
            <a:xfrm>
              <a:off x="16724103" y="891252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P.</a:t>
              </a:r>
            </a:p>
          </p:txBody>
        </p:sp>
        <p:sp>
          <p:nvSpPr>
            <p:cNvPr id="5041" name="rc5041"/>
            <p:cNvSpPr/>
            <p:nvPr/>
          </p:nvSpPr>
          <p:spPr>
            <a:xfrm>
              <a:off x="2468562" y="11384280"/>
              <a:ext cx="4937759" cy="25603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rc5042"/>
            <p:cNvSpPr/>
            <p:nvPr/>
          </p:nvSpPr>
          <p:spPr>
            <a:xfrm>
              <a:off x="2897501" y="11681558"/>
              <a:ext cx="4439232" cy="18531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2897501" y="1341807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2897501" y="1309410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2897501" y="1277012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2897501" y="1244614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2897501" y="1212216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2897501" y="1179819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3812066" y="1168155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4872859" y="1168155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5933651" y="1168155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994444" y="1168155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2897501" y="1325609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2897501" y="1293211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2897501" y="1260813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2897501" y="1228415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2897501" y="1196017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3281669" y="1168155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4342462" y="1168155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5403255" y="1168155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464048" y="1168155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t5062"/>
            <p:cNvSpPr/>
            <p:nvPr/>
          </p:nvSpPr>
          <p:spPr>
            <a:xfrm>
              <a:off x="3260950" y="13233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t5063"/>
            <p:cNvSpPr/>
            <p:nvPr/>
          </p:nvSpPr>
          <p:spPr>
            <a:xfrm>
              <a:off x="3606068" y="13163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t5064"/>
            <p:cNvSpPr/>
            <p:nvPr/>
          </p:nvSpPr>
          <p:spPr>
            <a:xfrm>
              <a:off x="4035501" y="12978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t5065"/>
            <p:cNvSpPr/>
            <p:nvPr/>
          </p:nvSpPr>
          <p:spPr>
            <a:xfrm>
              <a:off x="3239515" y="13254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t5066"/>
            <p:cNvSpPr/>
            <p:nvPr/>
          </p:nvSpPr>
          <p:spPr>
            <a:xfrm>
              <a:off x="3373846" y="13186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t5067"/>
            <p:cNvSpPr/>
            <p:nvPr/>
          </p:nvSpPr>
          <p:spPr>
            <a:xfrm>
              <a:off x="3433152" y="13145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t5068"/>
            <p:cNvSpPr/>
            <p:nvPr/>
          </p:nvSpPr>
          <p:spPr>
            <a:xfrm>
              <a:off x="3219508" y="13274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t5069"/>
            <p:cNvSpPr/>
            <p:nvPr/>
          </p:nvSpPr>
          <p:spPr>
            <a:xfrm>
              <a:off x="3211648" y="13279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t5070"/>
            <p:cNvSpPr/>
            <p:nvPr/>
          </p:nvSpPr>
          <p:spPr>
            <a:xfrm>
              <a:off x="3200215" y="13243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t5071"/>
            <p:cNvSpPr/>
            <p:nvPr/>
          </p:nvSpPr>
          <p:spPr>
            <a:xfrm>
              <a:off x="3185210" y="13226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t5072"/>
            <p:cNvSpPr/>
            <p:nvPr/>
          </p:nvSpPr>
          <p:spPr>
            <a:xfrm>
              <a:off x="3222366" y="13251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t5073"/>
            <p:cNvSpPr/>
            <p:nvPr/>
          </p:nvSpPr>
          <p:spPr>
            <a:xfrm>
              <a:off x="3707532" y="13270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t5074"/>
            <p:cNvSpPr/>
            <p:nvPr/>
          </p:nvSpPr>
          <p:spPr>
            <a:xfrm>
              <a:off x="3889022" y="13299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t5075"/>
            <p:cNvSpPr/>
            <p:nvPr/>
          </p:nvSpPr>
          <p:spPr>
            <a:xfrm>
              <a:off x="5718219" y="128595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t5076"/>
            <p:cNvSpPr/>
            <p:nvPr/>
          </p:nvSpPr>
          <p:spPr>
            <a:xfrm>
              <a:off x="3496031" y="13197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t5077"/>
            <p:cNvSpPr/>
            <p:nvPr/>
          </p:nvSpPr>
          <p:spPr>
            <a:xfrm>
              <a:off x="3225939" y="13247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t5078"/>
            <p:cNvSpPr/>
            <p:nvPr/>
          </p:nvSpPr>
          <p:spPr>
            <a:xfrm>
              <a:off x="3159487" y="13237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t5079"/>
            <p:cNvSpPr/>
            <p:nvPr/>
          </p:nvSpPr>
          <p:spPr>
            <a:xfrm>
              <a:off x="3131621" y="13253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t5080"/>
            <p:cNvSpPr/>
            <p:nvPr/>
          </p:nvSpPr>
          <p:spPr>
            <a:xfrm>
              <a:off x="3254520" y="13147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t5081"/>
            <p:cNvSpPr/>
            <p:nvPr/>
          </p:nvSpPr>
          <p:spPr>
            <a:xfrm>
              <a:off x="3183781" y="13142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t5082"/>
            <p:cNvSpPr/>
            <p:nvPr/>
          </p:nvSpPr>
          <p:spPr>
            <a:xfrm>
              <a:off x="3198072" y="13261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t5083"/>
            <p:cNvSpPr/>
            <p:nvPr/>
          </p:nvSpPr>
          <p:spPr>
            <a:xfrm>
              <a:off x="3274527" y="13255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t5084"/>
            <p:cNvSpPr/>
            <p:nvPr/>
          </p:nvSpPr>
          <p:spPr>
            <a:xfrm>
              <a:off x="3241658" y="13292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t5085"/>
            <p:cNvSpPr/>
            <p:nvPr/>
          </p:nvSpPr>
          <p:spPr>
            <a:xfrm>
              <a:off x="3245231" y="1322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t5086"/>
            <p:cNvSpPr/>
            <p:nvPr/>
          </p:nvSpPr>
          <p:spPr>
            <a:xfrm>
              <a:off x="4438496" y="12945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t5087"/>
            <p:cNvSpPr/>
            <p:nvPr/>
          </p:nvSpPr>
          <p:spPr>
            <a:xfrm>
              <a:off x="4444212" y="12921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t5088"/>
            <p:cNvSpPr/>
            <p:nvPr/>
          </p:nvSpPr>
          <p:spPr>
            <a:xfrm>
              <a:off x="4618558" y="12857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t5089"/>
            <p:cNvSpPr/>
            <p:nvPr/>
          </p:nvSpPr>
          <p:spPr>
            <a:xfrm>
              <a:off x="3859727" y="13225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t5090"/>
            <p:cNvSpPr/>
            <p:nvPr/>
          </p:nvSpPr>
          <p:spPr>
            <a:xfrm>
              <a:off x="3306680" y="13271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t5091"/>
            <p:cNvSpPr/>
            <p:nvPr/>
          </p:nvSpPr>
          <p:spPr>
            <a:xfrm>
              <a:off x="3238086" y="13299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t5092"/>
            <p:cNvSpPr/>
            <p:nvPr/>
          </p:nvSpPr>
          <p:spPr>
            <a:xfrm>
              <a:off x="3766123" y="13127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t5093"/>
            <p:cNvSpPr/>
            <p:nvPr/>
          </p:nvSpPr>
          <p:spPr>
            <a:xfrm>
              <a:off x="3858298" y="13092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t5094"/>
            <p:cNvSpPr/>
            <p:nvPr/>
          </p:nvSpPr>
          <p:spPr>
            <a:xfrm>
              <a:off x="3879019" y="12770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t5095"/>
            <p:cNvSpPr/>
            <p:nvPr/>
          </p:nvSpPr>
          <p:spPr>
            <a:xfrm>
              <a:off x="4279156" y="13128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t5096"/>
            <p:cNvSpPr/>
            <p:nvPr/>
          </p:nvSpPr>
          <p:spPr>
            <a:xfrm>
              <a:off x="4279156" y="13128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t5097"/>
            <p:cNvSpPr/>
            <p:nvPr/>
          </p:nvSpPr>
          <p:spPr>
            <a:xfrm>
              <a:off x="3358127" y="13215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t5098"/>
            <p:cNvSpPr/>
            <p:nvPr/>
          </p:nvSpPr>
          <p:spPr>
            <a:xfrm>
              <a:off x="3306680" y="13254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t5099"/>
            <p:cNvSpPr/>
            <p:nvPr/>
          </p:nvSpPr>
          <p:spPr>
            <a:xfrm>
              <a:off x="3233798" y="13278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t5100"/>
            <p:cNvSpPr/>
            <p:nvPr/>
          </p:nvSpPr>
          <p:spPr>
            <a:xfrm>
              <a:off x="4020496" y="12707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t5101"/>
            <p:cNvSpPr/>
            <p:nvPr/>
          </p:nvSpPr>
          <p:spPr>
            <a:xfrm>
              <a:off x="4020496" y="12707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t5102"/>
            <p:cNvSpPr/>
            <p:nvPr/>
          </p:nvSpPr>
          <p:spPr>
            <a:xfrm>
              <a:off x="3363128" y="13274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t5103"/>
            <p:cNvSpPr/>
            <p:nvPr/>
          </p:nvSpPr>
          <p:spPr>
            <a:xfrm>
              <a:off x="3620359" y="13247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t5104"/>
            <p:cNvSpPr/>
            <p:nvPr/>
          </p:nvSpPr>
          <p:spPr>
            <a:xfrm>
              <a:off x="3685381" y="13135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t5105"/>
            <p:cNvSpPr/>
            <p:nvPr/>
          </p:nvSpPr>
          <p:spPr>
            <a:xfrm>
              <a:off x="3575344" y="13163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t5106"/>
            <p:cNvSpPr/>
            <p:nvPr/>
          </p:nvSpPr>
          <p:spPr>
            <a:xfrm>
              <a:off x="3160202" y="13279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t5107"/>
            <p:cNvSpPr/>
            <p:nvPr/>
          </p:nvSpPr>
          <p:spPr>
            <a:xfrm>
              <a:off x="3298106" y="13230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t5108"/>
            <p:cNvSpPr/>
            <p:nvPr/>
          </p:nvSpPr>
          <p:spPr>
            <a:xfrm>
              <a:off x="4967248" y="13140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t5109"/>
            <p:cNvSpPr/>
            <p:nvPr/>
          </p:nvSpPr>
          <p:spPr>
            <a:xfrm>
              <a:off x="3958332" y="13175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t5110"/>
            <p:cNvSpPr/>
            <p:nvPr/>
          </p:nvSpPr>
          <p:spPr>
            <a:xfrm>
              <a:off x="4233426" y="13179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t5111"/>
            <p:cNvSpPr/>
            <p:nvPr/>
          </p:nvSpPr>
          <p:spPr>
            <a:xfrm>
              <a:off x="3194499" y="13286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t5112"/>
            <p:cNvSpPr/>
            <p:nvPr/>
          </p:nvSpPr>
          <p:spPr>
            <a:xfrm>
              <a:off x="3194499" y="13286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t5113"/>
            <p:cNvSpPr/>
            <p:nvPr/>
          </p:nvSpPr>
          <p:spPr>
            <a:xfrm>
              <a:off x="3265952" y="13109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t5114"/>
            <p:cNvSpPr/>
            <p:nvPr/>
          </p:nvSpPr>
          <p:spPr>
            <a:xfrm>
              <a:off x="3243087" y="13004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t5115"/>
            <p:cNvSpPr/>
            <p:nvPr/>
          </p:nvSpPr>
          <p:spPr>
            <a:xfrm>
              <a:off x="3437439" y="13237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t5116"/>
            <p:cNvSpPr/>
            <p:nvPr/>
          </p:nvSpPr>
          <p:spPr>
            <a:xfrm>
              <a:off x="3688954" y="13207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t5117"/>
            <p:cNvSpPr/>
            <p:nvPr/>
          </p:nvSpPr>
          <p:spPr>
            <a:xfrm>
              <a:off x="3216650" y="13329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t5118"/>
            <p:cNvSpPr/>
            <p:nvPr/>
          </p:nvSpPr>
          <p:spPr>
            <a:xfrm>
              <a:off x="3378133" y="13247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t5119"/>
            <p:cNvSpPr/>
            <p:nvPr/>
          </p:nvSpPr>
          <p:spPr>
            <a:xfrm>
              <a:off x="3300964" y="13237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t5120"/>
            <p:cNvSpPr/>
            <p:nvPr/>
          </p:nvSpPr>
          <p:spPr>
            <a:xfrm>
              <a:off x="3457446" y="13221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t5121"/>
            <p:cNvSpPr/>
            <p:nvPr/>
          </p:nvSpPr>
          <p:spPr>
            <a:xfrm>
              <a:off x="3448157" y="13215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t5122"/>
            <p:cNvSpPr/>
            <p:nvPr/>
          </p:nvSpPr>
          <p:spPr>
            <a:xfrm>
              <a:off x="3678951" y="13224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t5123"/>
            <p:cNvSpPr/>
            <p:nvPr/>
          </p:nvSpPr>
          <p:spPr>
            <a:xfrm>
              <a:off x="4128390" y="13257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t5124"/>
            <p:cNvSpPr/>
            <p:nvPr/>
          </p:nvSpPr>
          <p:spPr>
            <a:xfrm>
              <a:off x="4249860" y="13214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t5125"/>
            <p:cNvSpPr/>
            <p:nvPr/>
          </p:nvSpPr>
          <p:spPr>
            <a:xfrm>
              <a:off x="4228424" y="13111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t5126"/>
            <p:cNvSpPr/>
            <p:nvPr/>
          </p:nvSpPr>
          <p:spPr>
            <a:xfrm>
              <a:off x="3353125" y="13240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t5127"/>
            <p:cNvSpPr/>
            <p:nvPr/>
          </p:nvSpPr>
          <p:spPr>
            <a:xfrm>
              <a:off x="3370274" y="13207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t5128"/>
            <p:cNvSpPr/>
            <p:nvPr/>
          </p:nvSpPr>
          <p:spPr>
            <a:xfrm>
              <a:off x="5037272" y="12825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t5129"/>
            <p:cNvSpPr/>
            <p:nvPr/>
          </p:nvSpPr>
          <p:spPr>
            <a:xfrm>
              <a:off x="3298821" y="13279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t5130"/>
            <p:cNvSpPr/>
            <p:nvPr/>
          </p:nvSpPr>
          <p:spPr>
            <a:xfrm>
              <a:off x="3270954" y="13277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t5131"/>
            <p:cNvSpPr/>
            <p:nvPr/>
          </p:nvSpPr>
          <p:spPr>
            <a:xfrm>
              <a:off x="3285244" y="13263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t5132"/>
            <p:cNvSpPr/>
            <p:nvPr/>
          </p:nvSpPr>
          <p:spPr>
            <a:xfrm>
              <a:off x="3242373" y="13285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t5133"/>
            <p:cNvSpPr/>
            <p:nvPr/>
          </p:nvSpPr>
          <p:spPr>
            <a:xfrm>
              <a:off x="3230226" y="13261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t5134"/>
            <p:cNvSpPr/>
            <p:nvPr/>
          </p:nvSpPr>
          <p:spPr>
            <a:xfrm>
              <a:off x="3266667" y="13258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t5135"/>
            <p:cNvSpPr/>
            <p:nvPr/>
          </p:nvSpPr>
          <p:spPr>
            <a:xfrm>
              <a:off x="3240944" y="13279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t5136"/>
            <p:cNvSpPr/>
            <p:nvPr/>
          </p:nvSpPr>
          <p:spPr>
            <a:xfrm>
              <a:off x="3240944" y="13294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t5137"/>
            <p:cNvSpPr/>
            <p:nvPr/>
          </p:nvSpPr>
          <p:spPr>
            <a:xfrm>
              <a:off x="3170205" y="13293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t5138"/>
            <p:cNvSpPr/>
            <p:nvPr/>
          </p:nvSpPr>
          <p:spPr>
            <a:xfrm>
              <a:off x="3178065" y="13294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t5139"/>
            <p:cNvSpPr/>
            <p:nvPr/>
          </p:nvSpPr>
          <p:spPr>
            <a:xfrm>
              <a:off x="3171634" y="13318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t5140"/>
            <p:cNvSpPr/>
            <p:nvPr/>
          </p:nvSpPr>
          <p:spPr>
            <a:xfrm>
              <a:off x="3152342" y="13315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t5141"/>
            <p:cNvSpPr/>
            <p:nvPr/>
          </p:nvSpPr>
          <p:spPr>
            <a:xfrm>
              <a:off x="3253805" y="13276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t5142"/>
            <p:cNvSpPr/>
            <p:nvPr/>
          </p:nvSpPr>
          <p:spPr>
            <a:xfrm>
              <a:off x="3207361" y="13299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t5143"/>
            <p:cNvSpPr/>
            <p:nvPr/>
          </p:nvSpPr>
          <p:spPr>
            <a:xfrm>
              <a:off x="3230226" y="13253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t5144"/>
            <p:cNvSpPr/>
            <p:nvPr/>
          </p:nvSpPr>
          <p:spPr>
            <a:xfrm>
              <a:off x="3303822" y="13246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t5145"/>
            <p:cNvSpPr/>
            <p:nvPr/>
          </p:nvSpPr>
          <p:spPr>
            <a:xfrm>
              <a:off x="3245945" y="13285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t5146"/>
            <p:cNvSpPr/>
            <p:nvPr/>
          </p:nvSpPr>
          <p:spPr>
            <a:xfrm>
              <a:off x="3158058" y="13279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t5147"/>
            <p:cNvSpPr/>
            <p:nvPr/>
          </p:nvSpPr>
          <p:spPr>
            <a:xfrm>
              <a:off x="3224509" y="13294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t5148"/>
            <p:cNvSpPr/>
            <p:nvPr/>
          </p:nvSpPr>
          <p:spPr>
            <a:xfrm>
              <a:off x="3830431" y="12859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t5149"/>
            <p:cNvSpPr/>
            <p:nvPr/>
          </p:nvSpPr>
          <p:spPr>
            <a:xfrm>
              <a:off x="3767552" y="12809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t5150"/>
            <p:cNvSpPr/>
            <p:nvPr/>
          </p:nvSpPr>
          <p:spPr>
            <a:xfrm>
              <a:off x="3767552" y="12809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t5151"/>
            <p:cNvSpPr/>
            <p:nvPr/>
          </p:nvSpPr>
          <p:spPr>
            <a:xfrm>
              <a:off x="3999775" y="12900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t5152"/>
            <p:cNvSpPr/>
            <p:nvPr/>
          </p:nvSpPr>
          <p:spPr>
            <a:xfrm>
              <a:off x="4132677" y="13105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t5153"/>
            <p:cNvSpPr/>
            <p:nvPr/>
          </p:nvSpPr>
          <p:spPr>
            <a:xfrm>
              <a:off x="3931894" y="12960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t5154"/>
            <p:cNvSpPr/>
            <p:nvPr/>
          </p:nvSpPr>
          <p:spPr>
            <a:xfrm>
              <a:off x="3913316" y="12860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t5155"/>
            <p:cNvSpPr/>
            <p:nvPr/>
          </p:nvSpPr>
          <p:spPr>
            <a:xfrm>
              <a:off x="4102667" y="12803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t5156"/>
            <p:cNvSpPr/>
            <p:nvPr/>
          </p:nvSpPr>
          <p:spPr>
            <a:xfrm>
              <a:off x="3919033" y="12949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t5157"/>
            <p:cNvSpPr/>
            <p:nvPr/>
          </p:nvSpPr>
          <p:spPr>
            <a:xfrm>
              <a:off x="4003347" y="12604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t5158"/>
            <p:cNvSpPr/>
            <p:nvPr/>
          </p:nvSpPr>
          <p:spPr>
            <a:xfrm>
              <a:off x="3195928" y="13261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t5159"/>
            <p:cNvSpPr/>
            <p:nvPr/>
          </p:nvSpPr>
          <p:spPr>
            <a:xfrm>
              <a:off x="3216650" y="13291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t5160"/>
            <p:cNvSpPr/>
            <p:nvPr/>
          </p:nvSpPr>
          <p:spPr>
            <a:xfrm>
              <a:off x="3243087" y="13242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t5161"/>
            <p:cNvSpPr/>
            <p:nvPr/>
          </p:nvSpPr>
          <p:spPr>
            <a:xfrm>
              <a:off x="3334547" y="13172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t5162"/>
            <p:cNvSpPr/>
            <p:nvPr/>
          </p:nvSpPr>
          <p:spPr>
            <a:xfrm>
              <a:off x="4211990" y="12982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t5163"/>
            <p:cNvSpPr/>
            <p:nvPr/>
          </p:nvSpPr>
          <p:spPr>
            <a:xfrm>
              <a:off x="4483511" y="12829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t5164"/>
            <p:cNvSpPr/>
            <p:nvPr/>
          </p:nvSpPr>
          <p:spPr>
            <a:xfrm>
              <a:off x="3253091" y="13255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t5165"/>
            <p:cNvSpPr/>
            <p:nvPr/>
          </p:nvSpPr>
          <p:spPr>
            <a:xfrm>
              <a:off x="3432438" y="13265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t5166"/>
            <p:cNvSpPr/>
            <p:nvPr/>
          </p:nvSpPr>
          <p:spPr>
            <a:xfrm>
              <a:off x="3195928" y="13223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t5167"/>
            <p:cNvSpPr/>
            <p:nvPr/>
          </p:nvSpPr>
          <p:spPr>
            <a:xfrm>
              <a:off x="3190212" y="13171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t5168"/>
            <p:cNvSpPr/>
            <p:nvPr/>
          </p:nvSpPr>
          <p:spPr>
            <a:xfrm>
              <a:off x="3249518" y="13166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t5169"/>
            <p:cNvSpPr/>
            <p:nvPr/>
          </p:nvSpPr>
          <p:spPr>
            <a:xfrm>
              <a:off x="3244516" y="13220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t5170"/>
            <p:cNvSpPr/>
            <p:nvPr/>
          </p:nvSpPr>
          <p:spPr>
            <a:xfrm>
              <a:off x="3270954" y="13233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t5171"/>
            <p:cNvSpPr/>
            <p:nvPr/>
          </p:nvSpPr>
          <p:spPr>
            <a:xfrm>
              <a:off x="3239515" y="13205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t5172"/>
            <p:cNvSpPr/>
            <p:nvPr/>
          </p:nvSpPr>
          <p:spPr>
            <a:xfrm>
              <a:off x="3244516" y="13253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t5173"/>
            <p:cNvSpPr/>
            <p:nvPr/>
          </p:nvSpPr>
          <p:spPr>
            <a:xfrm>
              <a:off x="3219508" y="13261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t5174"/>
            <p:cNvSpPr/>
            <p:nvPr/>
          </p:nvSpPr>
          <p:spPr>
            <a:xfrm>
              <a:off x="3737542" y="12489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t5175"/>
            <p:cNvSpPr/>
            <p:nvPr/>
          </p:nvSpPr>
          <p:spPr>
            <a:xfrm>
              <a:off x="3835433" y="12507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t5176"/>
            <p:cNvSpPr/>
            <p:nvPr/>
          </p:nvSpPr>
          <p:spPr>
            <a:xfrm>
              <a:off x="4870072" y="13192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t5177"/>
            <p:cNvSpPr/>
            <p:nvPr/>
          </p:nvSpPr>
          <p:spPr>
            <a:xfrm>
              <a:off x="5118014" y="13188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t5178"/>
            <p:cNvSpPr/>
            <p:nvPr/>
          </p:nvSpPr>
          <p:spPr>
            <a:xfrm>
              <a:off x="5087289" y="13207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t5179"/>
            <p:cNvSpPr/>
            <p:nvPr/>
          </p:nvSpPr>
          <p:spPr>
            <a:xfrm>
              <a:off x="5142308" y="13177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t5180"/>
            <p:cNvSpPr/>
            <p:nvPr/>
          </p:nvSpPr>
          <p:spPr>
            <a:xfrm>
              <a:off x="3473880" y="13250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t5181"/>
            <p:cNvSpPr/>
            <p:nvPr/>
          </p:nvSpPr>
          <p:spPr>
            <a:xfrm>
              <a:off x="3831145" y="13250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t5182"/>
            <p:cNvSpPr/>
            <p:nvPr/>
          </p:nvSpPr>
          <p:spPr>
            <a:xfrm>
              <a:off x="3257378" y="13258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t5183"/>
            <p:cNvSpPr/>
            <p:nvPr/>
          </p:nvSpPr>
          <p:spPr>
            <a:xfrm>
              <a:off x="3144482" y="13182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t5184"/>
            <p:cNvSpPr/>
            <p:nvPr/>
          </p:nvSpPr>
          <p:spPr>
            <a:xfrm>
              <a:off x="3307395" y="13275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t5185"/>
            <p:cNvSpPr/>
            <p:nvPr/>
          </p:nvSpPr>
          <p:spPr>
            <a:xfrm>
              <a:off x="3245231" y="13215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t5186"/>
            <p:cNvSpPr/>
            <p:nvPr/>
          </p:nvSpPr>
          <p:spPr>
            <a:xfrm>
              <a:off x="3247374" y="13202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t5187"/>
            <p:cNvSpPr/>
            <p:nvPr/>
          </p:nvSpPr>
          <p:spPr>
            <a:xfrm>
              <a:off x="3174492" y="13233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t5188"/>
            <p:cNvSpPr/>
            <p:nvPr/>
          </p:nvSpPr>
          <p:spPr>
            <a:xfrm>
              <a:off x="3245945" y="13293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t5189"/>
            <p:cNvSpPr/>
            <p:nvPr/>
          </p:nvSpPr>
          <p:spPr>
            <a:xfrm>
              <a:off x="3258092" y="13278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t5190"/>
            <p:cNvSpPr/>
            <p:nvPr/>
          </p:nvSpPr>
          <p:spPr>
            <a:xfrm>
              <a:off x="3270239" y="13277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t5191"/>
            <p:cNvSpPr/>
            <p:nvPr/>
          </p:nvSpPr>
          <p:spPr>
            <a:xfrm>
              <a:off x="3225939" y="13217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t5192"/>
            <p:cNvSpPr/>
            <p:nvPr/>
          </p:nvSpPr>
          <p:spPr>
            <a:xfrm>
              <a:off x="3138051" y="13180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t5193"/>
            <p:cNvSpPr/>
            <p:nvPr/>
          </p:nvSpPr>
          <p:spPr>
            <a:xfrm>
              <a:off x="3193785" y="13183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t5194"/>
            <p:cNvSpPr/>
            <p:nvPr/>
          </p:nvSpPr>
          <p:spPr>
            <a:xfrm>
              <a:off x="3238086" y="13265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t5195"/>
            <p:cNvSpPr/>
            <p:nvPr/>
          </p:nvSpPr>
          <p:spPr>
            <a:xfrm>
              <a:off x="3205932" y="12936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t5196"/>
            <p:cNvSpPr/>
            <p:nvPr/>
          </p:nvSpPr>
          <p:spPr>
            <a:xfrm>
              <a:off x="3265238" y="13272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t5197"/>
            <p:cNvSpPr/>
            <p:nvPr/>
          </p:nvSpPr>
          <p:spPr>
            <a:xfrm>
              <a:off x="3229511" y="13312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t5198"/>
            <p:cNvSpPr/>
            <p:nvPr/>
          </p:nvSpPr>
          <p:spPr>
            <a:xfrm>
              <a:off x="3229511" y="13312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t5199"/>
            <p:cNvSpPr/>
            <p:nvPr/>
          </p:nvSpPr>
          <p:spPr>
            <a:xfrm>
              <a:off x="3253805" y="13259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t5200"/>
            <p:cNvSpPr/>
            <p:nvPr/>
          </p:nvSpPr>
          <p:spPr>
            <a:xfrm>
              <a:off x="3293819" y="13212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t5201"/>
            <p:cNvSpPr/>
            <p:nvPr/>
          </p:nvSpPr>
          <p:spPr>
            <a:xfrm>
              <a:off x="3197357" y="13138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t5202"/>
            <p:cNvSpPr/>
            <p:nvPr/>
          </p:nvSpPr>
          <p:spPr>
            <a:xfrm>
              <a:off x="3294533" y="13261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t5203"/>
            <p:cNvSpPr/>
            <p:nvPr/>
          </p:nvSpPr>
          <p:spPr>
            <a:xfrm>
              <a:off x="3551764" y="13271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t5204"/>
            <p:cNvSpPr/>
            <p:nvPr/>
          </p:nvSpPr>
          <p:spPr>
            <a:xfrm>
              <a:off x="3753262" y="13237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t5205"/>
            <p:cNvSpPr/>
            <p:nvPr/>
          </p:nvSpPr>
          <p:spPr>
            <a:xfrm>
              <a:off x="3844007" y="13221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t5206"/>
            <p:cNvSpPr/>
            <p:nvPr/>
          </p:nvSpPr>
          <p:spPr>
            <a:xfrm>
              <a:off x="4322028" y="13040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t5207"/>
            <p:cNvSpPr/>
            <p:nvPr/>
          </p:nvSpPr>
          <p:spPr>
            <a:xfrm>
              <a:off x="4322028" y="13040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t5208"/>
            <p:cNvSpPr/>
            <p:nvPr/>
          </p:nvSpPr>
          <p:spPr>
            <a:xfrm>
              <a:off x="3267381" y="13273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t5209"/>
            <p:cNvSpPr/>
            <p:nvPr/>
          </p:nvSpPr>
          <p:spPr>
            <a:xfrm>
              <a:off x="3331689" y="13259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t5210"/>
            <p:cNvSpPr/>
            <p:nvPr/>
          </p:nvSpPr>
          <p:spPr>
            <a:xfrm>
              <a:off x="3266667" y="13244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t5211"/>
            <p:cNvSpPr/>
            <p:nvPr/>
          </p:nvSpPr>
          <p:spPr>
            <a:xfrm>
              <a:off x="3290961" y="13230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t5212"/>
            <p:cNvSpPr/>
            <p:nvPr/>
          </p:nvSpPr>
          <p:spPr>
            <a:xfrm>
              <a:off x="3214506" y="13230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t5213"/>
            <p:cNvSpPr/>
            <p:nvPr/>
          </p:nvSpPr>
          <p:spPr>
            <a:xfrm>
              <a:off x="3181638" y="13247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t5214"/>
            <p:cNvSpPr/>
            <p:nvPr/>
          </p:nvSpPr>
          <p:spPr>
            <a:xfrm>
              <a:off x="3189497" y="13221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t5215"/>
            <p:cNvSpPr/>
            <p:nvPr/>
          </p:nvSpPr>
          <p:spPr>
            <a:xfrm>
              <a:off x="3186639" y="13236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t5216"/>
            <p:cNvSpPr/>
            <p:nvPr/>
          </p:nvSpPr>
          <p:spPr>
            <a:xfrm>
              <a:off x="3408144" y="13297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t5217"/>
            <p:cNvSpPr/>
            <p:nvPr/>
          </p:nvSpPr>
          <p:spPr>
            <a:xfrm>
              <a:off x="3364557" y="13291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t5218"/>
            <p:cNvSpPr/>
            <p:nvPr/>
          </p:nvSpPr>
          <p:spPr>
            <a:xfrm>
              <a:off x="3382421" y="13289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t5219"/>
            <p:cNvSpPr/>
            <p:nvPr/>
          </p:nvSpPr>
          <p:spPr>
            <a:xfrm>
              <a:off x="6133361" y="13003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t5220"/>
            <p:cNvSpPr/>
            <p:nvPr/>
          </p:nvSpPr>
          <p:spPr>
            <a:xfrm>
              <a:off x="6144794" y="12977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t5221"/>
            <p:cNvSpPr/>
            <p:nvPr/>
          </p:nvSpPr>
          <p:spPr>
            <a:xfrm>
              <a:off x="3310968" y="13233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t5222"/>
            <p:cNvSpPr/>
            <p:nvPr/>
          </p:nvSpPr>
          <p:spPr>
            <a:xfrm>
              <a:off x="3733969" y="12893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t5223"/>
            <p:cNvSpPr/>
            <p:nvPr/>
          </p:nvSpPr>
          <p:spPr>
            <a:xfrm>
              <a:off x="3761121" y="12827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t5224"/>
            <p:cNvSpPr/>
            <p:nvPr/>
          </p:nvSpPr>
          <p:spPr>
            <a:xfrm>
              <a:off x="3761121" y="12827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t5225"/>
            <p:cNvSpPr/>
            <p:nvPr/>
          </p:nvSpPr>
          <p:spPr>
            <a:xfrm>
              <a:off x="3436010" y="13300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t5226"/>
            <p:cNvSpPr/>
            <p:nvPr/>
          </p:nvSpPr>
          <p:spPr>
            <a:xfrm>
              <a:off x="3576773" y="13276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t5227"/>
            <p:cNvSpPr/>
            <p:nvPr/>
          </p:nvSpPr>
          <p:spPr>
            <a:xfrm>
              <a:off x="3829002" y="13289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t5228"/>
            <p:cNvSpPr/>
            <p:nvPr/>
          </p:nvSpPr>
          <p:spPr>
            <a:xfrm>
              <a:off x="3225224" y="13282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t5229"/>
            <p:cNvSpPr/>
            <p:nvPr/>
          </p:nvSpPr>
          <p:spPr>
            <a:xfrm>
              <a:off x="3196643" y="13091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t5230"/>
            <p:cNvSpPr/>
            <p:nvPr/>
          </p:nvSpPr>
          <p:spPr>
            <a:xfrm>
              <a:off x="3203788" y="13268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t5231"/>
            <p:cNvSpPr/>
            <p:nvPr/>
          </p:nvSpPr>
          <p:spPr>
            <a:xfrm>
              <a:off x="3293819" y="13261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t5232"/>
            <p:cNvSpPr/>
            <p:nvPr/>
          </p:nvSpPr>
          <p:spPr>
            <a:xfrm>
              <a:off x="3300250" y="13235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t5233"/>
            <p:cNvSpPr/>
            <p:nvPr/>
          </p:nvSpPr>
          <p:spPr>
            <a:xfrm>
              <a:off x="3282386" y="13275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t5234"/>
            <p:cNvSpPr/>
            <p:nvPr/>
          </p:nvSpPr>
          <p:spPr>
            <a:xfrm>
              <a:off x="3287388" y="13210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t5235"/>
            <p:cNvSpPr/>
            <p:nvPr/>
          </p:nvSpPr>
          <p:spPr>
            <a:xfrm>
              <a:off x="3295248" y="13225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t5236"/>
            <p:cNvSpPr/>
            <p:nvPr/>
          </p:nvSpPr>
          <p:spPr>
            <a:xfrm>
              <a:off x="3586062" y="13191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t5237"/>
            <p:cNvSpPr/>
            <p:nvPr/>
          </p:nvSpPr>
          <p:spPr>
            <a:xfrm>
              <a:off x="3398855" y="13238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t5238"/>
            <p:cNvSpPr/>
            <p:nvPr/>
          </p:nvSpPr>
          <p:spPr>
            <a:xfrm>
              <a:off x="3421720" y="13219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t5239"/>
            <p:cNvSpPr/>
            <p:nvPr/>
          </p:nvSpPr>
          <p:spPr>
            <a:xfrm>
              <a:off x="3493173" y="13239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t5240"/>
            <p:cNvSpPr/>
            <p:nvPr/>
          </p:nvSpPr>
          <p:spPr>
            <a:xfrm>
              <a:off x="3253805" y="13280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t5241"/>
            <p:cNvSpPr/>
            <p:nvPr/>
          </p:nvSpPr>
          <p:spPr>
            <a:xfrm>
              <a:off x="3308109" y="13226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t5242"/>
            <p:cNvSpPr/>
            <p:nvPr/>
          </p:nvSpPr>
          <p:spPr>
            <a:xfrm>
              <a:off x="3915460" y="13143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t5243"/>
            <p:cNvSpPr/>
            <p:nvPr/>
          </p:nvSpPr>
          <p:spPr>
            <a:xfrm>
              <a:off x="3152342" y="13295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t5244"/>
            <p:cNvSpPr/>
            <p:nvPr/>
          </p:nvSpPr>
          <p:spPr>
            <a:xfrm>
              <a:off x="3282386" y="13226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t5245"/>
            <p:cNvSpPr/>
            <p:nvPr/>
          </p:nvSpPr>
          <p:spPr>
            <a:xfrm>
              <a:off x="3257378" y="13226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t5246"/>
            <p:cNvSpPr/>
            <p:nvPr/>
          </p:nvSpPr>
          <p:spPr>
            <a:xfrm>
              <a:off x="3244516" y="13217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t5247"/>
            <p:cNvSpPr/>
            <p:nvPr/>
          </p:nvSpPr>
          <p:spPr>
            <a:xfrm>
              <a:off x="3235942" y="13243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t5248"/>
            <p:cNvSpPr/>
            <p:nvPr/>
          </p:nvSpPr>
          <p:spPr>
            <a:xfrm>
              <a:off x="4797905" y="12384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t5249"/>
            <p:cNvSpPr/>
            <p:nvPr/>
          </p:nvSpPr>
          <p:spPr>
            <a:xfrm>
              <a:off x="3466735" y="13231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t5250"/>
            <p:cNvSpPr/>
            <p:nvPr/>
          </p:nvSpPr>
          <p:spPr>
            <a:xfrm>
              <a:off x="3432438" y="13234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t5251"/>
            <p:cNvSpPr/>
            <p:nvPr/>
          </p:nvSpPr>
          <p:spPr>
            <a:xfrm>
              <a:off x="3324544" y="13198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t5252"/>
            <p:cNvSpPr/>
            <p:nvPr/>
          </p:nvSpPr>
          <p:spPr>
            <a:xfrm>
              <a:off x="3400998" y="13159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t5253"/>
            <p:cNvSpPr/>
            <p:nvPr/>
          </p:nvSpPr>
          <p:spPr>
            <a:xfrm>
              <a:off x="3170205" y="13138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t5254"/>
            <p:cNvSpPr/>
            <p:nvPr/>
          </p:nvSpPr>
          <p:spPr>
            <a:xfrm>
              <a:off x="3208790" y="13172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t5255"/>
            <p:cNvSpPr/>
            <p:nvPr/>
          </p:nvSpPr>
          <p:spPr>
            <a:xfrm>
              <a:off x="5040130" y="12989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t5256"/>
            <p:cNvSpPr/>
            <p:nvPr/>
          </p:nvSpPr>
          <p:spPr>
            <a:xfrm>
              <a:off x="5435265" y="12894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t5257"/>
            <p:cNvSpPr/>
            <p:nvPr/>
          </p:nvSpPr>
          <p:spPr>
            <a:xfrm>
              <a:off x="3161631" y="13187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t5258"/>
            <p:cNvSpPr/>
            <p:nvPr/>
          </p:nvSpPr>
          <p:spPr>
            <a:xfrm>
              <a:off x="3151627" y="13202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t5259"/>
            <p:cNvSpPr/>
            <p:nvPr/>
          </p:nvSpPr>
          <p:spPr>
            <a:xfrm>
              <a:off x="3153771" y="13213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t5260"/>
            <p:cNvSpPr/>
            <p:nvPr/>
          </p:nvSpPr>
          <p:spPr>
            <a:xfrm>
              <a:off x="3198072" y="1322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t5261"/>
            <p:cNvSpPr/>
            <p:nvPr/>
          </p:nvSpPr>
          <p:spPr>
            <a:xfrm>
              <a:off x="4206988" y="13166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t5262"/>
            <p:cNvSpPr/>
            <p:nvPr/>
          </p:nvSpPr>
          <p:spPr>
            <a:xfrm>
              <a:off x="4248431" y="13066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t5263"/>
            <p:cNvSpPr/>
            <p:nvPr/>
          </p:nvSpPr>
          <p:spPr>
            <a:xfrm>
              <a:off x="4248431" y="13066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t5264"/>
            <p:cNvSpPr/>
            <p:nvPr/>
          </p:nvSpPr>
          <p:spPr>
            <a:xfrm>
              <a:off x="4128390" y="12410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t5265"/>
            <p:cNvSpPr/>
            <p:nvPr/>
          </p:nvSpPr>
          <p:spPr>
            <a:xfrm>
              <a:off x="4042646" y="12376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t5266"/>
            <p:cNvSpPr/>
            <p:nvPr/>
          </p:nvSpPr>
          <p:spPr>
            <a:xfrm>
              <a:off x="3251662" y="13269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t5267"/>
            <p:cNvSpPr/>
            <p:nvPr/>
          </p:nvSpPr>
          <p:spPr>
            <a:xfrm>
              <a:off x="5408113" y="12872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t5268"/>
            <p:cNvSpPr/>
            <p:nvPr/>
          </p:nvSpPr>
          <p:spPr>
            <a:xfrm>
              <a:off x="5390250" y="12677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t5269"/>
            <p:cNvSpPr/>
            <p:nvPr/>
          </p:nvSpPr>
          <p:spPr>
            <a:xfrm>
              <a:off x="6013320" y="12862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t5270"/>
            <p:cNvSpPr/>
            <p:nvPr/>
          </p:nvSpPr>
          <p:spPr>
            <a:xfrm>
              <a:off x="6013320" y="12862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t5271"/>
            <p:cNvSpPr/>
            <p:nvPr/>
          </p:nvSpPr>
          <p:spPr>
            <a:xfrm>
              <a:off x="3185210" y="13262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t5272"/>
            <p:cNvSpPr/>
            <p:nvPr/>
          </p:nvSpPr>
          <p:spPr>
            <a:xfrm>
              <a:off x="3208790" y="13288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t5273"/>
            <p:cNvSpPr/>
            <p:nvPr/>
          </p:nvSpPr>
          <p:spPr>
            <a:xfrm>
              <a:off x="3184496" y="13201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t5274"/>
            <p:cNvSpPr/>
            <p:nvPr/>
          </p:nvSpPr>
          <p:spPr>
            <a:xfrm>
              <a:off x="4751460" y="12689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t5275"/>
            <p:cNvSpPr/>
            <p:nvPr/>
          </p:nvSpPr>
          <p:spPr>
            <a:xfrm>
              <a:off x="4975823" y="13093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t5276"/>
            <p:cNvSpPr/>
            <p:nvPr/>
          </p:nvSpPr>
          <p:spPr>
            <a:xfrm>
              <a:off x="4960103" y="12962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t5277"/>
            <p:cNvSpPr/>
            <p:nvPr/>
          </p:nvSpPr>
          <p:spPr>
            <a:xfrm>
              <a:off x="4346322" y="13056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t5278"/>
            <p:cNvSpPr/>
            <p:nvPr/>
          </p:nvSpPr>
          <p:spPr>
            <a:xfrm>
              <a:off x="4471364" y="13033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t5279"/>
            <p:cNvSpPr/>
            <p:nvPr/>
          </p:nvSpPr>
          <p:spPr>
            <a:xfrm>
              <a:off x="3156629" y="13262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t5280"/>
            <p:cNvSpPr/>
            <p:nvPr/>
          </p:nvSpPr>
          <p:spPr>
            <a:xfrm>
              <a:off x="3111614" y="13246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t5281"/>
            <p:cNvSpPr/>
            <p:nvPr/>
          </p:nvSpPr>
          <p:spPr>
            <a:xfrm>
              <a:off x="3342407" y="13161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t5282"/>
            <p:cNvSpPr/>
            <p:nvPr/>
          </p:nvSpPr>
          <p:spPr>
            <a:xfrm>
              <a:off x="3376704" y="13216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t5283"/>
            <p:cNvSpPr/>
            <p:nvPr/>
          </p:nvSpPr>
          <p:spPr>
            <a:xfrm>
              <a:off x="3385279" y="13225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t5284"/>
            <p:cNvSpPr/>
            <p:nvPr/>
          </p:nvSpPr>
          <p:spPr>
            <a:xfrm>
              <a:off x="3466021" y="13205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t5285"/>
            <p:cNvSpPr/>
            <p:nvPr/>
          </p:nvSpPr>
          <p:spPr>
            <a:xfrm>
              <a:off x="3558909" y="13195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t5286"/>
            <p:cNvSpPr/>
            <p:nvPr/>
          </p:nvSpPr>
          <p:spPr>
            <a:xfrm>
              <a:off x="3686810" y="13201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t5287"/>
            <p:cNvSpPr/>
            <p:nvPr/>
          </p:nvSpPr>
          <p:spPr>
            <a:xfrm>
              <a:off x="3875446" y="13208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t5288"/>
            <p:cNvSpPr/>
            <p:nvPr/>
          </p:nvSpPr>
          <p:spPr>
            <a:xfrm>
              <a:off x="4216277" y="13204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t5289"/>
            <p:cNvSpPr/>
            <p:nvPr/>
          </p:nvSpPr>
          <p:spPr>
            <a:xfrm>
              <a:off x="5827542" y="12716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t5290"/>
            <p:cNvSpPr/>
            <p:nvPr/>
          </p:nvSpPr>
          <p:spPr>
            <a:xfrm>
              <a:off x="5974021" y="12628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t5291"/>
            <p:cNvSpPr/>
            <p:nvPr/>
          </p:nvSpPr>
          <p:spPr>
            <a:xfrm>
              <a:off x="6266264" y="12395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t5292"/>
            <p:cNvSpPr/>
            <p:nvPr/>
          </p:nvSpPr>
          <p:spPr>
            <a:xfrm>
              <a:off x="3708961" y="13251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t5293"/>
            <p:cNvSpPr/>
            <p:nvPr/>
          </p:nvSpPr>
          <p:spPr>
            <a:xfrm>
              <a:off x="3321686" y="13208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t5294"/>
            <p:cNvSpPr/>
            <p:nvPr/>
          </p:nvSpPr>
          <p:spPr>
            <a:xfrm>
              <a:off x="3320971" y="13253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t5295"/>
            <p:cNvSpPr/>
            <p:nvPr/>
          </p:nvSpPr>
          <p:spPr>
            <a:xfrm>
              <a:off x="3333118" y="13230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t5296"/>
            <p:cNvSpPr/>
            <p:nvPr/>
          </p:nvSpPr>
          <p:spPr>
            <a:xfrm>
              <a:off x="3290961" y="13233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t5297"/>
            <p:cNvSpPr/>
            <p:nvPr/>
          </p:nvSpPr>
          <p:spPr>
            <a:xfrm>
              <a:off x="3305966" y="13172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t5298"/>
            <p:cNvSpPr/>
            <p:nvPr/>
          </p:nvSpPr>
          <p:spPr>
            <a:xfrm>
              <a:off x="3748260" y="13216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t5299"/>
            <p:cNvSpPr/>
            <p:nvPr/>
          </p:nvSpPr>
          <p:spPr>
            <a:xfrm>
              <a:off x="4038359" y="13175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t5300"/>
            <p:cNvSpPr/>
            <p:nvPr/>
          </p:nvSpPr>
          <p:spPr>
            <a:xfrm>
              <a:off x="3218079" y="13272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t5301"/>
            <p:cNvSpPr/>
            <p:nvPr/>
          </p:nvSpPr>
          <p:spPr>
            <a:xfrm>
              <a:off x="3190212" y="13229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t5302"/>
            <p:cNvSpPr/>
            <p:nvPr/>
          </p:nvSpPr>
          <p:spPr>
            <a:xfrm>
              <a:off x="3457446" y="130239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t5303"/>
            <p:cNvSpPr/>
            <p:nvPr/>
          </p:nvSpPr>
          <p:spPr>
            <a:xfrm>
              <a:off x="3325973" y="13200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t5304"/>
            <p:cNvSpPr/>
            <p:nvPr/>
          </p:nvSpPr>
          <p:spPr>
            <a:xfrm>
              <a:off x="3305251" y="13248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t5305"/>
            <p:cNvSpPr/>
            <p:nvPr/>
          </p:nvSpPr>
          <p:spPr>
            <a:xfrm>
              <a:off x="3335976" y="13253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t5306"/>
            <p:cNvSpPr/>
            <p:nvPr/>
          </p:nvSpPr>
          <p:spPr>
            <a:xfrm>
              <a:off x="3354554" y="13235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t5307"/>
            <p:cNvSpPr/>
            <p:nvPr/>
          </p:nvSpPr>
          <p:spPr>
            <a:xfrm>
              <a:off x="3318113" y="13237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t5308"/>
            <p:cNvSpPr/>
            <p:nvPr/>
          </p:nvSpPr>
          <p:spPr>
            <a:xfrm>
              <a:off x="3301679" y="13175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t5309"/>
            <p:cNvSpPr/>
            <p:nvPr/>
          </p:nvSpPr>
          <p:spPr>
            <a:xfrm>
              <a:off x="3337405" y="13165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t5310"/>
            <p:cNvSpPr/>
            <p:nvPr/>
          </p:nvSpPr>
          <p:spPr>
            <a:xfrm>
              <a:off x="5170175" y="12507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t5311"/>
            <p:cNvSpPr/>
            <p:nvPr/>
          </p:nvSpPr>
          <p:spPr>
            <a:xfrm>
              <a:off x="3255949" y="13251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t5312"/>
            <p:cNvSpPr/>
            <p:nvPr/>
          </p:nvSpPr>
          <p:spPr>
            <a:xfrm>
              <a:off x="3261665" y="13256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t5313"/>
            <p:cNvSpPr/>
            <p:nvPr/>
          </p:nvSpPr>
          <p:spPr>
            <a:xfrm>
              <a:off x="4941525" y="12793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t5314"/>
            <p:cNvSpPr/>
            <p:nvPr/>
          </p:nvSpPr>
          <p:spPr>
            <a:xfrm>
              <a:off x="4967963" y="12948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t5315"/>
            <p:cNvSpPr/>
            <p:nvPr/>
          </p:nvSpPr>
          <p:spPr>
            <a:xfrm>
              <a:off x="3581060" y="13188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t5316"/>
            <p:cNvSpPr/>
            <p:nvPr/>
          </p:nvSpPr>
          <p:spPr>
            <a:xfrm>
              <a:off x="3690383" y="13167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t5317"/>
            <p:cNvSpPr/>
            <p:nvPr/>
          </p:nvSpPr>
          <p:spPr>
            <a:xfrm>
              <a:off x="3280243" y="13167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t5318"/>
            <p:cNvSpPr/>
            <p:nvPr/>
          </p:nvSpPr>
          <p:spPr>
            <a:xfrm>
              <a:off x="5413115" y="13127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t5319"/>
            <p:cNvSpPr/>
            <p:nvPr/>
          </p:nvSpPr>
          <p:spPr>
            <a:xfrm>
              <a:off x="4616414" y="12938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t5320"/>
            <p:cNvSpPr/>
            <p:nvPr/>
          </p:nvSpPr>
          <p:spPr>
            <a:xfrm>
              <a:off x="4734311" y="12595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t5321"/>
            <p:cNvSpPr/>
            <p:nvPr/>
          </p:nvSpPr>
          <p:spPr>
            <a:xfrm>
              <a:off x="5032985" y="12368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t5322"/>
            <p:cNvSpPr/>
            <p:nvPr/>
          </p:nvSpPr>
          <p:spPr>
            <a:xfrm>
              <a:off x="5161600" y="12516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t5323"/>
            <p:cNvSpPr/>
            <p:nvPr/>
          </p:nvSpPr>
          <p:spPr>
            <a:xfrm>
              <a:off x="5239484" y="12300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t5324"/>
            <p:cNvSpPr/>
            <p:nvPr/>
          </p:nvSpPr>
          <p:spPr>
            <a:xfrm>
              <a:off x="3228797" y="13280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t5325"/>
            <p:cNvSpPr/>
            <p:nvPr/>
          </p:nvSpPr>
          <p:spPr>
            <a:xfrm>
              <a:off x="3228797" y="13280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t5326"/>
            <p:cNvSpPr/>
            <p:nvPr/>
          </p:nvSpPr>
          <p:spPr>
            <a:xfrm>
              <a:off x="3260236" y="13278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t5327"/>
            <p:cNvSpPr/>
            <p:nvPr/>
          </p:nvSpPr>
          <p:spPr>
            <a:xfrm>
              <a:off x="4201272" y="13161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t5328"/>
            <p:cNvSpPr/>
            <p:nvPr/>
          </p:nvSpPr>
          <p:spPr>
            <a:xfrm>
              <a:off x="4333460" y="13122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t5329"/>
            <p:cNvSpPr/>
            <p:nvPr/>
          </p:nvSpPr>
          <p:spPr>
            <a:xfrm>
              <a:off x="6619956" y="12555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t5330"/>
            <p:cNvSpPr/>
            <p:nvPr/>
          </p:nvSpPr>
          <p:spPr>
            <a:xfrm>
              <a:off x="7110124" y="12697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t5331"/>
            <p:cNvSpPr/>
            <p:nvPr/>
          </p:nvSpPr>
          <p:spPr>
            <a:xfrm>
              <a:off x="3229511" y="13226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t5332"/>
            <p:cNvSpPr/>
            <p:nvPr/>
          </p:nvSpPr>
          <p:spPr>
            <a:xfrm>
              <a:off x="3193785" y="13284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t5333"/>
            <p:cNvSpPr/>
            <p:nvPr/>
          </p:nvSpPr>
          <p:spPr>
            <a:xfrm>
              <a:off x="3400998" y="13267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t5334"/>
            <p:cNvSpPr/>
            <p:nvPr/>
          </p:nvSpPr>
          <p:spPr>
            <a:xfrm>
              <a:off x="3518181" y="13225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t5335"/>
            <p:cNvSpPr/>
            <p:nvPr/>
          </p:nvSpPr>
          <p:spPr>
            <a:xfrm>
              <a:off x="3815426" y="13189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t5336"/>
            <p:cNvSpPr/>
            <p:nvPr/>
          </p:nvSpPr>
          <p:spPr>
            <a:xfrm>
              <a:off x="3881163" y="13185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t5337"/>
            <p:cNvSpPr/>
            <p:nvPr/>
          </p:nvSpPr>
          <p:spPr>
            <a:xfrm>
              <a:off x="4156257" y="13188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t5338"/>
            <p:cNvSpPr/>
            <p:nvPr/>
          </p:nvSpPr>
          <p:spPr>
            <a:xfrm>
              <a:off x="3358841" y="13259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t5339"/>
            <p:cNvSpPr/>
            <p:nvPr/>
          </p:nvSpPr>
          <p:spPr>
            <a:xfrm>
              <a:off x="3240944" y="13236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t5340"/>
            <p:cNvSpPr/>
            <p:nvPr/>
          </p:nvSpPr>
          <p:spPr>
            <a:xfrm>
              <a:off x="3235942" y="13284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t5341"/>
            <p:cNvSpPr/>
            <p:nvPr/>
          </p:nvSpPr>
          <p:spPr>
            <a:xfrm>
              <a:off x="3889737" y="13275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t5342"/>
            <p:cNvSpPr/>
            <p:nvPr/>
          </p:nvSpPr>
          <p:spPr>
            <a:xfrm>
              <a:off x="3770410" y="13070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t5343"/>
            <p:cNvSpPr/>
            <p:nvPr/>
          </p:nvSpPr>
          <p:spPr>
            <a:xfrm>
              <a:off x="3829716" y="12996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t5344"/>
            <p:cNvSpPr/>
            <p:nvPr/>
          </p:nvSpPr>
          <p:spPr>
            <a:xfrm>
              <a:off x="5243057" y="12354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t5345"/>
            <p:cNvSpPr/>
            <p:nvPr/>
          </p:nvSpPr>
          <p:spPr>
            <a:xfrm>
              <a:off x="5883990" y="12252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t5346"/>
            <p:cNvSpPr/>
            <p:nvPr/>
          </p:nvSpPr>
          <p:spPr>
            <a:xfrm>
              <a:off x="6201242" y="12383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t5347"/>
            <p:cNvSpPr/>
            <p:nvPr/>
          </p:nvSpPr>
          <p:spPr>
            <a:xfrm>
              <a:off x="3188783" y="13250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t5348"/>
            <p:cNvSpPr/>
            <p:nvPr/>
          </p:nvSpPr>
          <p:spPr>
            <a:xfrm>
              <a:off x="3259521" y="13220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t5349"/>
            <p:cNvSpPr/>
            <p:nvPr/>
          </p:nvSpPr>
          <p:spPr>
            <a:xfrm>
              <a:off x="3202359" y="13254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t5350"/>
            <p:cNvSpPr/>
            <p:nvPr/>
          </p:nvSpPr>
          <p:spPr>
            <a:xfrm>
              <a:off x="3178780" y="132003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t5351"/>
            <p:cNvSpPr/>
            <p:nvPr/>
          </p:nvSpPr>
          <p:spPr>
            <a:xfrm>
              <a:off x="3238086" y="13269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t5352"/>
            <p:cNvSpPr/>
            <p:nvPr/>
          </p:nvSpPr>
          <p:spPr>
            <a:xfrm>
              <a:off x="3283815" y="13256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t5353"/>
            <p:cNvSpPr/>
            <p:nvPr/>
          </p:nvSpPr>
          <p:spPr>
            <a:xfrm>
              <a:off x="3990486" y="12726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t5354"/>
            <p:cNvSpPr/>
            <p:nvPr/>
          </p:nvSpPr>
          <p:spPr>
            <a:xfrm>
              <a:off x="3349552" y="13310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t5355"/>
            <p:cNvSpPr/>
            <p:nvPr/>
          </p:nvSpPr>
          <p:spPr>
            <a:xfrm>
              <a:off x="3542475" y="13291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t5356"/>
            <p:cNvSpPr/>
            <p:nvPr/>
          </p:nvSpPr>
          <p:spPr>
            <a:xfrm>
              <a:off x="3185925" y="13273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t5357"/>
            <p:cNvSpPr/>
            <p:nvPr/>
          </p:nvSpPr>
          <p:spPr>
            <a:xfrm>
              <a:off x="3187354" y="13264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t5358"/>
            <p:cNvSpPr/>
            <p:nvPr/>
          </p:nvSpPr>
          <p:spPr>
            <a:xfrm>
              <a:off x="3259521" y="13199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t5359"/>
            <p:cNvSpPr/>
            <p:nvPr/>
          </p:nvSpPr>
          <p:spPr>
            <a:xfrm>
              <a:off x="3138766" y="13276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t5360"/>
            <p:cNvSpPr/>
            <p:nvPr/>
          </p:nvSpPr>
          <p:spPr>
            <a:xfrm>
              <a:off x="3144482" y="13271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t5361"/>
            <p:cNvSpPr/>
            <p:nvPr/>
          </p:nvSpPr>
          <p:spPr>
            <a:xfrm>
              <a:off x="3296677" y="13184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t5362"/>
            <p:cNvSpPr/>
            <p:nvPr/>
          </p:nvSpPr>
          <p:spPr>
            <a:xfrm>
              <a:off x="3392424" y="13220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t5363"/>
            <p:cNvSpPr/>
            <p:nvPr/>
          </p:nvSpPr>
          <p:spPr>
            <a:xfrm>
              <a:off x="3392424" y="13220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t5364"/>
            <p:cNvSpPr/>
            <p:nvPr/>
          </p:nvSpPr>
          <p:spPr>
            <a:xfrm>
              <a:off x="3358127" y="13267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t5365"/>
            <p:cNvSpPr/>
            <p:nvPr/>
          </p:nvSpPr>
          <p:spPr>
            <a:xfrm>
              <a:off x="3253805" y="13239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t5366"/>
            <p:cNvSpPr/>
            <p:nvPr/>
          </p:nvSpPr>
          <p:spPr>
            <a:xfrm>
              <a:off x="3261665" y="13285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t5367"/>
            <p:cNvSpPr/>
            <p:nvPr/>
          </p:nvSpPr>
          <p:spPr>
            <a:xfrm>
              <a:off x="3252376" y="13233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t5368"/>
            <p:cNvSpPr/>
            <p:nvPr/>
          </p:nvSpPr>
          <p:spPr>
            <a:xfrm>
              <a:off x="3327402" y="13237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t5369"/>
            <p:cNvSpPr/>
            <p:nvPr/>
          </p:nvSpPr>
          <p:spPr>
            <a:xfrm>
              <a:off x="3223795" y="13228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t5370"/>
            <p:cNvSpPr/>
            <p:nvPr/>
          </p:nvSpPr>
          <p:spPr>
            <a:xfrm>
              <a:off x="4079802" y="13126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t5371"/>
            <p:cNvSpPr/>
            <p:nvPr/>
          </p:nvSpPr>
          <p:spPr>
            <a:xfrm>
              <a:off x="3892595" y="13177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t5372"/>
            <p:cNvSpPr/>
            <p:nvPr/>
          </p:nvSpPr>
          <p:spPr>
            <a:xfrm>
              <a:off x="3950472" y="13195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t5373"/>
            <p:cNvSpPr/>
            <p:nvPr/>
          </p:nvSpPr>
          <p:spPr>
            <a:xfrm>
              <a:off x="3934038" y="13220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t5374"/>
            <p:cNvSpPr/>
            <p:nvPr/>
          </p:nvSpPr>
          <p:spPr>
            <a:xfrm>
              <a:off x="3349552" y="13208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t5375"/>
            <p:cNvSpPr/>
            <p:nvPr/>
          </p:nvSpPr>
          <p:spPr>
            <a:xfrm>
              <a:off x="3468164" y="13254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t5376"/>
            <p:cNvSpPr/>
            <p:nvPr/>
          </p:nvSpPr>
          <p:spPr>
            <a:xfrm>
              <a:off x="3849723" y="13250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t5377"/>
            <p:cNvSpPr/>
            <p:nvPr/>
          </p:nvSpPr>
          <p:spPr>
            <a:xfrm>
              <a:off x="4702872" y="13167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t5378"/>
            <p:cNvSpPr/>
            <p:nvPr/>
          </p:nvSpPr>
          <p:spPr>
            <a:xfrm>
              <a:off x="5521009" y="12691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t5379"/>
            <p:cNvSpPr/>
            <p:nvPr/>
          </p:nvSpPr>
          <p:spPr>
            <a:xfrm>
              <a:off x="5901139" y="12620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t5380"/>
            <p:cNvSpPr/>
            <p:nvPr/>
          </p:nvSpPr>
          <p:spPr>
            <a:xfrm>
              <a:off x="3273097" y="13242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t5381"/>
            <p:cNvSpPr/>
            <p:nvPr/>
          </p:nvSpPr>
          <p:spPr>
            <a:xfrm>
              <a:off x="3140195" y="13221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t5382"/>
            <p:cNvSpPr/>
            <p:nvPr/>
          </p:nvSpPr>
          <p:spPr>
            <a:xfrm>
              <a:off x="3192356" y="13282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t5383"/>
            <p:cNvSpPr/>
            <p:nvPr/>
          </p:nvSpPr>
          <p:spPr>
            <a:xfrm>
              <a:off x="3230940" y="13137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t5384"/>
            <p:cNvSpPr/>
            <p:nvPr/>
          </p:nvSpPr>
          <p:spPr>
            <a:xfrm>
              <a:off x="3261665" y="13148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t5385"/>
            <p:cNvSpPr/>
            <p:nvPr/>
          </p:nvSpPr>
          <p:spPr>
            <a:xfrm>
              <a:off x="3245945" y="13159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t5386"/>
            <p:cNvSpPr/>
            <p:nvPr/>
          </p:nvSpPr>
          <p:spPr>
            <a:xfrm>
              <a:off x="3252376" y="13152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t5387"/>
            <p:cNvSpPr/>
            <p:nvPr/>
          </p:nvSpPr>
          <p:spPr>
            <a:xfrm>
              <a:off x="3220222" y="13163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t5388"/>
            <p:cNvSpPr/>
            <p:nvPr/>
          </p:nvSpPr>
          <p:spPr>
            <a:xfrm>
              <a:off x="3233798" y="13143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t5389"/>
            <p:cNvSpPr/>
            <p:nvPr/>
          </p:nvSpPr>
          <p:spPr>
            <a:xfrm>
              <a:off x="3353839" y="13244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t5390"/>
            <p:cNvSpPr/>
            <p:nvPr/>
          </p:nvSpPr>
          <p:spPr>
            <a:xfrm>
              <a:off x="3275956" y="132523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t5391"/>
            <p:cNvSpPr/>
            <p:nvPr/>
          </p:nvSpPr>
          <p:spPr>
            <a:xfrm>
              <a:off x="3292390" y="13280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t5392"/>
            <p:cNvSpPr/>
            <p:nvPr/>
          </p:nvSpPr>
          <p:spPr>
            <a:xfrm>
              <a:off x="3278814" y="13256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t5393"/>
            <p:cNvSpPr/>
            <p:nvPr/>
          </p:nvSpPr>
          <p:spPr>
            <a:xfrm>
              <a:off x="3250233" y="13267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t5394"/>
            <p:cNvSpPr/>
            <p:nvPr/>
          </p:nvSpPr>
          <p:spPr>
            <a:xfrm>
              <a:off x="3289532" y="13265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t5395"/>
            <p:cNvSpPr/>
            <p:nvPr/>
          </p:nvSpPr>
          <p:spPr>
            <a:xfrm>
              <a:off x="3230226" y="13114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t5396"/>
            <p:cNvSpPr/>
            <p:nvPr/>
          </p:nvSpPr>
          <p:spPr>
            <a:xfrm>
              <a:off x="3229511" y="13209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t5397"/>
            <p:cNvSpPr/>
            <p:nvPr/>
          </p:nvSpPr>
          <p:spPr>
            <a:xfrm>
              <a:off x="3182352" y="13217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t5398"/>
            <p:cNvSpPr/>
            <p:nvPr/>
          </p:nvSpPr>
          <p:spPr>
            <a:xfrm>
              <a:off x="5784671" y="12809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t5399"/>
            <p:cNvSpPr/>
            <p:nvPr/>
          </p:nvSpPr>
          <p:spPr>
            <a:xfrm>
              <a:off x="5631761" y="12886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t5400"/>
            <p:cNvSpPr/>
            <p:nvPr/>
          </p:nvSpPr>
          <p:spPr>
            <a:xfrm>
              <a:off x="3182352" y="13247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t5401"/>
            <p:cNvSpPr/>
            <p:nvPr/>
          </p:nvSpPr>
          <p:spPr>
            <a:xfrm>
              <a:off x="3237371" y="13245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t5402"/>
            <p:cNvSpPr/>
            <p:nvPr/>
          </p:nvSpPr>
          <p:spPr>
            <a:xfrm>
              <a:off x="3266667" y="13221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t5403"/>
            <p:cNvSpPr/>
            <p:nvPr/>
          </p:nvSpPr>
          <p:spPr>
            <a:xfrm>
              <a:off x="3218793" y="13242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t5404"/>
            <p:cNvSpPr/>
            <p:nvPr/>
          </p:nvSpPr>
          <p:spPr>
            <a:xfrm>
              <a:off x="3223795" y="13266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t5405"/>
            <p:cNvSpPr/>
            <p:nvPr/>
          </p:nvSpPr>
          <p:spPr>
            <a:xfrm>
              <a:off x="3288817" y="13275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t5406"/>
            <p:cNvSpPr/>
            <p:nvPr/>
          </p:nvSpPr>
          <p:spPr>
            <a:xfrm>
              <a:off x="4650711" y="13188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t5407"/>
            <p:cNvSpPr/>
            <p:nvPr/>
          </p:nvSpPr>
          <p:spPr>
            <a:xfrm>
              <a:off x="3279528" y="13240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t5408"/>
            <p:cNvSpPr/>
            <p:nvPr/>
          </p:nvSpPr>
          <p:spPr>
            <a:xfrm>
              <a:off x="3216650" y="13243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t5409"/>
            <p:cNvSpPr/>
            <p:nvPr/>
          </p:nvSpPr>
          <p:spPr>
            <a:xfrm>
              <a:off x="4475652" y="13201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t5410"/>
            <p:cNvSpPr/>
            <p:nvPr/>
          </p:nvSpPr>
          <p:spPr>
            <a:xfrm>
              <a:off x="4623559" y="131931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t5411"/>
            <p:cNvSpPr/>
            <p:nvPr/>
          </p:nvSpPr>
          <p:spPr>
            <a:xfrm>
              <a:off x="3315969" y="13227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t5412"/>
            <p:cNvSpPr/>
            <p:nvPr/>
          </p:nvSpPr>
          <p:spPr>
            <a:xfrm>
              <a:off x="3318113" y="12860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t5413"/>
            <p:cNvSpPr/>
            <p:nvPr/>
          </p:nvSpPr>
          <p:spPr>
            <a:xfrm>
              <a:off x="3249518" y="13243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t5414"/>
            <p:cNvSpPr/>
            <p:nvPr/>
          </p:nvSpPr>
          <p:spPr>
            <a:xfrm>
              <a:off x="3283101" y="13265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t5415"/>
            <p:cNvSpPr/>
            <p:nvPr/>
          </p:nvSpPr>
          <p:spPr>
            <a:xfrm>
              <a:off x="3233084" y="13253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t5416"/>
            <p:cNvSpPr/>
            <p:nvPr/>
          </p:nvSpPr>
          <p:spPr>
            <a:xfrm>
              <a:off x="3323829" y="13211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t5417"/>
            <p:cNvSpPr/>
            <p:nvPr/>
          </p:nvSpPr>
          <p:spPr>
            <a:xfrm>
              <a:off x="3234513" y="13225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t5418"/>
            <p:cNvSpPr/>
            <p:nvPr/>
          </p:nvSpPr>
          <p:spPr>
            <a:xfrm>
              <a:off x="3263809" y="13258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t5419"/>
            <p:cNvSpPr/>
            <p:nvPr/>
          </p:nvSpPr>
          <p:spPr>
            <a:xfrm>
              <a:off x="5417402" y="13130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t5420"/>
            <p:cNvSpPr/>
            <p:nvPr/>
          </p:nvSpPr>
          <p:spPr>
            <a:xfrm>
              <a:off x="5470277" y="12924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t5421"/>
            <p:cNvSpPr/>
            <p:nvPr/>
          </p:nvSpPr>
          <p:spPr>
            <a:xfrm>
              <a:off x="3526041" y="13240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t5422"/>
            <p:cNvSpPr/>
            <p:nvPr/>
          </p:nvSpPr>
          <p:spPr>
            <a:xfrm>
              <a:off x="3204503" y="13184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t5423"/>
            <p:cNvSpPr/>
            <p:nvPr/>
          </p:nvSpPr>
          <p:spPr>
            <a:xfrm>
              <a:off x="4527098" y="12696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t5424"/>
            <p:cNvSpPr/>
            <p:nvPr/>
          </p:nvSpPr>
          <p:spPr>
            <a:xfrm>
              <a:off x="4592120" y="12969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t5425"/>
            <p:cNvSpPr/>
            <p:nvPr/>
          </p:nvSpPr>
          <p:spPr>
            <a:xfrm>
              <a:off x="3580345" y="13238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t5426"/>
            <p:cNvSpPr/>
            <p:nvPr/>
          </p:nvSpPr>
          <p:spPr>
            <a:xfrm>
              <a:off x="3186639" y="13262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t5427"/>
            <p:cNvSpPr/>
            <p:nvPr/>
          </p:nvSpPr>
          <p:spPr>
            <a:xfrm>
              <a:off x="3216650" y="13259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t5428"/>
            <p:cNvSpPr/>
            <p:nvPr/>
          </p:nvSpPr>
          <p:spPr>
            <a:xfrm>
              <a:off x="3277385" y="13269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t5429"/>
            <p:cNvSpPr/>
            <p:nvPr/>
          </p:nvSpPr>
          <p:spPr>
            <a:xfrm>
              <a:off x="3275241" y="13282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t5430"/>
            <p:cNvSpPr/>
            <p:nvPr/>
          </p:nvSpPr>
          <p:spPr>
            <a:xfrm>
              <a:off x="3743973" y="13166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t5431"/>
            <p:cNvSpPr/>
            <p:nvPr/>
          </p:nvSpPr>
          <p:spPr>
            <a:xfrm>
              <a:off x="3870445" y="13044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t5432"/>
            <p:cNvSpPr/>
            <p:nvPr/>
          </p:nvSpPr>
          <p:spPr>
            <a:xfrm>
              <a:off x="3989057" y="13026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t5433"/>
            <p:cNvSpPr/>
            <p:nvPr/>
          </p:nvSpPr>
          <p:spPr>
            <a:xfrm>
              <a:off x="4176978" y="13142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t5434"/>
            <p:cNvSpPr/>
            <p:nvPr/>
          </p:nvSpPr>
          <p:spPr>
            <a:xfrm>
              <a:off x="4214848" y="13052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t5435"/>
            <p:cNvSpPr/>
            <p:nvPr/>
          </p:nvSpPr>
          <p:spPr>
            <a:xfrm>
              <a:off x="3319542" y="13240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t5436"/>
            <p:cNvSpPr/>
            <p:nvPr/>
          </p:nvSpPr>
          <p:spPr>
            <a:xfrm>
              <a:off x="3277385" y="13244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t5437"/>
            <p:cNvSpPr/>
            <p:nvPr/>
          </p:nvSpPr>
          <p:spPr>
            <a:xfrm>
              <a:off x="3260950" y="13249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t5438"/>
            <p:cNvSpPr/>
            <p:nvPr/>
          </p:nvSpPr>
          <p:spPr>
            <a:xfrm>
              <a:off x="3280957" y="13256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t5439"/>
            <p:cNvSpPr/>
            <p:nvPr/>
          </p:nvSpPr>
          <p:spPr>
            <a:xfrm>
              <a:off x="4103381" y="12872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t5440"/>
            <p:cNvSpPr/>
            <p:nvPr/>
          </p:nvSpPr>
          <p:spPr>
            <a:xfrm>
              <a:off x="3258092" y="13268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t5441"/>
            <p:cNvSpPr/>
            <p:nvPr/>
          </p:nvSpPr>
          <p:spPr>
            <a:xfrm>
              <a:off x="3262380" y="13235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t5442"/>
            <p:cNvSpPr/>
            <p:nvPr/>
          </p:nvSpPr>
          <p:spPr>
            <a:xfrm>
              <a:off x="3185925" y="13220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t5443"/>
            <p:cNvSpPr/>
            <p:nvPr/>
          </p:nvSpPr>
          <p:spPr>
            <a:xfrm>
              <a:off x="3210933" y="13211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t5444"/>
            <p:cNvSpPr/>
            <p:nvPr/>
          </p:nvSpPr>
          <p:spPr>
            <a:xfrm>
              <a:off x="3218793" y="13217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t5445"/>
            <p:cNvSpPr/>
            <p:nvPr/>
          </p:nvSpPr>
          <p:spPr>
            <a:xfrm>
              <a:off x="3273097" y="13157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t5446"/>
            <p:cNvSpPr/>
            <p:nvPr/>
          </p:nvSpPr>
          <p:spPr>
            <a:xfrm>
              <a:off x="3914745" y="12761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t5447"/>
            <p:cNvSpPr/>
            <p:nvPr/>
          </p:nvSpPr>
          <p:spPr>
            <a:xfrm>
              <a:off x="3961190" y="12653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t5448"/>
            <p:cNvSpPr/>
            <p:nvPr/>
          </p:nvSpPr>
          <p:spPr>
            <a:xfrm>
              <a:off x="3961190" y="12653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t5449"/>
            <p:cNvSpPr/>
            <p:nvPr/>
          </p:nvSpPr>
          <p:spPr>
            <a:xfrm>
              <a:off x="3290961" y="13279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t5450"/>
            <p:cNvSpPr/>
            <p:nvPr/>
          </p:nvSpPr>
          <p:spPr>
            <a:xfrm>
              <a:off x="3074458" y="13247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t5451"/>
            <p:cNvSpPr/>
            <p:nvPr/>
          </p:nvSpPr>
          <p:spPr>
            <a:xfrm>
              <a:off x="3230226" y="13266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t5452"/>
            <p:cNvSpPr/>
            <p:nvPr/>
          </p:nvSpPr>
          <p:spPr>
            <a:xfrm>
              <a:off x="3207361" y="13216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t5453"/>
            <p:cNvSpPr/>
            <p:nvPr/>
          </p:nvSpPr>
          <p:spPr>
            <a:xfrm>
              <a:off x="3754691" y="13136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t5454"/>
            <p:cNvSpPr/>
            <p:nvPr/>
          </p:nvSpPr>
          <p:spPr>
            <a:xfrm>
              <a:off x="4069084" y="12895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t5455"/>
            <p:cNvSpPr/>
            <p:nvPr/>
          </p:nvSpPr>
          <p:spPr>
            <a:xfrm>
              <a:off x="4250575" y="12940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t5456"/>
            <p:cNvSpPr/>
            <p:nvPr/>
          </p:nvSpPr>
          <p:spPr>
            <a:xfrm>
              <a:off x="4192698" y="12964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t5457"/>
            <p:cNvSpPr/>
            <p:nvPr/>
          </p:nvSpPr>
          <p:spPr>
            <a:xfrm>
              <a:off x="3230226" y="13066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t5458"/>
            <p:cNvSpPr/>
            <p:nvPr/>
          </p:nvSpPr>
          <p:spPr>
            <a:xfrm>
              <a:off x="3238086" y="13305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t5459"/>
            <p:cNvSpPr/>
            <p:nvPr/>
          </p:nvSpPr>
          <p:spPr>
            <a:xfrm>
              <a:off x="3283815" y="13244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t5460"/>
            <p:cNvSpPr/>
            <p:nvPr/>
          </p:nvSpPr>
          <p:spPr>
            <a:xfrm>
              <a:off x="3304537" y="13180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t5461"/>
            <p:cNvSpPr/>
            <p:nvPr/>
          </p:nvSpPr>
          <p:spPr>
            <a:xfrm>
              <a:off x="4084804" y="13199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t5462"/>
            <p:cNvSpPr/>
            <p:nvPr/>
          </p:nvSpPr>
          <p:spPr>
            <a:xfrm>
              <a:off x="3232369" y="13274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t5463"/>
            <p:cNvSpPr/>
            <p:nvPr/>
          </p:nvSpPr>
          <p:spPr>
            <a:xfrm>
              <a:off x="3233798" y="13255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t5464"/>
            <p:cNvSpPr/>
            <p:nvPr/>
          </p:nvSpPr>
          <p:spPr>
            <a:xfrm>
              <a:off x="3250947" y="13244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t5465"/>
            <p:cNvSpPr/>
            <p:nvPr/>
          </p:nvSpPr>
          <p:spPr>
            <a:xfrm>
              <a:off x="3228797" y="13256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t5466"/>
            <p:cNvSpPr/>
            <p:nvPr/>
          </p:nvSpPr>
          <p:spPr>
            <a:xfrm>
              <a:off x="4677864" y="12878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t5467"/>
            <p:cNvSpPr/>
            <p:nvPr/>
          </p:nvSpPr>
          <p:spPr>
            <a:xfrm>
              <a:off x="3646797" y="13022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t5468"/>
            <p:cNvSpPr/>
            <p:nvPr/>
          </p:nvSpPr>
          <p:spPr>
            <a:xfrm>
              <a:off x="3664660" y="12899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t5469"/>
            <p:cNvSpPr/>
            <p:nvPr/>
          </p:nvSpPr>
          <p:spPr>
            <a:xfrm>
              <a:off x="3519610" y="12883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t5470"/>
            <p:cNvSpPr/>
            <p:nvPr/>
          </p:nvSpPr>
          <p:spPr>
            <a:xfrm>
              <a:off x="3323115" y="13301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t5471"/>
            <p:cNvSpPr/>
            <p:nvPr/>
          </p:nvSpPr>
          <p:spPr>
            <a:xfrm>
              <a:off x="3828287" y="12672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t5472"/>
            <p:cNvSpPr/>
            <p:nvPr/>
          </p:nvSpPr>
          <p:spPr>
            <a:xfrm>
              <a:off x="4360612" y="12859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t5473"/>
            <p:cNvSpPr/>
            <p:nvPr/>
          </p:nvSpPr>
          <p:spPr>
            <a:xfrm>
              <a:off x="4182694" y="12895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t5474"/>
            <p:cNvSpPr/>
            <p:nvPr/>
          </p:nvSpPr>
          <p:spPr>
            <a:xfrm>
              <a:off x="3399569" y="13257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t5475"/>
            <p:cNvSpPr/>
            <p:nvPr/>
          </p:nvSpPr>
          <p:spPr>
            <a:xfrm>
              <a:off x="3239515" y="13260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t5476"/>
            <p:cNvSpPr/>
            <p:nvPr/>
          </p:nvSpPr>
          <p:spPr>
            <a:xfrm>
              <a:off x="3269525" y="13271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t5477"/>
            <p:cNvSpPr/>
            <p:nvPr/>
          </p:nvSpPr>
          <p:spPr>
            <a:xfrm>
              <a:off x="3278099" y="13249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t5478"/>
            <p:cNvSpPr/>
            <p:nvPr/>
          </p:nvSpPr>
          <p:spPr>
            <a:xfrm>
              <a:off x="3217364" y="13160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t5479"/>
            <p:cNvSpPr/>
            <p:nvPr/>
          </p:nvSpPr>
          <p:spPr>
            <a:xfrm>
              <a:off x="5250202" y="13099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t5480"/>
            <p:cNvSpPr/>
            <p:nvPr/>
          </p:nvSpPr>
          <p:spPr>
            <a:xfrm>
              <a:off x="5230195" y="13026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t5481"/>
            <p:cNvSpPr/>
            <p:nvPr/>
          </p:nvSpPr>
          <p:spPr>
            <a:xfrm>
              <a:off x="5224479" y="12979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t5482"/>
            <p:cNvSpPr/>
            <p:nvPr/>
          </p:nvSpPr>
          <p:spPr>
            <a:xfrm>
              <a:off x="5149453" y="13029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t5483"/>
            <p:cNvSpPr/>
            <p:nvPr/>
          </p:nvSpPr>
          <p:spPr>
            <a:xfrm>
              <a:off x="4745744" y="13030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t5484"/>
            <p:cNvSpPr/>
            <p:nvPr/>
          </p:nvSpPr>
          <p:spPr>
            <a:xfrm>
              <a:off x="3258092" y="13220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t5485"/>
            <p:cNvSpPr/>
            <p:nvPr/>
          </p:nvSpPr>
          <p:spPr>
            <a:xfrm>
              <a:off x="3308824" y="13240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t5486"/>
            <p:cNvSpPr/>
            <p:nvPr/>
          </p:nvSpPr>
          <p:spPr>
            <a:xfrm>
              <a:off x="3314540" y="13233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t5487"/>
            <p:cNvSpPr/>
            <p:nvPr/>
          </p:nvSpPr>
          <p:spPr>
            <a:xfrm>
              <a:off x="5012264" y="12839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t5488"/>
            <p:cNvSpPr/>
            <p:nvPr/>
          </p:nvSpPr>
          <p:spPr>
            <a:xfrm>
              <a:off x="3534615" y="13202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t5489"/>
            <p:cNvSpPr/>
            <p:nvPr/>
          </p:nvSpPr>
          <p:spPr>
            <a:xfrm>
              <a:off x="3594636" y="13155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t5490"/>
            <p:cNvSpPr/>
            <p:nvPr/>
          </p:nvSpPr>
          <p:spPr>
            <a:xfrm>
              <a:off x="3444585" y="13213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t5491"/>
            <p:cNvSpPr/>
            <p:nvPr/>
          </p:nvSpPr>
          <p:spPr>
            <a:xfrm>
              <a:off x="3479597" y="13209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t5492"/>
            <p:cNvSpPr/>
            <p:nvPr/>
          </p:nvSpPr>
          <p:spPr>
            <a:xfrm>
              <a:off x="3556051" y="13193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t5493"/>
            <p:cNvSpPr/>
            <p:nvPr/>
          </p:nvSpPr>
          <p:spPr>
            <a:xfrm>
              <a:off x="3288103" y="13034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t5494"/>
            <p:cNvSpPr/>
            <p:nvPr/>
          </p:nvSpPr>
          <p:spPr>
            <a:xfrm>
              <a:off x="3290961" y="13273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t5495"/>
            <p:cNvSpPr/>
            <p:nvPr/>
          </p:nvSpPr>
          <p:spPr>
            <a:xfrm>
              <a:off x="3270954" y="13227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t5496"/>
            <p:cNvSpPr/>
            <p:nvPr/>
          </p:nvSpPr>
          <p:spPr>
            <a:xfrm>
              <a:off x="3703959" y="13130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t5497"/>
            <p:cNvSpPr/>
            <p:nvPr/>
          </p:nvSpPr>
          <p:spPr>
            <a:xfrm>
              <a:off x="3280957" y="13207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t5498"/>
            <p:cNvSpPr/>
            <p:nvPr/>
          </p:nvSpPr>
          <p:spPr>
            <a:xfrm>
              <a:off x="3264523" y="13312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t5499"/>
            <p:cNvSpPr/>
            <p:nvPr/>
          </p:nvSpPr>
          <p:spPr>
            <a:xfrm>
              <a:off x="3276670" y="13246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t5500"/>
            <p:cNvSpPr/>
            <p:nvPr/>
          </p:nvSpPr>
          <p:spPr>
            <a:xfrm>
              <a:off x="3230940" y="13199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t5501"/>
            <p:cNvSpPr/>
            <p:nvPr/>
          </p:nvSpPr>
          <p:spPr>
            <a:xfrm>
              <a:off x="3234513" y="13256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t5502"/>
            <p:cNvSpPr/>
            <p:nvPr/>
          </p:nvSpPr>
          <p:spPr>
            <a:xfrm>
              <a:off x="3270239" y="13221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t5503"/>
            <p:cNvSpPr/>
            <p:nvPr/>
          </p:nvSpPr>
          <p:spPr>
            <a:xfrm>
              <a:off x="3284530" y="13253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t5504"/>
            <p:cNvSpPr/>
            <p:nvPr/>
          </p:nvSpPr>
          <p:spPr>
            <a:xfrm>
              <a:off x="3310253" y="13282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t5505"/>
            <p:cNvSpPr/>
            <p:nvPr/>
          </p:nvSpPr>
          <p:spPr>
            <a:xfrm>
              <a:off x="3224509" y="13252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t5506"/>
            <p:cNvSpPr/>
            <p:nvPr/>
          </p:nvSpPr>
          <p:spPr>
            <a:xfrm>
              <a:off x="3266667" y="13184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t5507"/>
            <p:cNvSpPr/>
            <p:nvPr/>
          </p:nvSpPr>
          <p:spPr>
            <a:xfrm>
              <a:off x="3285959" y="13249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t5508"/>
            <p:cNvSpPr/>
            <p:nvPr/>
          </p:nvSpPr>
          <p:spPr>
            <a:xfrm>
              <a:off x="3279528" y="13245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t5509"/>
            <p:cNvSpPr/>
            <p:nvPr/>
          </p:nvSpPr>
          <p:spPr>
            <a:xfrm>
              <a:off x="3263809" y="13244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t5510"/>
            <p:cNvSpPr/>
            <p:nvPr/>
          </p:nvSpPr>
          <p:spPr>
            <a:xfrm>
              <a:off x="3224509" y="13191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t5511"/>
            <p:cNvSpPr/>
            <p:nvPr/>
          </p:nvSpPr>
          <p:spPr>
            <a:xfrm>
              <a:off x="3260950" y="13216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t5512"/>
            <p:cNvSpPr/>
            <p:nvPr/>
          </p:nvSpPr>
          <p:spPr>
            <a:xfrm>
              <a:off x="3224509" y="13239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t5513"/>
            <p:cNvSpPr/>
            <p:nvPr/>
          </p:nvSpPr>
          <p:spPr>
            <a:xfrm>
              <a:off x="3242373" y="1326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t5514"/>
            <p:cNvSpPr/>
            <p:nvPr/>
          </p:nvSpPr>
          <p:spPr>
            <a:xfrm>
              <a:off x="3202359" y="13239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t5515"/>
            <p:cNvSpPr/>
            <p:nvPr/>
          </p:nvSpPr>
          <p:spPr>
            <a:xfrm>
              <a:off x="3598923" y="13011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t5516"/>
            <p:cNvSpPr/>
            <p:nvPr/>
          </p:nvSpPr>
          <p:spPr>
            <a:xfrm>
              <a:off x="3626075" y="12982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t5517"/>
            <p:cNvSpPr/>
            <p:nvPr/>
          </p:nvSpPr>
          <p:spPr>
            <a:xfrm>
              <a:off x="3304537" y="13311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t5518"/>
            <p:cNvSpPr/>
            <p:nvPr/>
          </p:nvSpPr>
          <p:spPr>
            <a:xfrm>
              <a:off x="3340978" y="13241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t5519"/>
            <p:cNvSpPr/>
            <p:nvPr/>
          </p:nvSpPr>
          <p:spPr>
            <a:xfrm>
              <a:off x="3228797" y="13276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t5520"/>
            <p:cNvSpPr/>
            <p:nvPr/>
          </p:nvSpPr>
          <p:spPr>
            <a:xfrm>
              <a:off x="3356698" y="13255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t5521"/>
            <p:cNvSpPr/>
            <p:nvPr/>
          </p:nvSpPr>
          <p:spPr>
            <a:xfrm>
              <a:off x="3241658" y="13275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t5522"/>
            <p:cNvSpPr/>
            <p:nvPr/>
          </p:nvSpPr>
          <p:spPr>
            <a:xfrm>
              <a:off x="3240229" y="13301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t5523"/>
            <p:cNvSpPr/>
            <p:nvPr/>
          </p:nvSpPr>
          <p:spPr>
            <a:xfrm>
              <a:off x="3262380" y="13279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t5524"/>
            <p:cNvSpPr/>
            <p:nvPr/>
          </p:nvSpPr>
          <p:spPr>
            <a:xfrm>
              <a:off x="3276670" y="13265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t5525"/>
            <p:cNvSpPr/>
            <p:nvPr/>
          </p:nvSpPr>
          <p:spPr>
            <a:xfrm>
              <a:off x="3290961" y="13242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t5526"/>
            <p:cNvSpPr/>
            <p:nvPr/>
          </p:nvSpPr>
          <p:spPr>
            <a:xfrm>
              <a:off x="3412431" y="13215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t5527"/>
            <p:cNvSpPr/>
            <p:nvPr/>
          </p:nvSpPr>
          <p:spPr>
            <a:xfrm>
              <a:off x="3267381" y="13309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t5528"/>
            <p:cNvSpPr/>
            <p:nvPr/>
          </p:nvSpPr>
          <p:spPr>
            <a:xfrm>
              <a:off x="3350981" y="13282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t5529"/>
            <p:cNvSpPr/>
            <p:nvPr/>
          </p:nvSpPr>
          <p:spPr>
            <a:xfrm>
              <a:off x="6082630" y="12829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t5530"/>
            <p:cNvSpPr/>
            <p:nvPr/>
          </p:nvSpPr>
          <p:spPr>
            <a:xfrm>
              <a:off x="3266667" y="13247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t5531"/>
            <p:cNvSpPr/>
            <p:nvPr/>
          </p:nvSpPr>
          <p:spPr>
            <a:xfrm>
              <a:off x="3096609" y="13215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t5532"/>
            <p:cNvSpPr/>
            <p:nvPr/>
          </p:nvSpPr>
          <p:spPr>
            <a:xfrm>
              <a:off x="3258092" y="13298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t5533"/>
            <p:cNvSpPr/>
            <p:nvPr/>
          </p:nvSpPr>
          <p:spPr>
            <a:xfrm>
              <a:off x="4041217" y="13003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t5534"/>
            <p:cNvSpPr/>
            <p:nvPr/>
          </p:nvSpPr>
          <p:spPr>
            <a:xfrm>
              <a:off x="4046219" y="12809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t5535"/>
            <p:cNvSpPr/>
            <p:nvPr/>
          </p:nvSpPr>
          <p:spPr>
            <a:xfrm>
              <a:off x="4106954" y="12977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t5536"/>
            <p:cNvSpPr/>
            <p:nvPr/>
          </p:nvSpPr>
          <p:spPr>
            <a:xfrm>
              <a:off x="4111956" y="13023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t5537"/>
            <p:cNvSpPr/>
            <p:nvPr/>
          </p:nvSpPr>
          <p:spPr>
            <a:xfrm>
              <a:off x="4336318" y="13181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t5538"/>
            <p:cNvSpPr/>
            <p:nvPr/>
          </p:nvSpPr>
          <p:spPr>
            <a:xfrm>
              <a:off x="4653570" y="13141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t5539"/>
            <p:cNvSpPr/>
            <p:nvPr/>
          </p:nvSpPr>
          <p:spPr>
            <a:xfrm>
              <a:off x="3183067" y="13270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t5540"/>
            <p:cNvSpPr/>
            <p:nvPr/>
          </p:nvSpPr>
          <p:spPr>
            <a:xfrm>
              <a:off x="3215221" y="13272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t5541"/>
            <p:cNvSpPr/>
            <p:nvPr/>
          </p:nvSpPr>
          <p:spPr>
            <a:xfrm>
              <a:off x="3222366" y="13276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t5542"/>
            <p:cNvSpPr/>
            <p:nvPr/>
          </p:nvSpPr>
          <p:spPr>
            <a:xfrm>
              <a:off x="3288817" y="13207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t5543"/>
            <p:cNvSpPr/>
            <p:nvPr/>
          </p:nvSpPr>
          <p:spPr>
            <a:xfrm>
              <a:off x="3273097" y="13224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t5544"/>
            <p:cNvSpPr/>
            <p:nvPr/>
          </p:nvSpPr>
          <p:spPr>
            <a:xfrm>
              <a:off x="3258807" y="13214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t5545"/>
            <p:cNvSpPr/>
            <p:nvPr/>
          </p:nvSpPr>
          <p:spPr>
            <a:xfrm>
              <a:off x="4664287" y="12756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t5546"/>
            <p:cNvSpPr/>
            <p:nvPr/>
          </p:nvSpPr>
          <p:spPr>
            <a:xfrm>
              <a:off x="3260950" y="13142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t5547"/>
            <p:cNvSpPr/>
            <p:nvPr/>
          </p:nvSpPr>
          <p:spPr>
            <a:xfrm>
              <a:off x="3220937" y="13071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t5548"/>
            <p:cNvSpPr/>
            <p:nvPr/>
          </p:nvSpPr>
          <p:spPr>
            <a:xfrm>
              <a:off x="3233798" y="13115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t5549"/>
            <p:cNvSpPr/>
            <p:nvPr/>
          </p:nvSpPr>
          <p:spPr>
            <a:xfrm>
              <a:off x="3266667" y="13234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t5550"/>
            <p:cNvSpPr/>
            <p:nvPr/>
          </p:nvSpPr>
          <p:spPr>
            <a:xfrm>
              <a:off x="3285959" y="13255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t5551"/>
            <p:cNvSpPr/>
            <p:nvPr/>
          </p:nvSpPr>
          <p:spPr>
            <a:xfrm>
              <a:off x="3291675" y="13267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t5552"/>
            <p:cNvSpPr/>
            <p:nvPr/>
          </p:nvSpPr>
          <p:spPr>
            <a:xfrm>
              <a:off x="3393853" y="13245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t5553"/>
            <p:cNvSpPr/>
            <p:nvPr/>
          </p:nvSpPr>
          <p:spPr>
            <a:xfrm>
              <a:off x="3255949" y="13194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t5554"/>
            <p:cNvSpPr/>
            <p:nvPr/>
          </p:nvSpPr>
          <p:spPr>
            <a:xfrm>
              <a:off x="3279528" y="13211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t5555"/>
            <p:cNvSpPr/>
            <p:nvPr/>
          </p:nvSpPr>
          <p:spPr>
            <a:xfrm>
              <a:off x="3213077" y="13192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t5556"/>
            <p:cNvSpPr/>
            <p:nvPr/>
          </p:nvSpPr>
          <p:spPr>
            <a:xfrm>
              <a:off x="3195214" y="13179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t5557"/>
            <p:cNvSpPr/>
            <p:nvPr/>
          </p:nvSpPr>
          <p:spPr>
            <a:xfrm>
              <a:off x="3403142" y="13218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t5558"/>
            <p:cNvSpPr/>
            <p:nvPr/>
          </p:nvSpPr>
          <p:spPr>
            <a:xfrm>
              <a:off x="3271668" y="13249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t5559"/>
            <p:cNvSpPr/>
            <p:nvPr/>
          </p:nvSpPr>
          <p:spPr>
            <a:xfrm>
              <a:off x="3264523" y="13252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t5560"/>
            <p:cNvSpPr/>
            <p:nvPr/>
          </p:nvSpPr>
          <p:spPr>
            <a:xfrm>
              <a:off x="3752547" y="12823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t5561"/>
            <p:cNvSpPr/>
            <p:nvPr/>
          </p:nvSpPr>
          <p:spPr>
            <a:xfrm>
              <a:off x="3865443" y="12773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t5562"/>
            <p:cNvSpPr/>
            <p:nvPr/>
          </p:nvSpPr>
          <p:spPr>
            <a:xfrm>
              <a:off x="3786845" y="13209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t5563"/>
            <p:cNvSpPr/>
            <p:nvPr/>
          </p:nvSpPr>
          <p:spPr>
            <a:xfrm>
              <a:off x="3208790" y="13081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t5564"/>
            <p:cNvSpPr/>
            <p:nvPr/>
          </p:nvSpPr>
          <p:spPr>
            <a:xfrm>
              <a:off x="3172349" y="13262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t5565"/>
            <p:cNvSpPr/>
            <p:nvPr/>
          </p:nvSpPr>
          <p:spPr>
            <a:xfrm>
              <a:off x="3186639" y="13245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t5566"/>
            <p:cNvSpPr/>
            <p:nvPr/>
          </p:nvSpPr>
          <p:spPr>
            <a:xfrm>
              <a:off x="3149484" y="13216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t5567"/>
            <p:cNvSpPr/>
            <p:nvPr/>
          </p:nvSpPr>
          <p:spPr>
            <a:xfrm>
              <a:off x="5135877" y="12934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t5568"/>
            <p:cNvSpPr/>
            <p:nvPr/>
          </p:nvSpPr>
          <p:spPr>
            <a:xfrm>
              <a:off x="3225224" y="13151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t5569"/>
            <p:cNvSpPr/>
            <p:nvPr/>
          </p:nvSpPr>
          <p:spPr>
            <a:xfrm>
              <a:off x="3228797" y="13188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t5570"/>
            <p:cNvSpPr/>
            <p:nvPr/>
          </p:nvSpPr>
          <p:spPr>
            <a:xfrm>
              <a:off x="3334547" y="13172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t5571"/>
            <p:cNvSpPr/>
            <p:nvPr/>
          </p:nvSpPr>
          <p:spPr>
            <a:xfrm>
              <a:off x="3777556" y="13120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t5572"/>
            <p:cNvSpPr/>
            <p:nvPr/>
          </p:nvSpPr>
          <p:spPr>
            <a:xfrm>
              <a:off x="3262380" y="13231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t5573"/>
            <p:cNvSpPr/>
            <p:nvPr/>
          </p:nvSpPr>
          <p:spPr>
            <a:xfrm>
              <a:off x="3274527" y="13249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t5574"/>
            <p:cNvSpPr/>
            <p:nvPr/>
          </p:nvSpPr>
          <p:spPr>
            <a:xfrm>
              <a:off x="3175921" y="13268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t5575"/>
            <p:cNvSpPr/>
            <p:nvPr/>
          </p:nvSpPr>
          <p:spPr>
            <a:xfrm>
              <a:off x="3207361" y="13262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t5576"/>
            <p:cNvSpPr/>
            <p:nvPr/>
          </p:nvSpPr>
          <p:spPr>
            <a:xfrm>
              <a:off x="3248803" y="13224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t5577"/>
            <p:cNvSpPr/>
            <p:nvPr/>
          </p:nvSpPr>
          <p:spPr>
            <a:xfrm>
              <a:off x="4369187" y="12866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t5578"/>
            <p:cNvSpPr/>
            <p:nvPr/>
          </p:nvSpPr>
          <p:spPr>
            <a:xfrm>
              <a:off x="4180551" y="12761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t5579"/>
            <p:cNvSpPr/>
            <p:nvPr/>
          </p:nvSpPr>
          <p:spPr>
            <a:xfrm>
              <a:off x="3285959" y="132513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t5580"/>
            <p:cNvSpPr/>
            <p:nvPr/>
          </p:nvSpPr>
          <p:spPr>
            <a:xfrm>
              <a:off x="3281672" y="13245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t5581"/>
            <p:cNvSpPr/>
            <p:nvPr/>
          </p:nvSpPr>
          <p:spPr>
            <a:xfrm>
              <a:off x="3346694" y="13235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t5582"/>
            <p:cNvSpPr/>
            <p:nvPr/>
          </p:nvSpPr>
          <p:spPr>
            <a:xfrm>
              <a:off x="3421720" y="13213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t5583"/>
            <p:cNvSpPr/>
            <p:nvPr/>
          </p:nvSpPr>
          <p:spPr>
            <a:xfrm>
              <a:off x="3647511" y="12955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t5584"/>
            <p:cNvSpPr/>
            <p:nvPr/>
          </p:nvSpPr>
          <p:spPr>
            <a:xfrm>
              <a:off x="4956530" y="13009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t5585"/>
            <p:cNvSpPr/>
            <p:nvPr/>
          </p:nvSpPr>
          <p:spPr>
            <a:xfrm>
              <a:off x="5737512" y="13036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t5586"/>
            <p:cNvSpPr/>
            <p:nvPr/>
          </p:nvSpPr>
          <p:spPr>
            <a:xfrm>
              <a:off x="5443125" y="13073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t5587"/>
            <p:cNvSpPr/>
            <p:nvPr/>
          </p:nvSpPr>
          <p:spPr>
            <a:xfrm>
              <a:off x="5500288" y="13010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t5588"/>
            <p:cNvSpPr/>
            <p:nvPr/>
          </p:nvSpPr>
          <p:spPr>
            <a:xfrm>
              <a:off x="3529614" y="13242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t5589"/>
            <p:cNvSpPr/>
            <p:nvPr/>
          </p:nvSpPr>
          <p:spPr>
            <a:xfrm>
              <a:off x="3679665" y="13224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t5590"/>
            <p:cNvSpPr/>
            <p:nvPr/>
          </p:nvSpPr>
          <p:spPr>
            <a:xfrm>
              <a:off x="3208790" y="13215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t5591"/>
            <p:cNvSpPr/>
            <p:nvPr/>
          </p:nvSpPr>
          <p:spPr>
            <a:xfrm>
              <a:off x="3263094" y="13288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t5592"/>
            <p:cNvSpPr/>
            <p:nvPr/>
          </p:nvSpPr>
          <p:spPr>
            <a:xfrm>
              <a:off x="3401713" y="13132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t5593"/>
            <p:cNvSpPr/>
            <p:nvPr/>
          </p:nvSpPr>
          <p:spPr>
            <a:xfrm>
              <a:off x="3471022" y="12788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t5594"/>
            <p:cNvSpPr/>
            <p:nvPr/>
          </p:nvSpPr>
          <p:spPr>
            <a:xfrm>
              <a:off x="3112328" y="1326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t5595"/>
            <p:cNvSpPr/>
            <p:nvPr/>
          </p:nvSpPr>
          <p:spPr>
            <a:xfrm>
              <a:off x="3168776" y="13271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t5596"/>
            <p:cNvSpPr/>
            <p:nvPr/>
          </p:nvSpPr>
          <p:spPr>
            <a:xfrm>
              <a:off x="3161631" y="13251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t5597"/>
            <p:cNvSpPr/>
            <p:nvPr/>
          </p:nvSpPr>
          <p:spPr>
            <a:xfrm>
              <a:off x="3235942" y="13230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t5598"/>
            <p:cNvSpPr/>
            <p:nvPr/>
          </p:nvSpPr>
          <p:spPr>
            <a:xfrm>
              <a:off x="3178065" y="13211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t5599"/>
            <p:cNvSpPr/>
            <p:nvPr/>
          </p:nvSpPr>
          <p:spPr>
            <a:xfrm>
              <a:off x="3211648" y="13249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t5600"/>
            <p:cNvSpPr/>
            <p:nvPr/>
          </p:nvSpPr>
          <p:spPr>
            <a:xfrm>
              <a:off x="3208075" y="13246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t5601"/>
            <p:cNvSpPr/>
            <p:nvPr/>
          </p:nvSpPr>
          <p:spPr>
            <a:xfrm>
              <a:off x="3220937" y="12839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t5602"/>
            <p:cNvSpPr/>
            <p:nvPr/>
          </p:nvSpPr>
          <p:spPr>
            <a:xfrm>
              <a:off x="3304537" y="13290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t5603"/>
            <p:cNvSpPr/>
            <p:nvPr/>
          </p:nvSpPr>
          <p:spPr>
            <a:xfrm>
              <a:off x="3235227" y="13266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t5604"/>
            <p:cNvSpPr/>
            <p:nvPr/>
          </p:nvSpPr>
          <p:spPr>
            <a:xfrm>
              <a:off x="3666804" y="12794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t5605"/>
            <p:cNvSpPr/>
            <p:nvPr/>
          </p:nvSpPr>
          <p:spPr>
            <a:xfrm>
              <a:off x="3531757" y="13154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t5606"/>
            <p:cNvSpPr/>
            <p:nvPr/>
          </p:nvSpPr>
          <p:spPr>
            <a:xfrm>
              <a:off x="3613214" y="13216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t5607"/>
            <p:cNvSpPr/>
            <p:nvPr/>
          </p:nvSpPr>
          <p:spPr>
            <a:xfrm>
              <a:off x="3778985" y="13207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t5608"/>
            <p:cNvSpPr/>
            <p:nvPr/>
          </p:nvSpPr>
          <p:spPr>
            <a:xfrm>
              <a:off x="4349894" y="13088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t5609"/>
            <p:cNvSpPr/>
            <p:nvPr/>
          </p:nvSpPr>
          <p:spPr>
            <a:xfrm>
              <a:off x="3146626" y="13281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t5610"/>
            <p:cNvSpPr/>
            <p:nvPr/>
          </p:nvSpPr>
          <p:spPr>
            <a:xfrm>
              <a:off x="3382421" y="13192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t5611"/>
            <p:cNvSpPr/>
            <p:nvPr/>
          </p:nvSpPr>
          <p:spPr>
            <a:xfrm>
              <a:off x="3343836" y="13185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t5612"/>
            <p:cNvSpPr/>
            <p:nvPr/>
          </p:nvSpPr>
          <p:spPr>
            <a:xfrm>
              <a:off x="3198072" y="13295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t5613"/>
            <p:cNvSpPr/>
            <p:nvPr/>
          </p:nvSpPr>
          <p:spPr>
            <a:xfrm>
              <a:off x="4475652" y="13192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t5614"/>
            <p:cNvSpPr/>
            <p:nvPr/>
          </p:nvSpPr>
          <p:spPr>
            <a:xfrm>
              <a:off x="3218793" y="13254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t5615"/>
            <p:cNvSpPr/>
            <p:nvPr/>
          </p:nvSpPr>
          <p:spPr>
            <a:xfrm>
              <a:off x="3644653" y="12990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t5616"/>
            <p:cNvSpPr/>
            <p:nvPr/>
          </p:nvSpPr>
          <p:spPr>
            <a:xfrm>
              <a:off x="5074428" y="13186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t5617"/>
            <p:cNvSpPr/>
            <p:nvPr/>
          </p:nvSpPr>
          <p:spPr>
            <a:xfrm>
              <a:off x="5480995" y="13189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t5618"/>
            <p:cNvSpPr/>
            <p:nvPr/>
          </p:nvSpPr>
          <p:spPr>
            <a:xfrm>
              <a:off x="3223795" y="13268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t5619"/>
            <p:cNvSpPr/>
            <p:nvPr/>
          </p:nvSpPr>
          <p:spPr>
            <a:xfrm>
              <a:off x="3192356" y="13241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t5620"/>
            <p:cNvSpPr/>
            <p:nvPr/>
          </p:nvSpPr>
          <p:spPr>
            <a:xfrm>
              <a:off x="3111614" y="13256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t5621"/>
            <p:cNvSpPr/>
            <p:nvPr/>
          </p:nvSpPr>
          <p:spPr>
            <a:xfrm>
              <a:off x="3227368" y="13234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t5622"/>
            <p:cNvSpPr/>
            <p:nvPr/>
          </p:nvSpPr>
          <p:spPr>
            <a:xfrm>
              <a:off x="3214506" y="13263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t5623"/>
            <p:cNvSpPr/>
            <p:nvPr/>
          </p:nvSpPr>
          <p:spPr>
            <a:xfrm>
              <a:off x="3787559" y="13180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t5624"/>
            <p:cNvSpPr/>
            <p:nvPr/>
          </p:nvSpPr>
          <p:spPr>
            <a:xfrm>
              <a:off x="3283815" y="13247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t5625"/>
            <p:cNvSpPr/>
            <p:nvPr/>
          </p:nvSpPr>
          <p:spPr>
            <a:xfrm>
              <a:off x="3282386" y="13222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t5626"/>
            <p:cNvSpPr/>
            <p:nvPr/>
          </p:nvSpPr>
          <p:spPr>
            <a:xfrm>
              <a:off x="3090178" y="13209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t5627"/>
            <p:cNvSpPr/>
            <p:nvPr/>
          </p:nvSpPr>
          <p:spPr>
            <a:xfrm>
              <a:off x="3106612" y="13228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t5628"/>
            <p:cNvSpPr/>
            <p:nvPr/>
          </p:nvSpPr>
          <p:spPr>
            <a:xfrm>
              <a:off x="3206646" y="13275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t5629"/>
            <p:cNvSpPr/>
            <p:nvPr/>
          </p:nvSpPr>
          <p:spPr>
            <a:xfrm>
              <a:off x="3243087" y="13254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t5630"/>
            <p:cNvSpPr/>
            <p:nvPr/>
          </p:nvSpPr>
          <p:spPr>
            <a:xfrm>
              <a:off x="3235942" y="13255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t5631"/>
            <p:cNvSpPr/>
            <p:nvPr/>
          </p:nvSpPr>
          <p:spPr>
            <a:xfrm>
              <a:off x="3426007" y="13215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t5632"/>
            <p:cNvSpPr/>
            <p:nvPr/>
          </p:nvSpPr>
          <p:spPr>
            <a:xfrm>
              <a:off x="3477453" y="13231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t5633"/>
            <p:cNvSpPr/>
            <p:nvPr/>
          </p:nvSpPr>
          <p:spPr>
            <a:xfrm>
              <a:off x="3501033" y="132182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t5634"/>
            <p:cNvSpPr/>
            <p:nvPr/>
          </p:nvSpPr>
          <p:spPr>
            <a:xfrm>
              <a:off x="3616786" y="13240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t5635"/>
            <p:cNvSpPr/>
            <p:nvPr/>
          </p:nvSpPr>
          <p:spPr>
            <a:xfrm>
              <a:off x="3622503" y="13263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t5636"/>
            <p:cNvSpPr/>
            <p:nvPr/>
          </p:nvSpPr>
          <p:spPr>
            <a:xfrm>
              <a:off x="3276670" y="13263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t5637"/>
            <p:cNvSpPr/>
            <p:nvPr/>
          </p:nvSpPr>
          <p:spPr>
            <a:xfrm>
              <a:off x="3250947" y="13265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t5638"/>
            <p:cNvSpPr/>
            <p:nvPr/>
          </p:nvSpPr>
          <p:spPr>
            <a:xfrm>
              <a:off x="3175207" y="13259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t5639"/>
            <p:cNvSpPr/>
            <p:nvPr/>
          </p:nvSpPr>
          <p:spPr>
            <a:xfrm>
              <a:off x="3204503" y="13277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t5640"/>
            <p:cNvSpPr/>
            <p:nvPr/>
          </p:nvSpPr>
          <p:spPr>
            <a:xfrm>
              <a:off x="3221651" y="13264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t5641"/>
            <p:cNvSpPr/>
            <p:nvPr/>
          </p:nvSpPr>
          <p:spPr>
            <a:xfrm>
              <a:off x="3194499" y="13277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t5642"/>
            <p:cNvSpPr/>
            <p:nvPr/>
          </p:nvSpPr>
          <p:spPr>
            <a:xfrm>
              <a:off x="4463505" y="13090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t5643"/>
            <p:cNvSpPr/>
            <p:nvPr/>
          </p:nvSpPr>
          <p:spPr>
            <a:xfrm>
              <a:off x="3573200" y="13140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t5644"/>
            <p:cNvSpPr/>
            <p:nvPr/>
          </p:nvSpPr>
          <p:spPr>
            <a:xfrm>
              <a:off x="3162345" y="13243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t5645"/>
            <p:cNvSpPr/>
            <p:nvPr/>
          </p:nvSpPr>
          <p:spPr>
            <a:xfrm>
              <a:off x="3261665" y="13198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t5646"/>
            <p:cNvSpPr/>
            <p:nvPr/>
          </p:nvSpPr>
          <p:spPr>
            <a:xfrm>
              <a:off x="3238800" y="13178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t5647"/>
            <p:cNvSpPr/>
            <p:nvPr/>
          </p:nvSpPr>
          <p:spPr>
            <a:xfrm>
              <a:off x="3244516" y="13194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t5648"/>
            <p:cNvSpPr/>
            <p:nvPr/>
          </p:nvSpPr>
          <p:spPr>
            <a:xfrm>
              <a:off x="3831860" y="13232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t5649"/>
            <p:cNvSpPr/>
            <p:nvPr/>
          </p:nvSpPr>
          <p:spPr>
            <a:xfrm>
              <a:off x="3799706" y="1312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t5650"/>
            <p:cNvSpPr/>
            <p:nvPr/>
          </p:nvSpPr>
          <p:spPr>
            <a:xfrm>
              <a:off x="3183781" y="13263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t5651"/>
            <p:cNvSpPr/>
            <p:nvPr/>
          </p:nvSpPr>
          <p:spPr>
            <a:xfrm>
              <a:off x="3650369" y="13111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t5652"/>
            <p:cNvSpPr/>
            <p:nvPr/>
          </p:nvSpPr>
          <p:spPr>
            <a:xfrm>
              <a:off x="4680007" y="13048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t5653"/>
            <p:cNvSpPr/>
            <p:nvPr/>
          </p:nvSpPr>
          <p:spPr>
            <a:xfrm>
              <a:off x="3245231" y="13296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t5654"/>
            <p:cNvSpPr/>
            <p:nvPr/>
          </p:nvSpPr>
          <p:spPr>
            <a:xfrm>
              <a:off x="3149484" y="13300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t5655"/>
            <p:cNvSpPr/>
            <p:nvPr/>
          </p:nvSpPr>
          <p:spPr>
            <a:xfrm>
              <a:off x="3180923" y="13285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t5656"/>
            <p:cNvSpPr/>
            <p:nvPr/>
          </p:nvSpPr>
          <p:spPr>
            <a:xfrm>
              <a:off x="5290216" y="12962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t5657"/>
            <p:cNvSpPr/>
            <p:nvPr/>
          </p:nvSpPr>
          <p:spPr>
            <a:xfrm>
              <a:off x="3255234" y="13261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t5658"/>
            <p:cNvSpPr/>
            <p:nvPr/>
          </p:nvSpPr>
          <p:spPr>
            <a:xfrm>
              <a:off x="3225224" y="13253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t5659"/>
            <p:cNvSpPr/>
            <p:nvPr/>
          </p:nvSpPr>
          <p:spPr>
            <a:xfrm>
              <a:off x="3646082" y="13208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t5660"/>
            <p:cNvSpPr/>
            <p:nvPr/>
          </p:nvSpPr>
          <p:spPr>
            <a:xfrm>
              <a:off x="3318113" y="13221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t5661"/>
            <p:cNvSpPr/>
            <p:nvPr/>
          </p:nvSpPr>
          <p:spPr>
            <a:xfrm>
              <a:off x="3250233" y="13288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t5662"/>
            <p:cNvSpPr/>
            <p:nvPr/>
          </p:nvSpPr>
          <p:spPr>
            <a:xfrm>
              <a:off x="3195928" y="13274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t5663"/>
            <p:cNvSpPr/>
            <p:nvPr/>
          </p:nvSpPr>
          <p:spPr>
            <a:xfrm>
              <a:off x="3411002" y="13218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t5664"/>
            <p:cNvSpPr/>
            <p:nvPr/>
          </p:nvSpPr>
          <p:spPr>
            <a:xfrm>
              <a:off x="3235942" y="131852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t5665"/>
            <p:cNvSpPr/>
            <p:nvPr/>
          </p:nvSpPr>
          <p:spPr>
            <a:xfrm>
              <a:off x="4451358" y="12869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t5666"/>
            <p:cNvSpPr/>
            <p:nvPr/>
          </p:nvSpPr>
          <p:spPr>
            <a:xfrm>
              <a:off x="4751460" y="12834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t5667"/>
            <p:cNvSpPr/>
            <p:nvPr/>
          </p:nvSpPr>
          <p:spPr>
            <a:xfrm>
              <a:off x="5134448" y="12551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t5668"/>
            <p:cNvSpPr/>
            <p:nvPr/>
          </p:nvSpPr>
          <p:spPr>
            <a:xfrm>
              <a:off x="5037987" y="12443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t5669"/>
            <p:cNvSpPr/>
            <p:nvPr/>
          </p:nvSpPr>
          <p:spPr>
            <a:xfrm>
              <a:off x="3271668" y="12944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t5670"/>
            <p:cNvSpPr/>
            <p:nvPr/>
          </p:nvSpPr>
          <p:spPr>
            <a:xfrm>
              <a:off x="5460274" y="13129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t5671"/>
            <p:cNvSpPr/>
            <p:nvPr/>
          </p:nvSpPr>
          <p:spPr>
            <a:xfrm>
              <a:off x="3598923" y="12998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t5672"/>
            <p:cNvSpPr/>
            <p:nvPr/>
          </p:nvSpPr>
          <p:spPr>
            <a:xfrm>
              <a:off x="3737542" y="12794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t5673"/>
            <p:cNvSpPr/>
            <p:nvPr/>
          </p:nvSpPr>
          <p:spPr>
            <a:xfrm>
              <a:off x="3928322" y="12788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t5674"/>
            <p:cNvSpPr/>
            <p:nvPr/>
          </p:nvSpPr>
          <p:spPr>
            <a:xfrm>
              <a:off x="3236656" y="13149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t5675"/>
            <p:cNvSpPr/>
            <p:nvPr/>
          </p:nvSpPr>
          <p:spPr>
            <a:xfrm>
              <a:off x="3231655" y="13260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t5676"/>
            <p:cNvSpPr/>
            <p:nvPr/>
          </p:nvSpPr>
          <p:spPr>
            <a:xfrm>
              <a:off x="3261665" y="13255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t5677"/>
            <p:cNvSpPr/>
            <p:nvPr/>
          </p:nvSpPr>
          <p:spPr>
            <a:xfrm>
              <a:off x="3170205" y="13233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t5678"/>
            <p:cNvSpPr/>
            <p:nvPr/>
          </p:nvSpPr>
          <p:spPr>
            <a:xfrm>
              <a:off x="3193070" y="13188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t5679"/>
            <p:cNvSpPr/>
            <p:nvPr/>
          </p:nvSpPr>
          <p:spPr>
            <a:xfrm>
              <a:off x="3323115" y="13208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t5680"/>
            <p:cNvSpPr/>
            <p:nvPr/>
          </p:nvSpPr>
          <p:spPr>
            <a:xfrm>
              <a:off x="3320971" y="13221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t5681"/>
            <p:cNvSpPr/>
            <p:nvPr/>
          </p:nvSpPr>
          <p:spPr>
            <a:xfrm>
              <a:off x="3303822" y="13215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t5682"/>
            <p:cNvSpPr/>
            <p:nvPr/>
          </p:nvSpPr>
          <p:spPr>
            <a:xfrm>
              <a:off x="4131248" y="13028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t5683"/>
            <p:cNvSpPr/>
            <p:nvPr/>
          </p:nvSpPr>
          <p:spPr>
            <a:xfrm>
              <a:off x="4122674" y="13050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t5684"/>
            <p:cNvSpPr/>
            <p:nvPr/>
          </p:nvSpPr>
          <p:spPr>
            <a:xfrm>
              <a:off x="3742544" y="13081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t5685"/>
            <p:cNvSpPr/>
            <p:nvPr/>
          </p:nvSpPr>
          <p:spPr>
            <a:xfrm>
              <a:off x="3876161" y="13006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t5686"/>
            <p:cNvSpPr/>
            <p:nvPr/>
          </p:nvSpPr>
          <p:spPr>
            <a:xfrm>
              <a:off x="3919033" y="13010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t5687"/>
            <p:cNvSpPr/>
            <p:nvPr/>
          </p:nvSpPr>
          <p:spPr>
            <a:xfrm>
              <a:off x="3236656" y="13252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t5688"/>
            <p:cNvSpPr/>
            <p:nvPr/>
          </p:nvSpPr>
          <p:spPr>
            <a:xfrm>
              <a:off x="3866157" y="13235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t5689"/>
            <p:cNvSpPr/>
            <p:nvPr/>
          </p:nvSpPr>
          <p:spPr>
            <a:xfrm>
              <a:off x="3238800" y="13252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t5690"/>
            <p:cNvSpPr/>
            <p:nvPr/>
          </p:nvSpPr>
          <p:spPr>
            <a:xfrm>
              <a:off x="3209504" y="13227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t5691"/>
            <p:cNvSpPr/>
            <p:nvPr/>
          </p:nvSpPr>
          <p:spPr>
            <a:xfrm>
              <a:off x="4008349" y="13218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t5692"/>
            <p:cNvSpPr/>
            <p:nvPr/>
          </p:nvSpPr>
          <p:spPr>
            <a:xfrm>
              <a:off x="4284872" y="13290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t5693"/>
            <p:cNvSpPr/>
            <p:nvPr/>
          </p:nvSpPr>
          <p:spPr>
            <a:xfrm>
              <a:off x="3338120" y="13292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t5694"/>
            <p:cNvSpPr/>
            <p:nvPr/>
          </p:nvSpPr>
          <p:spPr>
            <a:xfrm>
              <a:off x="3815426" y="12889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t5695"/>
            <p:cNvSpPr/>
            <p:nvPr/>
          </p:nvSpPr>
          <p:spPr>
            <a:xfrm>
              <a:off x="3815426" y="12889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t5696"/>
            <p:cNvSpPr/>
            <p:nvPr/>
          </p:nvSpPr>
          <p:spPr>
            <a:xfrm>
              <a:off x="3912602" y="12858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t5697"/>
            <p:cNvSpPr/>
            <p:nvPr/>
          </p:nvSpPr>
          <p:spPr>
            <a:xfrm>
              <a:off x="4113385" y="13203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t5698"/>
            <p:cNvSpPr/>
            <p:nvPr/>
          </p:nvSpPr>
          <p:spPr>
            <a:xfrm>
              <a:off x="4403484" y="12654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t5699"/>
            <p:cNvSpPr/>
            <p:nvPr/>
          </p:nvSpPr>
          <p:spPr>
            <a:xfrm>
              <a:off x="4519952" y="12631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t5700"/>
            <p:cNvSpPr/>
            <p:nvPr/>
          </p:nvSpPr>
          <p:spPr>
            <a:xfrm>
              <a:off x="4923662" y="12525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t5701"/>
            <p:cNvSpPr/>
            <p:nvPr/>
          </p:nvSpPr>
          <p:spPr>
            <a:xfrm>
              <a:off x="4923662" y="12525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t5702"/>
            <p:cNvSpPr/>
            <p:nvPr/>
          </p:nvSpPr>
          <p:spPr>
            <a:xfrm>
              <a:off x="4606411" y="12335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t5703"/>
            <p:cNvSpPr/>
            <p:nvPr/>
          </p:nvSpPr>
          <p:spPr>
            <a:xfrm>
              <a:off x="3892595" y="13260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t5704"/>
            <p:cNvSpPr/>
            <p:nvPr/>
          </p:nvSpPr>
          <p:spPr>
            <a:xfrm>
              <a:off x="3891166" y="13152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t5705"/>
            <p:cNvSpPr/>
            <p:nvPr/>
          </p:nvSpPr>
          <p:spPr>
            <a:xfrm>
              <a:off x="3933323" y="13220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t5706"/>
            <p:cNvSpPr/>
            <p:nvPr/>
          </p:nvSpPr>
          <p:spPr>
            <a:xfrm>
              <a:off x="3904742" y="13205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t5707"/>
            <p:cNvSpPr/>
            <p:nvPr/>
          </p:nvSpPr>
          <p:spPr>
            <a:xfrm>
              <a:off x="3896168" y="13204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t5708"/>
            <p:cNvSpPr/>
            <p:nvPr/>
          </p:nvSpPr>
          <p:spPr>
            <a:xfrm>
              <a:off x="3912602" y="13157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t5709"/>
            <p:cNvSpPr/>
            <p:nvPr/>
          </p:nvSpPr>
          <p:spPr>
            <a:xfrm>
              <a:off x="3894024" y="13135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t5710"/>
            <p:cNvSpPr/>
            <p:nvPr/>
          </p:nvSpPr>
          <p:spPr>
            <a:xfrm>
              <a:off x="5950442" y="12555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t5711"/>
            <p:cNvSpPr/>
            <p:nvPr/>
          </p:nvSpPr>
          <p:spPr>
            <a:xfrm>
              <a:off x="5909713" y="12257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t5712"/>
            <p:cNvSpPr/>
            <p:nvPr/>
          </p:nvSpPr>
          <p:spPr>
            <a:xfrm>
              <a:off x="6249830" y="12283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t5713"/>
            <p:cNvSpPr/>
            <p:nvPr/>
          </p:nvSpPr>
          <p:spPr>
            <a:xfrm>
              <a:off x="3267381" y="13197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t5714"/>
            <p:cNvSpPr/>
            <p:nvPr/>
          </p:nvSpPr>
          <p:spPr>
            <a:xfrm>
              <a:off x="3255949" y="13204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t5715"/>
            <p:cNvSpPr/>
            <p:nvPr/>
          </p:nvSpPr>
          <p:spPr>
            <a:xfrm>
              <a:off x="3303822" y="13202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t5716"/>
            <p:cNvSpPr/>
            <p:nvPr/>
          </p:nvSpPr>
          <p:spPr>
            <a:xfrm>
              <a:off x="3353125" y="13225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t5717"/>
            <p:cNvSpPr/>
            <p:nvPr/>
          </p:nvSpPr>
          <p:spPr>
            <a:xfrm>
              <a:off x="3175921" y="13287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t5718"/>
            <p:cNvSpPr/>
            <p:nvPr/>
          </p:nvSpPr>
          <p:spPr>
            <a:xfrm>
              <a:off x="3255234" y="13296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t5719"/>
            <p:cNvSpPr/>
            <p:nvPr/>
          </p:nvSpPr>
          <p:spPr>
            <a:xfrm>
              <a:off x="3245231" y="13262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t5720"/>
            <p:cNvSpPr/>
            <p:nvPr/>
          </p:nvSpPr>
          <p:spPr>
            <a:xfrm>
              <a:off x="4119101" y="13049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t5721"/>
            <p:cNvSpPr/>
            <p:nvPr/>
          </p:nvSpPr>
          <p:spPr>
            <a:xfrm>
              <a:off x="4063368" y="13158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t5722"/>
            <p:cNvSpPr/>
            <p:nvPr/>
          </p:nvSpPr>
          <p:spPr>
            <a:xfrm>
              <a:off x="3308109" y="13251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t5723"/>
            <p:cNvSpPr/>
            <p:nvPr/>
          </p:nvSpPr>
          <p:spPr>
            <a:xfrm>
              <a:off x="3399569" y="13253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t5724"/>
            <p:cNvSpPr/>
            <p:nvPr/>
          </p:nvSpPr>
          <p:spPr>
            <a:xfrm>
              <a:off x="3853296" y="13224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t5725"/>
            <p:cNvSpPr/>
            <p:nvPr/>
          </p:nvSpPr>
          <p:spPr>
            <a:xfrm>
              <a:off x="3566769" y="13062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t5726"/>
            <p:cNvSpPr/>
            <p:nvPr/>
          </p:nvSpPr>
          <p:spPr>
            <a:xfrm>
              <a:off x="3213791" y="13246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t5727"/>
            <p:cNvSpPr/>
            <p:nvPr/>
          </p:nvSpPr>
          <p:spPr>
            <a:xfrm>
              <a:off x="3577487" y="13190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t5728"/>
            <p:cNvSpPr/>
            <p:nvPr/>
          </p:nvSpPr>
          <p:spPr>
            <a:xfrm>
              <a:off x="4429207" y="12752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t5729"/>
            <p:cNvSpPr/>
            <p:nvPr/>
          </p:nvSpPr>
          <p:spPr>
            <a:xfrm>
              <a:off x="3281672" y="13330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t5730"/>
            <p:cNvSpPr/>
            <p:nvPr/>
          </p:nvSpPr>
          <p:spPr>
            <a:xfrm>
              <a:off x="3235227" y="13290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t5731"/>
            <p:cNvSpPr/>
            <p:nvPr/>
          </p:nvSpPr>
          <p:spPr>
            <a:xfrm>
              <a:off x="3751118" y="13229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t5732"/>
            <p:cNvSpPr/>
            <p:nvPr/>
          </p:nvSpPr>
          <p:spPr>
            <a:xfrm>
              <a:off x="3733255" y="13147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t5733"/>
            <p:cNvSpPr/>
            <p:nvPr/>
          </p:nvSpPr>
          <p:spPr>
            <a:xfrm>
              <a:off x="4033357" y="13245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t5734"/>
            <p:cNvSpPr/>
            <p:nvPr/>
          </p:nvSpPr>
          <p:spPr>
            <a:xfrm>
              <a:off x="4001204" y="13009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t5735"/>
            <p:cNvSpPr/>
            <p:nvPr/>
          </p:nvSpPr>
          <p:spPr>
            <a:xfrm>
              <a:off x="4244858" y="12994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t5736"/>
            <p:cNvSpPr/>
            <p:nvPr/>
          </p:nvSpPr>
          <p:spPr>
            <a:xfrm>
              <a:off x="3656800" y="13202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t5737"/>
            <p:cNvSpPr/>
            <p:nvPr/>
          </p:nvSpPr>
          <p:spPr>
            <a:xfrm>
              <a:off x="3773983" y="13094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t5738"/>
            <p:cNvSpPr/>
            <p:nvPr/>
          </p:nvSpPr>
          <p:spPr>
            <a:xfrm>
              <a:off x="3238086" y="13252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t5739"/>
            <p:cNvSpPr/>
            <p:nvPr/>
          </p:nvSpPr>
          <p:spPr>
            <a:xfrm>
              <a:off x="3215935" y="13272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t5740"/>
            <p:cNvSpPr/>
            <p:nvPr/>
          </p:nvSpPr>
          <p:spPr>
            <a:xfrm>
              <a:off x="3219508" y="13258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t5741"/>
            <p:cNvSpPr/>
            <p:nvPr/>
          </p:nvSpPr>
          <p:spPr>
            <a:xfrm>
              <a:off x="3330260" y="13234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t5742"/>
            <p:cNvSpPr/>
            <p:nvPr/>
          </p:nvSpPr>
          <p:spPr>
            <a:xfrm>
              <a:off x="3285244" y="12780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t5743"/>
            <p:cNvSpPr/>
            <p:nvPr/>
          </p:nvSpPr>
          <p:spPr>
            <a:xfrm>
              <a:off x="3202359" y="13275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t5744"/>
            <p:cNvSpPr/>
            <p:nvPr/>
          </p:nvSpPr>
          <p:spPr>
            <a:xfrm>
              <a:off x="3223080" y="13264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t5745"/>
            <p:cNvSpPr/>
            <p:nvPr/>
          </p:nvSpPr>
          <p:spPr>
            <a:xfrm>
              <a:off x="3192356" y="13287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t5746"/>
            <p:cNvSpPr/>
            <p:nvPr/>
          </p:nvSpPr>
          <p:spPr>
            <a:xfrm>
              <a:off x="3197357" y="13266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t5747"/>
            <p:cNvSpPr/>
            <p:nvPr/>
          </p:nvSpPr>
          <p:spPr>
            <a:xfrm>
              <a:off x="3189497" y="13258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t5748"/>
            <p:cNvSpPr/>
            <p:nvPr/>
          </p:nvSpPr>
          <p:spPr>
            <a:xfrm>
              <a:off x="3260950" y="13229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t5749"/>
            <p:cNvSpPr/>
            <p:nvPr/>
          </p:nvSpPr>
          <p:spPr>
            <a:xfrm>
              <a:off x="3267381" y="13214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t5750"/>
            <p:cNvSpPr/>
            <p:nvPr/>
          </p:nvSpPr>
          <p:spPr>
            <a:xfrm>
              <a:off x="3203074" y="13189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t5751"/>
            <p:cNvSpPr/>
            <p:nvPr/>
          </p:nvSpPr>
          <p:spPr>
            <a:xfrm>
              <a:off x="3687525" y="13229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t5752"/>
            <p:cNvSpPr/>
            <p:nvPr/>
          </p:nvSpPr>
          <p:spPr>
            <a:xfrm>
              <a:off x="4185552" y="13190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t5753"/>
            <p:cNvSpPr/>
            <p:nvPr/>
          </p:nvSpPr>
          <p:spPr>
            <a:xfrm>
              <a:off x="4644281" y="13167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t5754"/>
            <p:cNvSpPr/>
            <p:nvPr/>
          </p:nvSpPr>
          <p:spPr>
            <a:xfrm>
              <a:off x="3178065" y="13205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t5755"/>
            <p:cNvSpPr/>
            <p:nvPr/>
          </p:nvSpPr>
          <p:spPr>
            <a:xfrm>
              <a:off x="3216650" y="13247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t5756"/>
            <p:cNvSpPr/>
            <p:nvPr/>
          </p:nvSpPr>
          <p:spPr>
            <a:xfrm>
              <a:off x="3300964" y="13261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t5757"/>
            <p:cNvSpPr/>
            <p:nvPr/>
          </p:nvSpPr>
          <p:spPr>
            <a:xfrm>
              <a:off x="3252376" y="13238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t5758"/>
            <p:cNvSpPr/>
            <p:nvPr/>
          </p:nvSpPr>
          <p:spPr>
            <a:xfrm>
              <a:off x="3211648" y="13178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t5759"/>
            <p:cNvSpPr/>
            <p:nvPr/>
          </p:nvSpPr>
          <p:spPr>
            <a:xfrm>
              <a:off x="3219508" y="13215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t5760"/>
            <p:cNvSpPr/>
            <p:nvPr/>
          </p:nvSpPr>
          <p:spPr>
            <a:xfrm>
              <a:off x="3269525" y="13286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t5761"/>
            <p:cNvSpPr/>
            <p:nvPr/>
          </p:nvSpPr>
          <p:spPr>
            <a:xfrm>
              <a:off x="3967621" y="12844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t5762"/>
            <p:cNvSpPr/>
            <p:nvPr/>
          </p:nvSpPr>
          <p:spPr>
            <a:xfrm>
              <a:off x="3233084" y="13263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t5763"/>
            <p:cNvSpPr/>
            <p:nvPr/>
          </p:nvSpPr>
          <p:spPr>
            <a:xfrm>
              <a:off x="4134821" y="13205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t5764"/>
            <p:cNvSpPr/>
            <p:nvPr/>
          </p:nvSpPr>
          <p:spPr>
            <a:xfrm>
              <a:off x="4134821" y="13205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t5765"/>
            <p:cNvSpPr/>
            <p:nvPr/>
          </p:nvSpPr>
          <p:spPr>
            <a:xfrm>
              <a:off x="4159115" y="13139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t5766"/>
            <p:cNvSpPr/>
            <p:nvPr/>
          </p:nvSpPr>
          <p:spPr>
            <a:xfrm>
              <a:off x="3138766" y="13270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t5767"/>
            <p:cNvSpPr/>
            <p:nvPr/>
          </p:nvSpPr>
          <p:spPr>
            <a:xfrm>
              <a:off x="3251662" y="13157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t5768"/>
            <p:cNvSpPr/>
            <p:nvPr/>
          </p:nvSpPr>
          <p:spPr>
            <a:xfrm>
              <a:off x="3217364" y="13096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t5769"/>
            <p:cNvSpPr/>
            <p:nvPr/>
          </p:nvSpPr>
          <p:spPr>
            <a:xfrm>
              <a:off x="3195928" y="13124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t5770"/>
            <p:cNvSpPr/>
            <p:nvPr/>
          </p:nvSpPr>
          <p:spPr>
            <a:xfrm>
              <a:off x="3328831" y="13233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t5771"/>
            <p:cNvSpPr/>
            <p:nvPr/>
          </p:nvSpPr>
          <p:spPr>
            <a:xfrm>
              <a:off x="3329545" y="13294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t5772"/>
            <p:cNvSpPr/>
            <p:nvPr/>
          </p:nvSpPr>
          <p:spPr>
            <a:xfrm>
              <a:off x="3290961" y="13262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t5773"/>
            <p:cNvSpPr/>
            <p:nvPr/>
          </p:nvSpPr>
          <p:spPr>
            <a:xfrm>
              <a:off x="3282386" y="13257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t5774"/>
            <p:cNvSpPr/>
            <p:nvPr/>
          </p:nvSpPr>
          <p:spPr>
            <a:xfrm>
              <a:off x="3319542" y="13259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t5775"/>
            <p:cNvSpPr/>
            <p:nvPr/>
          </p:nvSpPr>
          <p:spPr>
            <a:xfrm>
              <a:off x="3307395" y="13197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t5776"/>
            <p:cNvSpPr/>
            <p:nvPr/>
          </p:nvSpPr>
          <p:spPr>
            <a:xfrm>
              <a:off x="3312397" y="13267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t5777"/>
            <p:cNvSpPr/>
            <p:nvPr/>
          </p:nvSpPr>
          <p:spPr>
            <a:xfrm>
              <a:off x="3302393" y="1325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t5778"/>
            <p:cNvSpPr/>
            <p:nvPr/>
          </p:nvSpPr>
          <p:spPr>
            <a:xfrm>
              <a:off x="4507805" y="12935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t5779"/>
            <p:cNvSpPr/>
            <p:nvPr/>
          </p:nvSpPr>
          <p:spPr>
            <a:xfrm>
              <a:off x="3964048" y="12761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t5780"/>
            <p:cNvSpPr/>
            <p:nvPr/>
          </p:nvSpPr>
          <p:spPr>
            <a:xfrm>
              <a:off x="4015494" y="12715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t5781"/>
            <p:cNvSpPr/>
            <p:nvPr/>
          </p:nvSpPr>
          <p:spPr>
            <a:xfrm>
              <a:off x="4011922" y="12666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t5782"/>
            <p:cNvSpPr/>
            <p:nvPr/>
          </p:nvSpPr>
          <p:spPr>
            <a:xfrm>
              <a:off x="3955474" y="13083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t5783"/>
            <p:cNvSpPr/>
            <p:nvPr/>
          </p:nvSpPr>
          <p:spPr>
            <a:xfrm>
              <a:off x="3347409" y="13244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t5784"/>
            <p:cNvSpPr/>
            <p:nvPr/>
          </p:nvSpPr>
          <p:spPr>
            <a:xfrm>
              <a:off x="4574257" y="13111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t5785"/>
            <p:cNvSpPr/>
            <p:nvPr/>
          </p:nvSpPr>
          <p:spPr>
            <a:xfrm>
              <a:off x="4088376" y="13137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t5786"/>
            <p:cNvSpPr/>
            <p:nvPr/>
          </p:nvSpPr>
          <p:spPr>
            <a:xfrm>
              <a:off x="3959046" y="13115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t5787"/>
            <p:cNvSpPr/>
            <p:nvPr/>
          </p:nvSpPr>
          <p:spPr>
            <a:xfrm>
              <a:off x="3961190" y="13103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t5788"/>
            <p:cNvSpPr/>
            <p:nvPr/>
          </p:nvSpPr>
          <p:spPr>
            <a:xfrm>
              <a:off x="3195214" y="13258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t5789"/>
            <p:cNvSpPr/>
            <p:nvPr/>
          </p:nvSpPr>
          <p:spPr>
            <a:xfrm>
              <a:off x="3253091" y="13291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t5790"/>
            <p:cNvSpPr/>
            <p:nvPr/>
          </p:nvSpPr>
          <p:spPr>
            <a:xfrm>
              <a:off x="3269525" y="13279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t5791"/>
            <p:cNvSpPr/>
            <p:nvPr/>
          </p:nvSpPr>
          <p:spPr>
            <a:xfrm>
              <a:off x="3223080" y="13212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t5792"/>
            <p:cNvSpPr/>
            <p:nvPr/>
          </p:nvSpPr>
          <p:spPr>
            <a:xfrm>
              <a:off x="3209504" y="13214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t5793"/>
            <p:cNvSpPr/>
            <p:nvPr/>
          </p:nvSpPr>
          <p:spPr>
            <a:xfrm>
              <a:off x="3172349" y="13189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t5794"/>
            <p:cNvSpPr/>
            <p:nvPr/>
          </p:nvSpPr>
          <p:spPr>
            <a:xfrm>
              <a:off x="3220937" y="13233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t5795"/>
            <p:cNvSpPr/>
            <p:nvPr/>
          </p:nvSpPr>
          <p:spPr>
            <a:xfrm>
              <a:off x="3922605" y="13213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t5796"/>
            <p:cNvSpPr/>
            <p:nvPr/>
          </p:nvSpPr>
          <p:spPr>
            <a:xfrm>
              <a:off x="4009063" y="13163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t5797"/>
            <p:cNvSpPr/>
            <p:nvPr/>
          </p:nvSpPr>
          <p:spPr>
            <a:xfrm>
              <a:off x="3395282" y="13260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t5798"/>
            <p:cNvSpPr/>
            <p:nvPr/>
          </p:nvSpPr>
          <p:spPr>
            <a:xfrm>
              <a:off x="4631419" y="12809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t5799"/>
            <p:cNvSpPr/>
            <p:nvPr/>
          </p:nvSpPr>
          <p:spPr>
            <a:xfrm>
              <a:off x="4854352" y="12926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t5800"/>
            <p:cNvSpPr/>
            <p:nvPr/>
          </p:nvSpPr>
          <p:spPr>
            <a:xfrm>
              <a:off x="4854352" y="12926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t5801"/>
            <p:cNvSpPr/>
            <p:nvPr/>
          </p:nvSpPr>
          <p:spPr>
            <a:xfrm>
              <a:off x="3831145" y="13193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t5802"/>
            <p:cNvSpPr/>
            <p:nvPr/>
          </p:nvSpPr>
          <p:spPr>
            <a:xfrm>
              <a:off x="3215221" y="13265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t5803"/>
            <p:cNvSpPr/>
            <p:nvPr/>
          </p:nvSpPr>
          <p:spPr>
            <a:xfrm>
              <a:off x="3342407" y="13195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t5804"/>
            <p:cNvSpPr/>
            <p:nvPr/>
          </p:nvSpPr>
          <p:spPr>
            <a:xfrm>
              <a:off x="3283101" y="13241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t5805"/>
            <p:cNvSpPr/>
            <p:nvPr/>
          </p:nvSpPr>
          <p:spPr>
            <a:xfrm>
              <a:off x="3411716" y="13269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t5806"/>
            <p:cNvSpPr/>
            <p:nvPr/>
          </p:nvSpPr>
          <p:spPr>
            <a:xfrm>
              <a:off x="3232369" y="13242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t5807"/>
            <p:cNvSpPr/>
            <p:nvPr/>
          </p:nvSpPr>
          <p:spPr>
            <a:xfrm>
              <a:off x="3267381" y="13218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t5808"/>
            <p:cNvSpPr/>
            <p:nvPr/>
          </p:nvSpPr>
          <p:spPr>
            <a:xfrm>
              <a:off x="3138766" y="13207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t5809"/>
            <p:cNvSpPr/>
            <p:nvPr/>
          </p:nvSpPr>
          <p:spPr>
            <a:xfrm>
              <a:off x="3313826" y="13257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t5810"/>
            <p:cNvSpPr/>
            <p:nvPr/>
          </p:nvSpPr>
          <p:spPr>
            <a:xfrm>
              <a:off x="3359556" y="13252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t5811"/>
            <p:cNvSpPr/>
            <p:nvPr/>
          </p:nvSpPr>
          <p:spPr>
            <a:xfrm>
              <a:off x="3148769" y="13270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t5812"/>
            <p:cNvSpPr/>
            <p:nvPr/>
          </p:nvSpPr>
          <p:spPr>
            <a:xfrm>
              <a:off x="3129477" y="13248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t5813"/>
            <p:cNvSpPr/>
            <p:nvPr/>
          </p:nvSpPr>
          <p:spPr>
            <a:xfrm>
              <a:off x="3310253" y="13171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t5814"/>
            <p:cNvSpPr/>
            <p:nvPr/>
          </p:nvSpPr>
          <p:spPr>
            <a:xfrm>
              <a:off x="3183067" y="13243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t5815"/>
            <p:cNvSpPr/>
            <p:nvPr/>
          </p:nvSpPr>
          <p:spPr>
            <a:xfrm>
              <a:off x="3229511" y="13151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t5816"/>
            <p:cNvSpPr/>
            <p:nvPr/>
          </p:nvSpPr>
          <p:spPr>
            <a:xfrm>
              <a:off x="4722164" y="13020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t5817"/>
            <p:cNvSpPr/>
            <p:nvPr/>
          </p:nvSpPr>
          <p:spPr>
            <a:xfrm>
              <a:off x="4585689" y="12942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t5818"/>
            <p:cNvSpPr/>
            <p:nvPr/>
          </p:nvSpPr>
          <p:spPr>
            <a:xfrm>
              <a:off x="4984397" y="12745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t5819"/>
            <p:cNvSpPr/>
            <p:nvPr/>
          </p:nvSpPr>
          <p:spPr>
            <a:xfrm>
              <a:off x="4984397" y="12745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t5820"/>
            <p:cNvSpPr/>
            <p:nvPr/>
          </p:nvSpPr>
          <p:spPr>
            <a:xfrm>
              <a:off x="4464934" y="13141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t5821"/>
            <p:cNvSpPr/>
            <p:nvPr/>
          </p:nvSpPr>
          <p:spPr>
            <a:xfrm>
              <a:off x="4194841" y="12960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t5822"/>
            <p:cNvSpPr/>
            <p:nvPr/>
          </p:nvSpPr>
          <p:spPr>
            <a:xfrm>
              <a:off x="3471737" y="13219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t5823"/>
            <p:cNvSpPr/>
            <p:nvPr/>
          </p:nvSpPr>
          <p:spPr>
            <a:xfrm>
              <a:off x="3599638" y="13199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t5824"/>
            <p:cNvSpPr/>
            <p:nvPr/>
          </p:nvSpPr>
          <p:spPr>
            <a:xfrm>
              <a:off x="3600352" y="13235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t5825"/>
            <p:cNvSpPr/>
            <p:nvPr/>
          </p:nvSpPr>
          <p:spPr>
            <a:xfrm>
              <a:off x="3651084" y="13215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t5826"/>
            <p:cNvSpPr/>
            <p:nvPr/>
          </p:nvSpPr>
          <p:spPr>
            <a:xfrm>
              <a:off x="4009063" y="13017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t5827"/>
            <p:cNvSpPr/>
            <p:nvPr/>
          </p:nvSpPr>
          <p:spPr>
            <a:xfrm>
              <a:off x="4348465" y="12848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t5828"/>
            <p:cNvSpPr/>
            <p:nvPr/>
          </p:nvSpPr>
          <p:spPr>
            <a:xfrm>
              <a:off x="3416003" y="13201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t5829"/>
            <p:cNvSpPr/>
            <p:nvPr/>
          </p:nvSpPr>
          <p:spPr>
            <a:xfrm>
              <a:off x="3506749" y="13232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t5830"/>
            <p:cNvSpPr/>
            <p:nvPr/>
          </p:nvSpPr>
          <p:spPr>
            <a:xfrm>
              <a:off x="3533901" y="13203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t5831"/>
            <p:cNvSpPr/>
            <p:nvPr/>
          </p:nvSpPr>
          <p:spPr>
            <a:xfrm>
              <a:off x="3314540" y="13240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t5832"/>
            <p:cNvSpPr/>
            <p:nvPr/>
          </p:nvSpPr>
          <p:spPr>
            <a:xfrm>
              <a:off x="3857583" y="12460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t5833"/>
            <p:cNvSpPr/>
            <p:nvPr/>
          </p:nvSpPr>
          <p:spPr>
            <a:xfrm>
              <a:off x="3804708" y="12653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t5834"/>
            <p:cNvSpPr/>
            <p:nvPr/>
          </p:nvSpPr>
          <p:spPr>
            <a:xfrm>
              <a:off x="3543904" y="13217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t5835"/>
            <p:cNvSpPr/>
            <p:nvPr/>
          </p:nvSpPr>
          <p:spPr>
            <a:xfrm>
              <a:off x="4038359" y="13092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t5836"/>
            <p:cNvSpPr/>
            <p:nvPr/>
          </p:nvSpPr>
          <p:spPr>
            <a:xfrm>
              <a:off x="3286674" y="13211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t5837"/>
            <p:cNvSpPr/>
            <p:nvPr/>
          </p:nvSpPr>
          <p:spPr>
            <a:xfrm>
              <a:off x="3227368" y="13231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t5838"/>
            <p:cNvSpPr/>
            <p:nvPr/>
          </p:nvSpPr>
          <p:spPr>
            <a:xfrm>
              <a:off x="3204503" y="13205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t5839"/>
            <p:cNvSpPr/>
            <p:nvPr/>
          </p:nvSpPr>
          <p:spPr>
            <a:xfrm>
              <a:off x="3228797" y="13249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t5840"/>
            <p:cNvSpPr/>
            <p:nvPr/>
          </p:nvSpPr>
          <p:spPr>
            <a:xfrm>
              <a:off x="3288103" y="13216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t5841"/>
            <p:cNvSpPr/>
            <p:nvPr/>
          </p:nvSpPr>
          <p:spPr>
            <a:xfrm>
              <a:off x="3233798" y="13276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t5842"/>
            <p:cNvSpPr/>
            <p:nvPr/>
          </p:nvSpPr>
          <p:spPr>
            <a:xfrm>
              <a:off x="3182352" y="13258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t5843"/>
            <p:cNvSpPr/>
            <p:nvPr/>
          </p:nvSpPr>
          <p:spPr>
            <a:xfrm>
              <a:off x="3233798" y="13246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t5844"/>
            <p:cNvSpPr/>
            <p:nvPr/>
          </p:nvSpPr>
          <p:spPr>
            <a:xfrm>
              <a:off x="3233798" y="13246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t5845"/>
            <p:cNvSpPr/>
            <p:nvPr/>
          </p:nvSpPr>
          <p:spPr>
            <a:xfrm>
              <a:off x="3218079" y="13274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t5846"/>
            <p:cNvSpPr/>
            <p:nvPr/>
          </p:nvSpPr>
          <p:spPr>
            <a:xfrm>
              <a:off x="3917604" y="13153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t5847"/>
            <p:cNvSpPr/>
            <p:nvPr/>
          </p:nvSpPr>
          <p:spPr>
            <a:xfrm>
              <a:off x="4141251" y="13131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t5848"/>
            <p:cNvSpPr/>
            <p:nvPr/>
          </p:nvSpPr>
          <p:spPr>
            <a:xfrm>
              <a:off x="3237371" y="13280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t5849"/>
            <p:cNvSpPr/>
            <p:nvPr/>
          </p:nvSpPr>
          <p:spPr>
            <a:xfrm>
              <a:off x="4866499" y="12589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t5850"/>
            <p:cNvSpPr/>
            <p:nvPr/>
          </p:nvSpPr>
          <p:spPr>
            <a:xfrm>
              <a:off x="4201272" y="13262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t5851"/>
            <p:cNvSpPr/>
            <p:nvPr/>
          </p:nvSpPr>
          <p:spPr>
            <a:xfrm>
              <a:off x="4670718" y="13261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t5852"/>
            <p:cNvSpPr/>
            <p:nvPr/>
          </p:nvSpPr>
          <p:spPr>
            <a:xfrm>
              <a:off x="3272383" y="13235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t5853"/>
            <p:cNvSpPr/>
            <p:nvPr/>
          </p:nvSpPr>
          <p:spPr>
            <a:xfrm>
              <a:off x="3278099" y="13239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t5854"/>
            <p:cNvSpPr/>
            <p:nvPr/>
          </p:nvSpPr>
          <p:spPr>
            <a:xfrm>
              <a:off x="3390280" y="13163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t5855"/>
            <p:cNvSpPr/>
            <p:nvPr/>
          </p:nvSpPr>
          <p:spPr>
            <a:xfrm>
              <a:off x="3733969" y="13191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t5856"/>
            <p:cNvSpPr/>
            <p:nvPr/>
          </p:nvSpPr>
          <p:spPr>
            <a:xfrm>
              <a:off x="3944756" y="13212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t5857"/>
            <p:cNvSpPr/>
            <p:nvPr/>
          </p:nvSpPr>
          <p:spPr>
            <a:xfrm>
              <a:off x="4202701" y="13143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t5858"/>
            <p:cNvSpPr/>
            <p:nvPr/>
          </p:nvSpPr>
          <p:spPr>
            <a:xfrm>
              <a:off x="3281672" y="13183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t5859"/>
            <p:cNvSpPr/>
            <p:nvPr/>
          </p:nvSpPr>
          <p:spPr>
            <a:xfrm>
              <a:off x="3412431" y="13291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t5860"/>
            <p:cNvSpPr/>
            <p:nvPr/>
          </p:nvSpPr>
          <p:spPr>
            <a:xfrm>
              <a:off x="3605354" y="13257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t5861"/>
            <p:cNvSpPr/>
            <p:nvPr/>
          </p:nvSpPr>
          <p:spPr>
            <a:xfrm>
              <a:off x="3917604" y="13223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t5862"/>
            <p:cNvSpPr/>
            <p:nvPr/>
          </p:nvSpPr>
          <p:spPr>
            <a:xfrm>
              <a:off x="4101952" y="13005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t5863"/>
            <p:cNvSpPr/>
            <p:nvPr/>
          </p:nvSpPr>
          <p:spPr>
            <a:xfrm>
              <a:off x="4731453" y="12285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t5864"/>
            <p:cNvSpPr/>
            <p:nvPr/>
          </p:nvSpPr>
          <p:spPr>
            <a:xfrm>
              <a:off x="4802192" y="12780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t5865"/>
            <p:cNvSpPr/>
            <p:nvPr/>
          </p:nvSpPr>
          <p:spPr>
            <a:xfrm>
              <a:off x="6405597" y="12538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t5866"/>
            <p:cNvSpPr/>
            <p:nvPr/>
          </p:nvSpPr>
          <p:spPr>
            <a:xfrm>
              <a:off x="5858267" y="13141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t5867"/>
            <p:cNvSpPr/>
            <p:nvPr/>
          </p:nvSpPr>
          <p:spPr>
            <a:xfrm>
              <a:off x="5574599" y="13165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t5868"/>
            <p:cNvSpPr/>
            <p:nvPr/>
          </p:nvSpPr>
          <p:spPr>
            <a:xfrm>
              <a:off x="5762520" y="13120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t5869"/>
            <p:cNvSpPr/>
            <p:nvPr/>
          </p:nvSpPr>
          <p:spPr>
            <a:xfrm>
              <a:off x="6193382" y="13184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t5870"/>
            <p:cNvSpPr/>
            <p:nvPr/>
          </p:nvSpPr>
          <p:spPr>
            <a:xfrm>
              <a:off x="6193382" y="13184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t5871"/>
            <p:cNvSpPr/>
            <p:nvPr/>
          </p:nvSpPr>
          <p:spPr>
            <a:xfrm>
              <a:off x="3273097" y="13298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t5872"/>
            <p:cNvSpPr/>
            <p:nvPr/>
          </p:nvSpPr>
          <p:spPr>
            <a:xfrm>
              <a:off x="3253805" y="13320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t5873"/>
            <p:cNvSpPr/>
            <p:nvPr/>
          </p:nvSpPr>
          <p:spPr>
            <a:xfrm>
              <a:off x="3289532" y="13288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t5874"/>
            <p:cNvSpPr/>
            <p:nvPr/>
          </p:nvSpPr>
          <p:spPr>
            <a:xfrm>
              <a:off x="3253805" y="13266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t5875"/>
            <p:cNvSpPr/>
            <p:nvPr/>
          </p:nvSpPr>
          <p:spPr>
            <a:xfrm>
              <a:off x="3223795" y="13272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t5876"/>
            <p:cNvSpPr/>
            <p:nvPr/>
          </p:nvSpPr>
          <p:spPr>
            <a:xfrm>
              <a:off x="3123046" y="13296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t5877"/>
            <p:cNvSpPr/>
            <p:nvPr/>
          </p:nvSpPr>
          <p:spPr>
            <a:xfrm>
              <a:off x="3211648" y="13202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t5878"/>
            <p:cNvSpPr/>
            <p:nvPr/>
          </p:nvSpPr>
          <p:spPr>
            <a:xfrm>
              <a:off x="3339549" y="13148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t5879"/>
            <p:cNvSpPr/>
            <p:nvPr/>
          </p:nvSpPr>
          <p:spPr>
            <a:xfrm>
              <a:off x="3257378" y="13248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t5880"/>
            <p:cNvSpPr/>
            <p:nvPr/>
          </p:nvSpPr>
          <p:spPr>
            <a:xfrm>
              <a:off x="3279528" y="13253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t5881"/>
            <p:cNvSpPr/>
            <p:nvPr/>
          </p:nvSpPr>
          <p:spPr>
            <a:xfrm>
              <a:off x="3254520" y="12724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t5882"/>
            <p:cNvSpPr/>
            <p:nvPr/>
          </p:nvSpPr>
          <p:spPr>
            <a:xfrm>
              <a:off x="3265238" y="12666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t5883"/>
            <p:cNvSpPr/>
            <p:nvPr/>
          </p:nvSpPr>
          <p:spPr>
            <a:xfrm>
              <a:off x="3272383" y="13254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t5884"/>
            <p:cNvSpPr/>
            <p:nvPr/>
          </p:nvSpPr>
          <p:spPr>
            <a:xfrm>
              <a:off x="3319542" y="13264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t5885"/>
            <p:cNvSpPr/>
            <p:nvPr/>
          </p:nvSpPr>
          <p:spPr>
            <a:xfrm>
              <a:off x="3239515" y="13147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t5886"/>
            <p:cNvSpPr/>
            <p:nvPr/>
          </p:nvSpPr>
          <p:spPr>
            <a:xfrm>
              <a:off x="3518181" y="12964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t5887"/>
            <p:cNvSpPr/>
            <p:nvPr/>
          </p:nvSpPr>
          <p:spPr>
            <a:xfrm>
              <a:off x="3267381" y="13160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t5888"/>
            <p:cNvSpPr/>
            <p:nvPr/>
          </p:nvSpPr>
          <p:spPr>
            <a:xfrm>
              <a:off x="3262380" y="13248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t5889"/>
            <p:cNvSpPr/>
            <p:nvPr/>
          </p:nvSpPr>
          <p:spPr>
            <a:xfrm>
              <a:off x="4710017" y="13124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t5890"/>
            <p:cNvSpPr/>
            <p:nvPr/>
          </p:nvSpPr>
          <p:spPr>
            <a:xfrm>
              <a:off x="3534615" y="13195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t5891"/>
            <p:cNvSpPr/>
            <p:nvPr/>
          </p:nvSpPr>
          <p:spPr>
            <a:xfrm>
              <a:off x="3822571" y="13187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t5892"/>
            <p:cNvSpPr/>
            <p:nvPr/>
          </p:nvSpPr>
          <p:spPr>
            <a:xfrm>
              <a:off x="4162687" y="13195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t5893"/>
            <p:cNvSpPr/>
            <p:nvPr/>
          </p:nvSpPr>
          <p:spPr>
            <a:xfrm>
              <a:off x="3186639" y="13295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t5894"/>
            <p:cNvSpPr/>
            <p:nvPr/>
          </p:nvSpPr>
          <p:spPr>
            <a:xfrm>
              <a:off x="3211648" y="13281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t5895"/>
            <p:cNvSpPr/>
            <p:nvPr/>
          </p:nvSpPr>
          <p:spPr>
            <a:xfrm>
              <a:off x="3893310" y="13205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t5896"/>
            <p:cNvSpPr/>
            <p:nvPr/>
          </p:nvSpPr>
          <p:spPr>
            <a:xfrm>
              <a:off x="4792188" y="12796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t5897"/>
            <p:cNvSpPr/>
            <p:nvPr/>
          </p:nvSpPr>
          <p:spPr>
            <a:xfrm>
              <a:off x="4908657" y="12651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t5898"/>
            <p:cNvSpPr/>
            <p:nvPr/>
          </p:nvSpPr>
          <p:spPr>
            <a:xfrm>
              <a:off x="3198072" y="13289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t5899"/>
            <p:cNvSpPr/>
            <p:nvPr/>
          </p:nvSpPr>
          <p:spPr>
            <a:xfrm>
              <a:off x="3198072" y="13289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t5900"/>
            <p:cNvSpPr/>
            <p:nvPr/>
          </p:nvSpPr>
          <p:spPr>
            <a:xfrm>
              <a:off x="3208790" y="13208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t5901"/>
            <p:cNvSpPr/>
            <p:nvPr/>
          </p:nvSpPr>
          <p:spPr>
            <a:xfrm>
              <a:off x="3164489" y="13258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t5902"/>
            <p:cNvSpPr/>
            <p:nvPr/>
          </p:nvSpPr>
          <p:spPr>
            <a:xfrm>
              <a:off x="3107327" y="13258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t5903"/>
            <p:cNvSpPr/>
            <p:nvPr/>
          </p:nvSpPr>
          <p:spPr>
            <a:xfrm>
              <a:off x="3166633" y="13255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t5904"/>
            <p:cNvSpPr/>
            <p:nvPr/>
          </p:nvSpPr>
          <p:spPr>
            <a:xfrm>
              <a:off x="3295962" y="13238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t5905"/>
            <p:cNvSpPr/>
            <p:nvPr/>
          </p:nvSpPr>
          <p:spPr>
            <a:xfrm>
              <a:off x="3224509" y="13230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t5906"/>
            <p:cNvSpPr/>
            <p:nvPr/>
          </p:nvSpPr>
          <p:spPr>
            <a:xfrm>
              <a:off x="4928664" y="13066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t5907"/>
            <p:cNvSpPr/>
            <p:nvPr/>
          </p:nvSpPr>
          <p:spPr>
            <a:xfrm>
              <a:off x="5207330" y="13171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t5908"/>
            <p:cNvSpPr/>
            <p:nvPr/>
          </p:nvSpPr>
          <p:spPr>
            <a:xfrm>
              <a:off x="5075857" y="13141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t5909"/>
            <p:cNvSpPr/>
            <p:nvPr/>
          </p:nvSpPr>
          <p:spPr>
            <a:xfrm>
              <a:off x="3298106" y="13117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t5910"/>
            <p:cNvSpPr/>
            <p:nvPr/>
          </p:nvSpPr>
          <p:spPr>
            <a:xfrm>
              <a:off x="5816824" y="12719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t5911"/>
            <p:cNvSpPr/>
            <p:nvPr/>
          </p:nvSpPr>
          <p:spPr>
            <a:xfrm>
              <a:off x="5816824" y="12719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t5912"/>
            <p:cNvSpPr/>
            <p:nvPr/>
          </p:nvSpPr>
          <p:spPr>
            <a:xfrm>
              <a:off x="3255234" y="13280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t5913"/>
            <p:cNvSpPr/>
            <p:nvPr/>
          </p:nvSpPr>
          <p:spPr>
            <a:xfrm>
              <a:off x="3271668" y="13288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t5914"/>
            <p:cNvSpPr/>
            <p:nvPr/>
          </p:nvSpPr>
          <p:spPr>
            <a:xfrm>
              <a:off x="5037987" y="12965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t5915"/>
            <p:cNvSpPr/>
            <p:nvPr/>
          </p:nvSpPr>
          <p:spPr>
            <a:xfrm>
              <a:off x="4559252" y="13206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t5916"/>
            <p:cNvSpPr/>
            <p:nvPr/>
          </p:nvSpPr>
          <p:spPr>
            <a:xfrm>
              <a:off x="4728595" y="13177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t5917"/>
            <p:cNvSpPr/>
            <p:nvPr/>
          </p:nvSpPr>
          <p:spPr>
            <a:xfrm>
              <a:off x="3369559" y="13245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t5918"/>
            <p:cNvSpPr/>
            <p:nvPr/>
          </p:nvSpPr>
          <p:spPr>
            <a:xfrm>
              <a:off x="3321686" y="13213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t5919"/>
            <p:cNvSpPr/>
            <p:nvPr/>
          </p:nvSpPr>
          <p:spPr>
            <a:xfrm>
              <a:off x="3466021" y="12656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t5920"/>
            <p:cNvSpPr/>
            <p:nvPr/>
          </p:nvSpPr>
          <p:spPr>
            <a:xfrm>
              <a:off x="4247002" y="13157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t5921"/>
            <p:cNvSpPr/>
            <p:nvPr/>
          </p:nvSpPr>
          <p:spPr>
            <a:xfrm>
              <a:off x="3766123" y="13214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t5922"/>
            <p:cNvSpPr/>
            <p:nvPr/>
          </p:nvSpPr>
          <p:spPr>
            <a:xfrm>
              <a:off x="3302393" y="13079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t5923"/>
            <p:cNvSpPr/>
            <p:nvPr/>
          </p:nvSpPr>
          <p:spPr>
            <a:xfrm>
              <a:off x="3360270" y="13133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t5924"/>
            <p:cNvSpPr/>
            <p:nvPr/>
          </p:nvSpPr>
          <p:spPr>
            <a:xfrm>
              <a:off x="3279528" y="13268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t5925"/>
            <p:cNvSpPr/>
            <p:nvPr/>
          </p:nvSpPr>
          <p:spPr>
            <a:xfrm>
              <a:off x="7011519" y="13135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t5926"/>
            <p:cNvSpPr/>
            <p:nvPr/>
          </p:nvSpPr>
          <p:spPr>
            <a:xfrm>
              <a:off x="3259521" y="13170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t5927"/>
            <p:cNvSpPr/>
            <p:nvPr/>
          </p:nvSpPr>
          <p:spPr>
            <a:xfrm>
              <a:off x="3228797" y="13244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t5928"/>
            <p:cNvSpPr/>
            <p:nvPr/>
          </p:nvSpPr>
          <p:spPr>
            <a:xfrm>
              <a:off x="3196643" y="13252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t5929"/>
            <p:cNvSpPr/>
            <p:nvPr/>
          </p:nvSpPr>
          <p:spPr>
            <a:xfrm>
              <a:off x="3170920" y="13250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t5930"/>
            <p:cNvSpPr/>
            <p:nvPr/>
          </p:nvSpPr>
          <p:spPr>
            <a:xfrm>
              <a:off x="3183067" y="13247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t5931"/>
            <p:cNvSpPr/>
            <p:nvPr/>
          </p:nvSpPr>
          <p:spPr>
            <a:xfrm>
              <a:off x="3146626" y="13255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t5932"/>
            <p:cNvSpPr/>
            <p:nvPr/>
          </p:nvSpPr>
          <p:spPr>
            <a:xfrm>
              <a:off x="3177350" y="13263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t5933"/>
            <p:cNvSpPr/>
            <p:nvPr/>
          </p:nvSpPr>
          <p:spPr>
            <a:xfrm>
              <a:off x="4824342" y="13109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t5934"/>
            <p:cNvSpPr/>
            <p:nvPr/>
          </p:nvSpPr>
          <p:spPr>
            <a:xfrm>
              <a:off x="4696441" y="13041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t5935"/>
            <p:cNvSpPr/>
            <p:nvPr/>
          </p:nvSpPr>
          <p:spPr>
            <a:xfrm>
              <a:off x="4696441" y="13041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t5936"/>
            <p:cNvSpPr/>
            <p:nvPr/>
          </p:nvSpPr>
          <p:spPr>
            <a:xfrm>
              <a:off x="4723593" y="13082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t5937"/>
            <p:cNvSpPr/>
            <p:nvPr/>
          </p:nvSpPr>
          <p:spPr>
            <a:xfrm>
              <a:off x="5148739" y="12894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t5938"/>
            <p:cNvSpPr/>
            <p:nvPr/>
          </p:nvSpPr>
          <p:spPr>
            <a:xfrm>
              <a:off x="3252376" y="13233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t5939"/>
            <p:cNvSpPr/>
            <p:nvPr/>
          </p:nvSpPr>
          <p:spPr>
            <a:xfrm>
              <a:off x="3240229" y="13265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t5940"/>
            <p:cNvSpPr/>
            <p:nvPr/>
          </p:nvSpPr>
          <p:spPr>
            <a:xfrm>
              <a:off x="3277385" y="13254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t5941"/>
            <p:cNvSpPr/>
            <p:nvPr/>
          </p:nvSpPr>
          <p:spPr>
            <a:xfrm>
              <a:off x="3218793" y="13261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t5942"/>
            <p:cNvSpPr/>
            <p:nvPr/>
          </p:nvSpPr>
          <p:spPr>
            <a:xfrm>
              <a:off x="4544246" y="12836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t5943"/>
            <p:cNvSpPr/>
            <p:nvPr/>
          </p:nvSpPr>
          <p:spPr>
            <a:xfrm>
              <a:off x="3270239" y="13213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t5944"/>
            <p:cNvSpPr/>
            <p:nvPr/>
          </p:nvSpPr>
          <p:spPr>
            <a:xfrm>
              <a:off x="3961190" y="12894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t5945"/>
            <p:cNvSpPr/>
            <p:nvPr/>
          </p:nvSpPr>
          <p:spPr>
            <a:xfrm>
              <a:off x="3579631" y="13243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t5946"/>
            <p:cNvSpPr/>
            <p:nvPr/>
          </p:nvSpPr>
          <p:spPr>
            <a:xfrm>
              <a:off x="3631792" y="13219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t5947"/>
            <p:cNvSpPr/>
            <p:nvPr/>
          </p:nvSpPr>
          <p:spPr>
            <a:xfrm>
              <a:off x="3834004" y="13248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t5948"/>
            <p:cNvSpPr/>
            <p:nvPr/>
          </p:nvSpPr>
          <p:spPr>
            <a:xfrm>
              <a:off x="3255234" y="13103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t5949"/>
            <p:cNvSpPr/>
            <p:nvPr/>
          </p:nvSpPr>
          <p:spPr>
            <a:xfrm>
              <a:off x="3235942" y="13090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t5950"/>
            <p:cNvSpPr/>
            <p:nvPr/>
          </p:nvSpPr>
          <p:spPr>
            <a:xfrm>
              <a:off x="3244516" y="12956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t5951"/>
            <p:cNvSpPr/>
            <p:nvPr/>
          </p:nvSpPr>
          <p:spPr>
            <a:xfrm>
              <a:off x="3252376" y="13223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t5952"/>
            <p:cNvSpPr/>
            <p:nvPr/>
          </p:nvSpPr>
          <p:spPr>
            <a:xfrm>
              <a:off x="3225224" y="13294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t5953"/>
            <p:cNvSpPr/>
            <p:nvPr/>
          </p:nvSpPr>
          <p:spPr>
            <a:xfrm>
              <a:off x="3290961" y="13290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t5954"/>
            <p:cNvSpPr/>
            <p:nvPr/>
          </p:nvSpPr>
          <p:spPr>
            <a:xfrm>
              <a:off x="3263809" y="13172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t5955"/>
            <p:cNvSpPr/>
            <p:nvPr/>
          </p:nvSpPr>
          <p:spPr>
            <a:xfrm>
              <a:off x="3327402" y="13130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t5956"/>
            <p:cNvSpPr/>
            <p:nvPr/>
          </p:nvSpPr>
          <p:spPr>
            <a:xfrm>
              <a:off x="3337405" y="13272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t5957"/>
            <p:cNvSpPr/>
            <p:nvPr/>
          </p:nvSpPr>
          <p:spPr>
            <a:xfrm>
              <a:off x="3374561" y="13269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t5958"/>
            <p:cNvSpPr/>
            <p:nvPr/>
          </p:nvSpPr>
          <p:spPr>
            <a:xfrm>
              <a:off x="5337375" y="13106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t5959"/>
            <p:cNvSpPr/>
            <p:nvPr/>
          </p:nvSpPr>
          <p:spPr>
            <a:xfrm>
              <a:off x="5322370" y="12945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t5960"/>
            <p:cNvSpPr/>
            <p:nvPr/>
          </p:nvSpPr>
          <p:spPr>
            <a:xfrm>
              <a:off x="5115156" y="13046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t5961"/>
            <p:cNvSpPr/>
            <p:nvPr/>
          </p:nvSpPr>
          <p:spPr>
            <a:xfrm>
              <a:off x="3235227" y="13255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t5962"/>
            <p:cNvSpPr/>
            <p:nvPr/>
          </p:nvSpPr>
          <p:spPr>
            <a:xfrm>
              <a:off x="3263809" y="13284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t5963"/>
            <p:cNvSpPr/>
            <p:nvPr/>
          </p:nvSpPr>
          <p:spPr>
            <a:xfrm>
              <a:off x="3315255" y="13255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t5964"/>
            <p:cNvSpPr/>
            <p:nvPr/>
          </p:nvSpPr>
          <p:spPr>
            <a:xfrm>
              <a:off x="3202359" y="13242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t5965"/>
            <p:cNvSpPr/>
            <p:nvPr/>
          </p:nvSpPr>
          <p:spPr>
            <a:xfrm>
              <a:off x="5798961" y="12576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t5966"/>
            <p:cNvSpPr/>
            <p:nvPr/>
          </p:nvSpPr>
          <p:spPr>
            <a:xfrm>
              <a:off x="3185210" y="13269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t5967"/>
            <p:cNvSpPr/>
            <p:nvPr/>
          </p:nvSpPr>
          <p:spPr>
            <a:xfrm>
              <a:off x="3367415" y="13366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t5968"/>
            <p:cNvSpPr/>
            <p:nvPr/>
          </p:nvSpPr>
          <p:spPr>
            <a:xfrm>
              <a:off x="3197357" y="13250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t5969"/>
            <p:cNvSpPr/>
            <p:nvPr/>
          </p:nvSpPr>
          <p:spPr>
            <a:xfrm>
              <a:off x="3158058" y="13237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t5970"/>
            <p:cNvSpPr/>
            <p:nvPr/>
          </p:nvSpPr>
          <p:spPr>
            <a:xfrm>
              <a:off x="3184496" y="13262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t5971"/>
            <p:cNvSpPr/>
            <p:nvPr/>
          </p:nvSpPr>
          <p:spPr>
            <a:xfrm>
              <a:off x="3212362" y="13234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t5972"/>
            <p:cNvSpPr/>
            <p:nvPr/>
          </p:nvSpPr>
          <p:spPr>
            <a:xfrm>
              <a:off x="3215221" y="13160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t5973"/>
            <p:cNvSpPr/>
            <p:nvPr/>
          </p:nvSpPr>
          <p:spPr>
            <a:xfrm>
              <a:off x="3218793" y="13158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t5974"/>
            <p:cNvSpPr/>
            <p:nvPr/>
          </p:nvSpPr>
          <p:spPr>
            <a:xfrm>
              <a:off x="3340978" y="13218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t5975"/>
            <p:cNvSpPr/>
            <p:nvPr/>
          </p:nvSpPr>
          <p:spPr>
            <a:xfrm>
              <a:off x="3270954" y="13277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t5976"/>
            <p:cNvSpPr/>
            <p:nvPr/>
          </p:nvSpPr>
          <p:spPr>
            <a:xfrm>
              <a:off x="3267381" y="12850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t5977"/>
            <p:cNvSpPr/>
            <p:nvPr/>
          </p:nvSpPr>
          <p:spPr>
            <a:xfrm>
              <a:off x="3262380" y="13257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t5978"/>
            <p:cNvSpPr/>
            <p:nvPr/>
          </p:nvSpPr>
          <p:spPr>
            <a:xfrm>
              <a:off x="3248803" y="13263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t5979"/>
            <p:cNvSpPr/>
            <p:nvPr/>
          </p:nvSpPr>
          <p:spPr>
            <a:xfrm>
              <a:off x="3228082" y="13220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t5980"/>
            <p:cNvSpPr/>
            <p:nvPr/>
          </p:nvSpPr>
          <p:spPr>
            <a:xfrm>
              <a:off x="3252376" y="13239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t5981"/>
            <p:cNvSpPr/>
            <p:nvPr/>
          </p:nvSpPr>
          <p:spPr>
            <a:xfrm>
              <a:off x="3203074" y="13240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t5982"/>
            <p:cNvSpPr/>
            <p:nvPr/>
          </p:nvSpPr>
          <p:spPr>
            <a:xfrm>
              <a:off x="3195928" y="13243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t5983"/>
            <p:cNvSpPr/>
            <p:nvPr/>
          </p:nvSpPr>
          <p:spPr>
            <a:xfrm>
              <a:off x="3268096" y="13261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t5984"/>
            <p:cNvSpPr/>
            <p:nvPr/>
          </p:nvSpPr>
          <p:spPr>
            <a:xfrm>
              <a:off x="3251662" y="13303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t5985"/>
            <p:cNvSpPr/>
            <p:nvPr/>
          </p:nvSpPr>
          <p:spPr>
            <a:xfrm>
              <a:off x="3723251" y="13140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t5986"/>
            <p:cNvSpPr/>
            <p:nvPr/>
          </p:nvSpPr>
          <p:spPr>
            <a:xfrm>
              <a:off x="3889737" y="13104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t5987"/>
            <p:cNvSpPr/>
            <p:nvPr/>
          </p:nvSpPr>
          <p:spPr>
            <a:xfrm>
              <a:off x="3255949" y="13272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t5988"/>
            <p:cNvSpPr/>
            <p:nvPr/>
          </p:nvSpPr>
          <p:spPr>
            <a:xfrm>
              <a:off x="3232369" y="13286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t5989"/>
            <p:cNvSpPr/>
            <p:nvPr/>
          </p:nvSpPr>
          <p:spPr>
            <a:xfrm>
              <a:off x="3919033" y="13207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t5990"/>
            <p:cNvSpPr/>
            <p:nvPr/>
          </p:nvSpPr>
          <p:spPr>
            <a:xfrm>
              <a:off x="3550335" y="13207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t5991"/>
            <p:cNvSpPr/>
            <p:nvPr/>
          </p:nvSpPr>
          <p:spPr>
            <a:xfrm>
              <a:off x="3632506" y="13194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t5992"/>
            <p:cNvSpPr/>
            <p:nvPr/>
          </p:nvSpPr>
          <p:spPr>
            <a:xfrm>
              <a:off x="4318455" y="12996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t5993"/>
            <p:cNvSpPr/>
            <p:nvPr/>
          </p:nvSpPr>
          <p:spPr>
            <a:xfrm>
              <a:off x="3265238" y="13279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t5994"/>
            <p:cNvSpPr/>
            <p:nvPr/>
          </p:nvSpPr>
          <p:spPr>
            <a:xfrm>
              <a:off x="3286674" y="13287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t5995"/>
            <p:cNvSpPr/>
            <p:nvPr/>
          </p:nvSpPr>
          <p:spPr>
            <a:xfrm>
              <a:off x="3266667" y="13247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t5996"/>
            <p:cNvSpPr/>
            <p:nvPr/>
          </p:nvSpPr>
          <p:spPr>
            <a:xfrm>
              <a:off x="3248803" y="13253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t5997"/>
            <p:cNvSpPr/>
            <p:nvPr/>
          </p:nvSpPr>
          <p:spPr>
            <a:xfrm>
              <a:off x="3290246" y="13267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t5998"/>
            <p:cNvSpPr/>
            <p:nvPr/>
          </p:nvSpPr>
          <p:spPr>
            <a:xfrm>
              <a:off x="3248089" y="13262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t5999"/>
            <p:cNvSpPr/>
            <p:nvPr/>
          </p:nvSpPr>
          <p:spPr>
            <a:xfrm>
              <a:off x="3311682" y="13257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t6000"/>
            <p:cNvSpPr/>
            <p:nvPr/>
          </p:nvSpPr>
          <p:spPr>
            <a:xfrm>
              <a:off x="3280243" y="13256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t6001"/>
            <p:cNvSpPr/>
            <p:nvPr/>
          </p:nvSpPr>
          <p:spPr>
            <a:xfrm>
              <a:off x="3315255" y="131315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t6002"/>
            <p:cNvSpPr/>
            <p:nvPr/>
          </p:nvSpPr>
          <p:spPr>
            <a:xfrm>
              <a:off x="3199501" y="13284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t6003"/>
            <p:cNvSpPr/>
            <p:nvPr/>
          </p:nvSpPr>
          <p:spPr>
            <a:xfrm>
              <a:off x="4808623" y="13126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t6004"/>
            <p:cNvSpPr/>
            <p:nvPr/>
          </p:nvSpPr>
          <p:spPr>
            <a:xfrm>
              <a:off x="3193785" y="13249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t6005"/>
            <p:cNvSpPr/>
            <p:nvPr/>
          </p:nvSpPr>
          <p:spPr>
            <a:xfrm>
              <a:off x="3132335" y="13245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t6006"/>
            <p:cNvSpPr/>
            <p:nvPr/>
          </p:nvSpPr>
          <p:spPr>
            <a:xfrm>
              <a:off x="3268096" y="13254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t6007"/>
            <p:cNvSpPr/>
            <p:nvPr/>
          </p:nvSpPr>
          <p:spPr>
            <a:xfrm>
              <a:off x="3278099" y="13270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t6008"/>
            <p:cNvSpPr/>
            <p:nvPr/>
          </p:nvSpPr>
          <p:spPr>
            <a:xfrm>
              <a:off x="3273812" y="13242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t6009"/>
            <p:cNvSpPr/>
            <p:nvPr/>
          </p:nvSpPr>
          <p:spPr>
            <a:xfrm>
              <a:off x="3298821" y="13259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t6010"/>
            <p:cNvSpPr/>
            <p:nvPr/>
          </p:nvSpPr>
          <p:spPr>
            <a:xfrm>
              <a:off x="4482082" y="13019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t6011"/>
            <p:cNvSpPr/>
            <p:nvPr/>
          </p:nvSpPr>
          <p:spPr>
            <a:xfrm>
              <a:off x="5410257" y="12918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t6012"/>
            <p:cNvSpPr/>
            <p:nvPr/>
          </p:nvSpPr>
          <p:spPr>
            <a:xfrm>
              <a:off x="3203074" y="13260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t6013"/>
            <p:cNvSpPr/>
            <p:nvPr/>
          </p:nvSpPr>
          <p:spPr>
            <a:xfrm>
              <a:off x="3223795" y="13252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t6014"/>
            <p:cNvSpPr/>
            <p:nvPr/>
          </p:nvSpPr>
          <p:spPr>
            <a:xfrm>
              <a:off x="3315255" y="13248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t6015"/>
            <p:cNvSpPr/>
            <p:nvPr/>
          </p:nvSpPr>
          <p:spPr>
            <a:xfrm>
              <a:off x="3248089" y="13240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t6016"/>
            <p:cNvSpPr/>
            <p:nvPr/>
          </p:nvSpPr>
          <p:spPr>
            <a:xfrm>
              <a:off x="3237371" y="13252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t6017"/>
            <p:cNvSpPr/>
            <p:nvPr/>
          </p:nvSpPr>
          <p:spPr>
            <a:xfrm>
              <a:off x="3681809" y="13149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t6018"/>
            <p:cNvSpPr/>
            <p:nvPr/>
          </p:nvSpPr>
          <p:spPr>
            <a:xfrm>
              <a:off x="4494229" y="13116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t6019"/>
            <p:cNvSpPr/>
            <p:nvPr/>
          </p:nvSpPr>
          <p:spPr>
            <a:xfrm>
              <a:off x="3211648" y="13196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t6020"/>
            <p:cNvSpPr/>
            <p:nvPr/>
          </p:nvSpPr>
          <p:spPr>
            <a:xfrm>
              <a:off x="3218079" y="13263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t6021"/>
            <p:cNvSpPr/>
            <p:nvPr/>
          </p:nvSpPr>
          <p:spPr>
            <a:xfrm>
              <a:off x="3192356" y="13228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t6022"/>
            <p:cNvSpPr/>
            <p:nvPr/>
          </p:nvSpPr>
          <p:spPr>
            <a:xfrm>
              <a:off x="3492458" y="13260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t6023"/>
            <p:cNvSpPr/>
            <p:nvPr/>
          </p:nvSpPr>
          <p:spPr>
            <a:xfrm>
              <a:off x="3313111" y="13275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t6024"/>
            <p:cNvSpPr/>
            <p:nvPr/>
          </p:nvSpPr>
          <p:spPr>
            <a:xfrm>
              <a:off x="3323829" y="13206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t6025"/>
            <p:cNvSpPr/>
            <p:nvPr/>
          </p:nvSpPr>
          <p:spPr>
            <a:xfrm>
              <a:off x="6105495" y="12792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t6026"/>
            <p:cNvSpPr/>
            <p:nvPr/>
          </p:nvSpPr>
          <p:spPr>
            <a:xfrm>
              <a:off x="3300964" y="13257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3326350" y="1168155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2897501" y="1322879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29" name="pg6029"/>
            <p:cNvSpPr/>
            <p:nvPr/>
          </p:nvSpPr>
          <p:spPr>
            <a:xfrm>
              <a:off x="2897501" y="11681558"/>
              <a:ext cx="649366" cy="277422"/>
            </a:xfrm>
            <a:custGeom>
              <a:avLst/>
              <a:pathLst>
                <a:path w="649366" h="277422">
                  <a:moveTo>
                    <a:pt x="0" y="277422"/>
                  </a:moveTo>
                  <a:lnTo>
                    <a:pt x="624130" y="277422"/>
                  </a:lnTo>
                  <a:lnTo>
                    <a:pt x="623114" y="277402"/>
                  </a:lnTo>
                  <a:lnTo>
                    <a:pt x="627172" y="277238"/>
                  </a:lnTo>
                  <a:lnTo>
                    <a:pt x="631151" y="276426"/>
                  </a:lnTo>
                  <a:lnTo>
                    <a:pt x="634948" y="274985"/>
                  </a:lnTo>
                  <a:lnTo>
                    <a:pt x="638466" y="272955"/>
                  </a:lnTo>
                  <a:lnTo>
                    <a:pt x="641612" y="270386"/>
                  </a:lnTo>
                  <a:lnTo>
                    <a:pt x="644305" y="267346"/>
                  </a:lnTo>
                  <a:lnTo>
                    <a:pt x="646476" y="263913"/>
                  </a:lnTo>
                  <a:lnTo>
                    <a:pt x="648068" y="260177"/>
                  </a:lnTo>
                  <a:lnTo>
                    <a:pt x="649040" y="256234"/>
                  </a:lnTo>
                  <a:lnTo>
                    <a:pt x="649366" y="25218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tx6030"/>
            <p:cNvSpPr/>
            <p:nvPr/>
          </p:nvSpPr>
          <p:spPr>
            <a:xfrm>
              <a:off x="2632093" y="11613022"/>
              <a:ext cx="872713" cy="10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6031" name="tx6031"/>
            <p:cNvSpPr/>
            <p:nvPr/>
          </p:nvSpPr>
          <p:spPr>
            <a:xfrm>
              <a:off x="2741011" y="11785341"/>
              <a:ext cx="763795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130 (13.5%)</a:t>
              </a:r>
            </a:p>
          </p:txBody>
        </p:sp>
        <p:sp>
          <p:nvSpPr>
            <p:cNvPr id="6032" name="pg6032"/>
            <p:cNvSpPr/>
            <p:nvPr/>
          </p:nvSpPr>
          <p:spPr>
            <a:xfrm>
              <a:off x="2897501" y="13257288"/>
              <a:ext cx="649366" cy="277422"/>
            </a:xfrm>
            <a:custGeom>
              <a:avLst/>
              <a:pathLst>
                <a:path w="649366" h="277422">
                  <a:moveTo>
                    <a:pt x="649366" y="277422"/>
                  </a:moveTo>
                  <a:lnTo>
                    <a:pt x="649366" y="25236"/>
                  </a:lnTo>
                  <a:lnTo>
                    <a:pt x="649040" y="21188"/>
                  </a:lnTo>
                  <a:lnTo>
                    <a:pt x="648068" y="17245"/>
                  </a:lnTo>
                  <a:lnTo>
                    <a:pt x="646476" y="13508"/>
                  </a:lnTo>
                  <a:lnTo>
                    <a:pt x="644305" y="10075"/>
                  </a:lnTo>
                  <a:lnTo>
                    <a:pt x="641612" y="7035"/>
                  </a:lnTo>
                  <a:lnTo>
                    <a:pt x="638466" y="4467"/>
                  </a:lnTo>
                  <a:lnTo>
                    <a:pt x="634948" y="2436"/>
                  </a:lnTo>
                  <a:lnTo>
                    <a:pt x="631151" y="996"/>
                  </a:lnTo>
                  <a:lnTo>
                    <a:pt x="627172" y="184"/>
                  </a:lnTo>
                  <a:lnTo>
                    <a:pt x="624130" y="0"/>
                  </a:lnTo>
                  <a:lnTo>
                    <a:pt x="0" y="0"/>
                  </a:lnTo>
                  <a:lnTo>
                    <a:pt x="0" y="277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tx6033"/>
            <p:cNvSpPr/>
            <p:nvPr/>
          </p:nvSpPr>
          <p:spPr>
            <a:xfrm>
              <a:off x="2624220" y="13269844"/>
              <a:ext cx="880586" cy="129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6034" name="tx6034"/>
            <p:cNvSpPr/>
            <p:nvPr/>
          </p:nvSpPr>
          <p:spPr>
            <a:xfrm>
              <a:off x="2741011" y="13470026"/>
              <a:ext cx="763795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486 (50.4%)</a:t>
              </a:r>
            </a:p>
          </p:txBody>
        </p:sp>
        <p:sp>
          <p:nvSpPr>
            <p:cNvPr id="6035" name="pg6035"/>
            <p:cNvSpPr/>
            <p:nvPr/>
          </p:nvSpPr>
          <p:spPr>
            <a:xfrm>
              <a:off x="3970584" y="11681558"/>
              <a:ext cx="902274" cy="277422"/>
            </a:xfrm>
            <a:custGeom>
              <a:avLst/>
              <a:pathLst>
                <a:path w="902274" h="277422">
                  <a:moveTo>
                    <a:pt x="25236" y="277422"/>
                  </a:moveTo>
                  <a:lnTo>
                    <a:pt x="877037" y="277422"/>
                  </a:lnTo>
                  <a:lnTo>
                    <a:pt x="876021" y="277402"/>
                  </a:lnTo>
                  <a:lnTo>
                    <a:pt x="880079" y="277238"/>
                  </a:lnTo>
                  <a:lnTo>
                    <a:pt x="884059" y="276426"/>
                  </a:lnTo>
                  <a:lnTo>
                    <a:pt x="887856" y="274985"/>
                  </a:lnTo>
                  <a:lnTo>
                    <a:pt x="891373" y="272955"/>
                  </a:lnTo>
                  <a:lnTo>
                    <a:pt x="894519" y="270386"/>
                  </a:lnTo>
                  <a:lnTo>
                    <a:pt x="897213" y="267346"/>
                  </a:lnTo>
                  <a:lnTo>
                    <a:pt x="899383" y="263913"/>
                  </a:lnTo>
                  <a:lnTo>
                    <a:pt x="900975" y="260177"/>
                  </a:lnTo>
                  <a:lnTo>
                    <a:pt x="901947" y="256234"/>
                  </a:lnTo>
                  <a:lnTo>
                    <a:pt x="902274" y="252185"/>
                  </a:lnTo>
                  <a:lnTo>
                    <a:pt x="902274" y="0"/>
                  </a:lnTo>
                  <a:lnTo>
                    <a:pt x="0" y="0"/>
                  </a:lnTo>
                  <a:lnTo>
                    <a:pt x="0" y="252185"/>
                  </a:lnTo>
                  <a:lnTo>
                    <a:pt x="81" y="250155"/>
                  </a:lnTo>
                  <a:lnTo>
                    <a:pt x="81" y="254216"/>
                  </a:lnTo>
                  <a:lnTo>
                    <a:pt x="733" y="258225"/>
                  </a:lnTo>
                  <a:lnTo>
                    <a:pt x="2019" y="262077"/>
                  </a:lnTo>
                  <a:lnTo>
                    <a:pt x="3906" y="265673"/>
                  </a:lnTo>
                  <a:lnTo>
                    <a:pt x="6346" y="268920"/>
                  </a:lnTo>
                  <a:lnTo>
                    <a:pt x="9275" y="271734"/>
                  </a:lnTo>
                  <a:lnTo>
                    <a:pt x="12618" y="274041"/>
                  </a:lnTo>
                  <a:lnTo>
                    <a:pt x="16287" y="275782"/>
                  </a:lnTo>
                  <a:lnTo>
                    <a:pt x="20188" y="276912"/>
                  </a:lnTo>
                  <a:lnTo>
                    <a:pt x="24220" y="277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tx6036"/>
            <p:cNvSpPr/>
            <p:nvPr/>
          </p:nvSpPr>
          <p:spPr>
            <a:xfrm>
              <a:off x="4012645" y="11613022"/>
              <a:ext cx="818152" cy="10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6037" name="tx6037"/>
            <p:cNvSpPr/>
            <p:nvPr/>
          </p:nvSpPr>
          <p:spPr>
            <a:xfrm>
              <a:off x="4067002" y="11785341"/>
              <a:ext cx="763795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303 (31.4%)</a:t>
              </a:r>
            </a:p>
          </p:txBody>
        </p:sp>
        <p:sp>
          <p:nvSpPr>
            <p:cNvPr id="6038" name="pg6038"/>
            <p:cNvSpPr/>
            <p:nvPr/>
          </p:nvSpPr>
          <p:spPr>
            <a:xfrm>
              <a:off x="3853588" y="13257288"/>
              <a:ext cx="1019270" cy="277422"/>
            </a:xfrm>
            <a:custGeom>
              <a:avLst/>
              <a:pathLst>
                <a:path w="1019270" h="277422">
                  <a:moveTo>
                    <a:pt x="1019270" y="277422"/>
                  </a:moveTo>
                  <a:lnTo>
                    <a:pt x="1019270" y="25236"/>
                  </a:lnTo>
                  <a:lnTo>
                    <a:pt x="1018943" y="21188"/>
                  </a:lnTo>
                  <a:lnTo>
                    <a:pt x="1017971" y="17245"/>
                  </a:lnTo>
                  <a:lnTo>
                    <a:pt x="1016379" y="13508"/>
                  </a:lnTo>
                  <a:lnTo>
                    <a:pt x="1014209" y="10075"/>
                  </a:lnTo>
                  <a:lnTo>
                    <a:pt x="1011516" y="7035"/>
                  </a:lnTo>
                  <a:lnTo>
                    <a:pt x="1008370" y="4467"/>
                  </a:lnTo>
                  <a:lnTo>
                    <a:pt x="1004852" y="2436"/>
                  </a:lnTo>
                  <a:lnTo>
                    <a:pt x="1001055" y="996"/>
                  </a:lnTo>
                  <a:lnTo>
                    <a:pt x="997075" y="184"/>
                  </a:lnTo>
                  <a:lnTo>
                    <a:pt x="994033" y="0"/>
                  </a:lnTo>
                  <a:lnTo>
                    <a:pt x="25236" y="0"/>
                  </a:lnTo>
                  <a:lnTo>
                    <a:pt x="28278" y="184"/>
                  </a:lnTo>
                  <a:lnTo>
                    <a:pt x="24220" y="20"/>
                  </a:lnTo>
                  <a:lnTo>
                    <a:pt x="20188" y="510"/>
                  </a:lnTo>
                  <a:lnTo>
                    <a:pt x="16287" y="1639"/>
                  </a:lnTo>
                  <a:lnTo>
                    <a:pt x="12618" y="3381"/>
                  </a:lnTo>
                  <a:lnTo>
                    <a:pt x="9275" y="5688"/>
                  </a:lnTo>
                  <a:lnTo>
                    <a:pt x="6346" y="8501"/>
                  </a:lnTo>
                  <a:lnTo>
                    <a:pt x="3906" y="11748"/>
                  </a:lnTo>
                  <a:lnTo>
                    <a:pt x="2019" y="15344"/>
                  </a:lnTo>
                  <a:lnTo>
                    <a:pt x="733" y="19197"/>
                  </a:lnTo>
                  <a:lnTo>
                    <a:pt x="81" y="23205"/>
                  </a:lnTo>
                  <a:lnTo>
                    <a:pt x="0" y="25236"/>
                  </a:lnTo>
                  <a:lnTo>
                    <a:pt x="0" y="277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tx6039"/>
            <p:cNvSpPr/>
            <p:nvPr/>
          </p:nvSpPr>
          <p:spPr>
            <a:xfrm>
              <a:off x="3895649" y="13269844"/>
              <a:ext cx="935148" cy="129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6040" name="tx6040"/>
            <p:cNvSpPr/>
            <p:nvPr/>
          </p:nvSpPr>
          <p:spPr>
            <a:xfrm>
              <a:off x="4222951" y="13470026"/>
              <a:ext cx="607846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 (4.8%)</a:t>
              </a:r>
            </a:p>
          </p:txBody>
        </p:sp>
        <p:sp>
          <p:nvSpPr>
            <p:cNvPr id="6041" name="rc6041"/>
            <p:cNvSpPr/>
            <p:nvPr/>
          </p:nvSpPr>
          <p:spPr>
            <a:xfrm>
              <a:off x="2897501" y="11681558"/>
              <a:ext cx="4439232" cy="185315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tx6042"/>
            <p:cNvSpPr/>
            <p:nvPr/>
          </p:nvSpPr>
          <p:spPr>
            <a:xfrm>
              <a:off x="2772715" y="1321439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043" name="tx6043"/>
            <p:cNvSpPr/>
            <p:nvPr/>
          </p:nvSpPr>
          <p:spPr>
            <a:xfrm>
              <a:off x="2772715" y="1289183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6044" name="tx6044"/>
            <p:cNvSpPr/>
            <p:nvPr/>
          </p:nvSpPr>
          <p:spPr>
            <a:xfrm>
              <a:off x="2710559" y="1256644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6045" name="tx6045"/>
            <p:cNvSpPr/>
            <p:nvPr/>
          </p:nvSpPr>
          <p:spPr>
            <a:xfrm>
              <a:off x="2710559" y="12242465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6046" name="tx6046"/>
            <p:cNvSpPr/>
            <p:nvPr/>
          </p:nvSpPr>
          <p:spPr>
            <a:xfrm>
              <a:off x="2710559" y="11918487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047" name="pl6047"/>
            <p:cNvSpPr/>
            <p:nvPr/>
          </p:nvSpPr>
          <p:spPr>
            <a:xfrm>
              <a:off x="2862706" y="132560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2862706" y="129321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2862706" y="126081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2862706" y="122841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2862706" y="119601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3281669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342462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540325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6464048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tx6056"/>
            <p:cNvSpPr/>
            <p:nvPr/>
          </p:nvSpPr>
          <p:spPr>
            <a:xfrm>
              <a:off x="3250592" y="13595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057" name="tx6057"/>
            <p:cNvSpPr/>
            <p:nvPr/>
          </p:nvSpPr>
          <p:spPr>
            <a:xfrm>
              <a:off x="4280307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6058" name="tx6058"/>
            <p:cNvSpPr/>
            <p:nvPr/>
          </p:nvSpPr>
          <p:spPr>
            <a:xfrm>
              <a:off x="5341099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059" name="tx6059"/>
            <p:cNvSpPr/>
            <p:nvPr/>
          </p:nvSpPr>
          <p:spPr>
            <a:xfrm>
              <a:off x="6401892" y="13595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6060" name="tx6060"/>
            <p:cNvSpPr/>
            <p:nvPr/>
          </p:nvSpPr>
          <p:spPr>
            <a:xfrm>
              <a:off x="4259306" y="13715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6061" name="tx6061"/>
            <p:cNvSpPr/>
            <p:nvPr/>
          </p:nvSpPr>
          <p:spPr>
            <a:xfrm rot="-5400000">
              <a:off x="1668130" y="12542582"/>
              <a:ext cx="180893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pTau181 - Jucker (Z)</a:t>
              </a:r>
            </a:p>
          </p:txBody>
        </p:sp>
        <p:sp>
          <p:nvSpPr>
            <p:cNvPr id="6062" name="tx6062"/>
            <p:cNvSpPr/>
            <p:nvPr/>
          </p:nvSpPr>
          <p:spPr>
            <a:xfrm>
              <a:off x="2897501" y="11442409"/>
              <a:ext cx="176971" cy="1314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Q.</a:t>
              </a:r>
            </a:p>
          </p:txBody>
        </p:sp>
        <p:sp>
          <p:nvSpPr>
            <p:cNvPr id="6063" name="pl6063"/>
            <p:cNvSpPr/>
            <p:nvPr/>
          </p:nvSpPr>
          <p:spPr>
            <a:xfrm>
              <a:off x="8494503" y="13157861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8494503" y="12777964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8494503" y="12398067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8494503" y="12018170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8760431" y="1175224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9140328" y="1175224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9520224" y="1175224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9900121" y="1175224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8494503" y="13347809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8494503" y="12967913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8494503" y="12588016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8494503" y="12208119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8494503" y="11828222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8570482" y="1175224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8950379" y="1175224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9330276" y="1175224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9710173" y="1175224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10090070" y="1175224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8570482" y="11828222"/>
              <a:ext cx="1519587" cy="1519587"/>
            </a:xfrm>
            <a:custGeom>
              <a:avLst/>
              <a:pathLst>
                <a:path w="1519587" h="1519587">
                  <a:moveTo>
                    <a:pt x="0" y="1519587"/>
                  </a:moveTo>
                  <a:lnTo>
                    <a:pt x="0" y="1515233"/>
                  </a:lnTo>
                  <a:lnTo>
                    <a:pt x="0" y="1510879"/>
                  </a:lnTo>
                  <a:lnTo>
                    <a:pt x="0" y="1506525"/>
                  </a:lnTo>
                  <a:lnTo>
                    <a:pt x="0" y="1502170"/>
                  </a:lnTo>
                  <a:lnTo>
                    <a:pt x="0" y="1497816"/>
                  </a:lnTo>
                  <a:lnTo>
                    <a:pt x="0" y="1493462"/>
                  </a:lnTo>
                  <a:lnTo>
                    <a:pt x="0" y="1489108"/>
                  </a:lnTo>
                  <a:lnTo>
                    <a:pt x="0" y="1484754"/>
                  </a:lnTo>
                  <a:lnTo>
                    <a:pt x="0" y="1480400"/>
                  </a:lnTo>
                  <a:lnTo>
                    <a:pt x="0" y="1476046"/>
                  </a:lnTo>
                  <a:lnTo>
                    <a:pt x="0" y="1471692"/>
                  </a:lnTo>
                  <a:lnTo>
                    <a:pt x="0" y="1467337"/>
                  </a:lnTo>
                  <a:lnTo>
                    <a:pt x="0" y="1462983"/>
                  </a:lnTo>
                  <a:lnTo>
                    <a:pt x="0" y="1458629"/>
                  </a:lnTo>
                  <a:lnTo>
                    <a:pt x="0" y="1454275"/>
                  </a:lnTo>
                  <a:lnTo>
                    <a:pt x="0" y="1449921"/>
                  </a:lnTo>
                  <a:lnTo>
                    <a:pt x="0" y="1445567"/>
                  </a:lnTo>
                  <a:lnTo>
                    <a:pt x="0" y="1441213"/>
                  </a:lnTo>
                  <a:lnTo>
                    <a:pt x="0" y="1436859"/>
                  </a:lnTo>
                  <a:lnTo>
                    <a:pt x="0" y="1428150"/>
                  </a:lnTo>
                  <a:lnTo>
                    <a:pt x="0" y="1423796"/>
                  </a:lnTo>
                  <a:lnTo>
                    <a:pt x="0" y="1419442"/>
                  </a:lnTo>
                  <a:lnTo>
                    <a:pt x="0" y="1415088"/>
                  </a:lnTo>
                  <a:lnTo>
                    <a:pt x="0" y="1410734"/>
                  </a:lnTo>
                  <a:lnTo>
                    <a:pt x="0" y="1406380"/>
                  </a:lnTo>
                  <a:lnTo>
                    <a:pt x="0" y="1402026"/>
                  </a:lnTo>
                  <a:lnTo>
                    <a:pt x="0" y="1397672"/>
                  </a:lnTo>
                  <a:lnTo>
                    <a:pt x="0" y="1393317"/>
                  </a:lnTo>
                  <a:lnTo>
                    <a:pt x="0" y="1388963"/>
                  </a:lnTo>
                  <a:lnTo>
                    <a:pt x="0" y="1384609"/>
                  </a:lnTo>
                  <a:lnTo>
                    <a:pt x="0" y="1380255"/>
                  </a:lnTo>
                  <a:lnTo>
                    <a:pt x="0" y="1375901"/>
                  </a:lnTo>
                  <a:lnTo>
                    <a:pt x="0" y="1367193"/>
                  </a:lnTo>
                  <a:lnTo>
                    <a:pt x="0" y="1362839"/>
                  </a:lnTo>
                  <a:lnTo>
                    <a:pt x="0" y="1358484"/>
                  </a:lnTo>
                  <a:lnTo>
                    <a:pt x="2466" y="1358484"/>
                  </a:lnTo>
                  <a:lnTo>
                    <a:pt x="4933" y="1358484"/>
                  </a:lnTo>
                  <a:lnTo>
                    <a:pt x="4933" y="1354130"/>
                  </a:lnTo>
                  <a:lnTo>
                    <a:pt x="4933" y="1349776"/>
                  </a:lnTo>
                  <a:lnTo>
                    <a:pt x="4933" y="1345422"/>
                  </a:lnTo>
                  <a:lnTo>
                    <a:pt x="4933" y="1341068"/>
                  </a:lnTo>
                  <a:lnTo>
                    <a:pt x="4933" y="1336714"/>
                  </a:lnTo>
                  <a:lnTo>
                    <a:pt x="4933" y="1332360"/>
                  </a:lnTo>
                  <a:lnTo>
                    <a:pt x="4933" y="1328006"/>
                  </a:lnTo>
                  <a:lnTo>
                    <a:pt x="4933" y="1319297"/>
                  </a:lnTo>
                  <a:lnTo>
                    <a:pt x="4933" y="1314943"/>
                  </a:lnTo>
                  <a:lnTo>
                    <a:pt x="4933" y="1310589"/>
                  </a:lnTo>
                  <a:lnTo>
                    <a:pt x="4933" y="1301881"/>
                  </a:lnTo>
                  <a:lnTo>
                    <a:pt x="7400" y="1301881"/>
                  </a:lnTo>
                  <a:lnTo>
                    <a:pt x="7400" y="1297527"/>
                  </a:lnTo>
                  <a:lnTo>
                    <a:pt x="7400" y="1288819"/>
                  </a:lnTo>
                  <a:lnTo>
                    <a:pt x="7400" y="1284464"/>
                  </a:lnTo>
                  <a:lnTo>
                    <a:pt x="7400" y="1280110"/>
                  </a:lnTo>
                  <a:lnTo>
                    <a:pt x="7400" y="1275756"/>
                  </a:lnTo>
                  <a:lnTo>
                    <a:pt x="7400" y="1271402"/>
                  </a:lnTo>
                  <a:lnTo>
                    <a:pt x="7400" y="1267048"/>
                  </a:lnTo>
                  <a:lnTo>
                    <a:pt x="7400" y="1262694"/>
                  </a:lnTo>
                  <a:lnTo>
                    <a:pt x="7400" y="1258340"/>
                  </a:lnTo>
                  <a:lnTo>
                    <a:pt x="9867" y="1258340"/>
                  </a:lnTo>
                  <a:lnTo>
                    <a:pt x="9867" y="1253986"/>
                  </a:lnTo>
                  <a:lnTo>
                    <a:pt x="9867" y="1249632"/>
                  </a:lnTo>
                  <a:lnTo>
                    <a:pt x="12334" y="1249632"/>
                  </a:lnTo>
                  <a:lnTo>
                    <a:pt x="12334" y="1245277"/>
                  </a:lnTo>
                  <a:lnTo>
                    <a:pt x="12334" y="1240923"/>
                  </a:lnTo>
                  <a:lnTo>
                    <a:pt x="12334" y="1236569"/>
                  </a:lnTo>
                  <a:lnTo>
                    <a:pt x="12334" y="1232215"/>
                  </a:lnTo>
                  <a:lnTo>
                    <a:pt x="12334" y="1227861"/>
                  </a:lnTo>
                  <a:lnTo>
                    <a:pt x="12334" y="1223507"/>
                  </a:lnTo>
                  <a:lnTo>
                    <a:pt x="12334" y="1219153"/>
                  </a:lnTo>
                  <a:lnTo>
                    <a:pt x="12334" y="1214799"/>
                  </a:lnTo>
                  <a:lnTo>
                    <a:pt x="12334" y="1210444"/>
                  </a:lnTo>
                  <a:lnTo>
                    <a:pt x="12334" y="1201736"/>
                  </a:lnTo>
                  <a:lnTo>
                    <a:pt x="12334" y="1197382"/>
                  </a:lnTo>
                  <a:lnTo>
                    <a:pt x="12334" y="1193028"/>
                  </a:lnTo>
                  <a:lnTo>
                    <a:pt x="12334" y="1184320"/>
                  </a:lnTo>
                  <a:lnTo>
                    <a:pt x="12334" y="1179966"/>
                  </a:lnTo>
                  <a:lnTo>
                    <a:pt x="12334" y="1175611"/>
                  </a:lnTo>
                  <a:lnTo>
                    <a:pt x="12334" y="1171257"/>
                  </a:lnTo>
                  <a:lnTo>
                    <a:pt x="12334" y="1166903"/>
                  </a:lnTo>
                  <a:lnTo>
                    <a:pt x="12334" y="1162549"/>
                  </a:lnTo>
                  <a:lnTo>
                    <a:pt x="14801" y="1162549"/>
                  </a:lnTo>
                  <a:lnTo>
                    <a:pt x="14801" y="1158195"/>
                  </a:lnTo>
                  <a:lnTo>
                    <a:pt x="14801" y="1153841"/>
                  </a:lnTo>
                  <a:lnTo>
                    <a:pt x="17268" y="1153841"/>
                  </a:lnTo>
                  <a:lnTo>
                    <a:pt x="17268" y="1149487"/>
                  </a:lnTo>
                  <a:lnTo>
                    <a:pt x="17268" y="1145133"/>
                  </a:lnTo>
                  <a:lnTo>
                    <a:pt x="17268" y="1140779"/>
                  </a:lnTo>
                  <a:lnTo>
                    <a:pt x="17268" y="1136424"/>
                  </a:lnTo>
                  <a:lnTo>
                    <a:pt x="17268" y="1132070"/>
                  </a:lnTo>
                  <a:lnTo>
                    <a:pt x="19734" y="1132070"/>
                  </a:lnTo>
                  <a:lnTo>
                    <a:pt x="19734" y="1127716"/>
                  </a:lnTo>
                  <a:lnTo>
                    <a:pt x="19734" y="1119008"/>
                  </a:lnTo>
                  <a:lnTo>
                    <a:pt x="19734" y="1114654"/>
                  </a:lnTo>
                  <a:lnTo>
                    <a:pt x="19734" y="1110300"/>
                  </a:lnTo>
                  <a:lnTo>
                    <a:pt x="19734" y="1105946"/>
                  </a:lnTo>
                  <a:lnTo>
                    <a:pt x="19734" y="1101591"/>
                  </a:lnTo>
                  <a:lnTo>
                    <a:pt x="19734" y="1097237"/>
                  </a:lnTo>
                  <a:lnTo>
                    <a:pt x="22201" y="1097237"/>
                  </a:lnTo>
                  <a:lnTo>
                    <a:pt x="22201" y="1092883"/>
                  </a:lnTo>
                  <a:lnTo>
                    <a:pt x="22201" y="1084175"/>
                  </a:lnTo>
                  <a:lnTo>
                    <a:pt x="22201" y="1079821"/>
                  </a:lnTo>
                  <a:lnTo>
                    <a:pt x="22201" y="1075467"/>
                  </a:lnTo>
                  <a:lnTo>
                    <a:pt x="22201" y="1071113"/>
                  </a:lnTo>
                  <a:lnTo>
                    <a:pt x="22201" y="1066759"/>
                  </a:lnTo>
                  <a:lnTo>
                    <a:pt x="22201" y="1062404"/>
                  </a:lnTo>
                  <a:lnTo>
                    <a:pt x="22201" y="1058050"/>
                  </a:lnTo>
                  <a:lnTo>
                    <a:pt x="22201" y="1053696"/>
                  </a:lnTo>
                  <a:lnTo>
                    <a:pt x="22201" y="1049342"/>
                  </a:lnTo>
                  <a:lnTo>
                    <a:pt x="22201" y="1044988"/>
                  </a:lnTo>
                  <a:lnTo>
                    <a:pt x="22201" y="1040634"/>
                  </a:lnTo>
                  <a:lnTo>
                    <a:pt x="22201" y="1036280"/>
                  </a:lnTo>
                  <a:lnTo>
                    <a:pt x="22201" y="1027571"/>
                  </a:lnTo>
                  <a:lnTo>
                    <a:pt x="22201" y="1023217"/>
                  </a:lnTo>
                  <a:lnTo>
                    <a:pt x="22201" y="1018863"/>
                  </a:lnTo>
                  <a:lnTo>
                    <a:pt x="24668" y="1018863"/>
                  </a:lnTo>
                  <a:lnTo>
                    <a:pt x="24668" y="1014509"/>
                  </a:lnTo>
                  <a:lnTo>
                    <a:pt x="24668" y="1010155"/>
                  </a:lnTo>
                  <a:lnTo>
                    <a:pt x="24668" y="1005801"/>
                  </a:lnTo>
                  <a:lnTo>
                    <a:pt x="27135" y="1005801"/>
                  </a:lnTo>
                  <a:lnTo>
                    <a:pt x="27135" y="1001447"/>
                  </a:lnTo>
                  <a:lnTo>
                    <a:pt x="27135" y="997093"/>
                  </a:lnTo>
                  <a:lnTo>
                    <a:pt x="27135" y="992739"/>
                  </a:lnTo>
                  <a:lnTo>
                    <a:pt x="27135" y="988384"/>
                  </a:lnTo>
                  <a:lnTo>
                    <a:pt x="27135" y="984030"/>
                  </a:lnTo>
                  <a:lnTo>
                    <a:pt x="29602" y="984030"/>
                  </a:lnTo>
                  <a:lnTo>
                    <a:pt x="29602" y="979676"/>
                  </a:lnTo>
                  <a:lnTo>
                    <a:pt x="29602" y="975322"/>
                  </a:lnTo>
                  <a:lnTo>
                    <a:pt x="29602" y="970968"/>
                  </a:lnTo>
                  <a:lnTo>
                    <a:pt x="29602" y="966614"/>
                  </a:lnTo>
                  <a:lnTo>
                    <a:pt x="32069" y="966614"/>
                  </a:lnTo>
                  <a:lnTo>
                    <a:pt x="32069" y="962260"/>
                  </a:lnTo>
                  <a:lnTo>
                    <a:pt x="32069" y="957906"/>
                  </a:lnTo>
                  <a:lnTo>
                    <a:pt x="32069" y="953551"/>
                  </a:lnTo>
                  <a:lnTo>
                    <a:pt x="32069" y="949197"/>
                  </a:lnTo>
                  <a:lnTo>
                    <a:pt x="32069" y="944843"/>
                  </a:lnTo>
                  <a:lnTo>
                    <a:pt x="32069" y="940489"/>
                  </a:lnTo>
                  <a:lnTo>
                    <a:pt x="32069" y="936135"/>
                  </a:lnTo>
                  <a:lnTo>
                    <a:pt x="32069" y="931781"/>
                  </a:lnTo>
                  <a:lnTo>
                    <a:pt x="32069" y="927427"/>
                  </a:lnTo>
                  <a:lnTo>
                    <a:pt x="32069" y="923073"/>
                  </a:lnTo>
                  <a:lnTo>
                    <a:pt x="32069" y="918719"/>
                  </a:lnTo>
                  <a:lnTo>
                    <a:pt x="32069" y="914364"/>
                  </a:lnTo>
                  <a:lnTo>
                    <a:pt x="32069" y="910010"/>
                  </a:lnTo>
                  <a:lnTo>
                    <a:pt x="32069" y="905656"/>
                  </a:lnTo>
                  <a:lnTo>
                    <a:pt x="32069" y="901302"/>
                  </a:lnTo>
                  <a:lnTo>
                    <a:pt x="32069" y="896948"/>
                  </a:lnTo>
                  <a:lnTo>
                    <a:pt x="32069" y="892594"/>
                  </a:lnTo>
                  <a:lnTo>
                    <a:pt x="34536" y="892594"/>
                  </a:lnTo>
                  <a:lnTo>
                    <a:pt x="34536" y="888240"/>
                  </a:lnTo>
                  <a:lnTo>
                    <a:pt x="34536" y="883886"/>
                  </a:lnTo>
                  <a:lnTo>
                    <a:pt x="34536" y="879531"/>
                  </a:lnTo>
                  <a:lnTo>
                    <a:pt x="34536" y="875177"/>
                  </a:lnTo>
                  <a:lnTo>
                    <a:pt x="34536" y="870823"/>
                  </a:lnTo>
                  <a:lnTo>
                    <a:pt x="34536" y="866469"/>
                  </a:lnTo>
                  <a:lnTo>
                    <a:pt x="34536" y="862115"/>
                  </a:lnTo>
                  <a:lnTo>
                    <a:pt x="34536" y="857761"/>
                  </a:lnTo>
                  <a:lnTo>
                    <a:pt x="34536" y="853407"/>
                  </a:lnTo>
                  <a:lnTo>
                    <a:pt x="34536" y="849053"/>
                  </a:lnTo>
                  <a:lnTo>
                    <a:pt x="34536" y="844698"/>
                  </a:lnTo>
                  <a:lnTo>
                    <a:pt x="34536" y="840344"/>
                  </a:lnTo>
                  <a:lnTo>
                    <a:pt x="37002" y="840344"/>
                  </a:lnTo>
                  <a:lnTo>
                    <a:pt x="37002" y="835990"/>
                  </a:lnTo>
                  <a:lnTo>
                    <a:pt x="37002" y="831636"/>
                  </a:lnTo>
                  <a:lnTo>
                    <a:pt x="37002" y="827282"/>
                  </a:lnTo>
                  <a:lnTo>
                    <a:pt x="37002" y="822928"/>
                  </a:lnTo>
                  <a:lnTo>
                    <a:pt x="37002" y="818574"/>
                  </a:lnTo>
                  <a:lnTo>
                    <a:pt x="37002" y="814220"/>
                  </a:lnTo>
                  <a:lnTo>
                    <a:pt x="39469" y="814220"/>
                  </a:lnTo>
                  <a:lnTo>
                    <a:pt x="39469" y="809866"/>
                  </a:lnTo>
                  <a:lnTo>
                    <a:pt x="39469" y="801157"/>
                  </a:lnTo>
                  <a:lnTo>
                    <a:pt x="39469" y="792449"/>
                  </a:lnTo>
                  <a:lnTo>
                    <a:pt x="39469" y="788095"/>
                  </a:lnTo>
                  <a:lnTo>
                    <a:pt x="39469" y="783741"/>
                  </a:lnTo>
                  <a:lnTo>
                    <a:pt x="39469" y="779387"/>
                  </a:lnTo>
                  <a:lnTo>
                    <a:pt x="39469" y="775033"/>
                  </a:lnTo>
                  <a:lnTo>
                    <a:pt x="39469" y="770678"/>
                  </a:lnTo>
                  <a:lnTo>
                    <a:pt x="39469" y="766324"/>
                  </a:lnTo>
                  <a:lnTo>
                    <a:pt x="39469" y="761970"/>
                  </a:lnTo>
                  <a:lnTo>
                    <a:pt x="39469" y="757616"/>
                  </a:lnTo>
                  <a:lnTo>
                    <a:pt x="39469" y="753262"/>
                  </a:lnTo>
                  <a:lnTo>
                    <a:pt x="41936" y="753262"/>
                  </a:lnTo>
                  <a:lnTo>
                    <a:pt x="41936" y="744554"/>
                  </a:lnTo>
                  <a:lnTo>
                    <a:pt x="41936" y="740200"/>
                  </a:lnTo>
                  <a:lnTo>
                    <a:pt x="44403" y="740200"/>
                  </a:lnTo>
                  <a:lnTo>
                    <a:pt x="44403" y="735846"/>
                  </a:lnTo>
                  <a:lnTo>
                    <a:pt x="46870" y="735846"/>
                  </a:lnTo>
                  <a:lnTo>
                    <a:pt x="46870" y="731491"/>
                  </a:lnTo>
                  <a:lnTo>
                    <a:pt x="49337" y="731491"/>
                  </a:lnTo>
                  <a:lnTo>
                    <a:pt x="49337" y="727137"/>
                  </a:lnTo>
                  <a:lnTo>
                    <a:pt x="49337" y="722783"/>
                  </a:lnTo>
                  <a:lnTo>
                    <a:pt x="49337" y="718429"/>
                  </a:lnTo>
                  <a:lnTo>
                    <a:pt x="49337" y="714075"/>
                  </a:lnTo>
                  <a:lnTo>
                    <a:pt x="51804" y="714075"/>
                  </a:lnTo>
                  <a:lnTo>
                    <a:pt x="54270" y="714075"/>
                  </a:lnTo>
                  <a:lnTo>
                    <a:pt x="54270" y="709721"/>
                  </a:lnTo>
                  <a:lnTo>
                    <a:pt x="54270" y="705367"/>
                  </a:lnTo>
                  <a:lnTo>
                    <a:pt x="54270" y="701013"/>
                  </a:lnTo>
                  <a:lnTo>
                    <a:pt x="54270" y="696658"/>
                  </a:lnTo>
                  <a:lnTo>
                    <a:pt x="56737" y="696658"/>
                  </a:lnTo>
                  <a:lnTo>
                    <a:pt x="56737" y="692304"/>
                  </a:lnTo>
                  <a:lnTo>
                    <a:pt x="56737" y="687950"/>
                  </a:lnTo>
                  <a:lnTo>
                    <a:pt x="59204" y="687950"/>
                  </a:lnTo>
                  <a:lnTo>
                    <a:pt x="59204" y="683596"/>
                  </a:lnTo>
                  <a:lnTo>
                    <a:pt x="59204" y="679242"/>
                  </a:lnTo>
                  <a:lnTo>
                    <a:pt x="59204" y="674888"/>
                  </a:lnTo>
                  <a:lnTo>
                    <a:pt x="61671" y="674888"/>
                  </a:lnTo>
                  <a:lnTo>
                    <a:pt x="61671" y="670534"/>
                  </a:lnTo>
                  <a:lnTo>
                    <a:pt x="61671" y="666180"/>
                  </a:lnTo>
                  <a:lnTo>
                    <a:pt x="61671" y="661826"/>
                  </a:lnTo>
                  <a:lnTo>
                    <a:pt x="61671" y="657471"/>
                  </a:lnTo>
                  <a:lnTo>
                    <a:pt x="64138" y="657471"/>
                  </a:lnTo>
                  <a:lnTo>
                    <a:pt x="64138" y="653117"/>
                  </a:lnTo>
                  <a:lnTo>
                    <a:pt x="66605" y="653117"/>
                  </a:lnTo>
                  <a:lnTo>
                    <a:pt x="66605" y="648763"/>
                  </a:lnTo>
                  <a:lnTo>
                    <a:pt x="69072" y="648763"/>
                  </a:lnTo>
                  <a:lnTo>
                    <a:pt x="69072" y="644409"/>
                  </a:lnTo>
                  <a:lnTo>
                    <a:pt x="69072" y="640055"/>
                  </a:lnTo>
                  <a:lnTo>
                    <a:pt x="69072" y="635701"/>
                  </a:lnTo>
                  <a:lnTo>
                    <a:pt x="69072" y="631347"/>
                  </a:lnTo>
                  <a:lnTo>
                    <a:pt x="71539" y="631347"/>
                  </a:lnTo>
                  <a:lnTo>
                    <a:pt x="71539" y="626993"/>
                  </a:lnTo>
                  <a:lnTo>
                    <a:pt x="71539" y="622638"/>
                  </a:lnTo>
                  <a:lnTo>
                    <a:pt x="71539" y="618284"/>
                  </a:lnTo>
                  <a:lnTo>
                    <a:pt x="71539" y="613930"/>
                  </a:lnTo>
                  <a:lnTo>
                    <a:pt x="71539" y="609576"/>
                  </a:lnTo>
                  <a:lnTo>
                    <a:pt x="71539" y="600868"/>
                  </a:lnTo>
                  <a:lnTo>
                    <a:pt x="71539" y="596514"/>
                  </a:lnTo>
                  <a:lnTo>
                    <a:pt x="74005" y="596514"/>
                  </a:lnTo>
                  <a:lnTo>
                    <a:pt x="74005" y="592160"/>
                  </a:lnTo>
                  <a:lnTo>
                    <a:pt x="74005" y="587805"/>
                  </a:lnTo>
                  <a:lnTo>
                    <a:pt x="76472" y="587805"/>
                  </a:lnTo>
                  <a:lnTo>
                    <a:pt x="76472" y="583451"/>
                  </a:lnTo>
                  <a:lnTo>
                    <a:pt x="78939" y="583451"/>
                  </a:lnTo>
                  <a:lnTo>
                    <a:pt x="81406" y="583451"/>
                  </a:lnTo>
                  <a:lnTo>
                    <a:pt x="81406" y="579097"/>
                  </a:lnTo>
                  <a:lnTo>
                    <a:pt x="81406" y="574743"/>
                  </a:lnTo>
                  <a:lnTo>
                    <a:pt x="81406" y="570389"/>
                  </a:lnTo>
                  <a:lnTo>
                    <a:pt x="81406" y="566035"/>
                  </a:lnTo>
                  <a:lnTo>
                    <a:pt x="83873" y="566035"/>
                  </a:lnTo>
                  <a:lnTo>
                    <a:pt x="83873" y="561681"/>
                  </a:lnTo>
                  <a:lnTo>
                    <a:pt x="86340" y="561681"/>
                  </a:lnTo>
                  <a:lnTo>
                    <a:pt x="88807" y="561681"/>
                  </a:lnTo>
                  <a:lnTo>
                    <a:pt x="88807" y="557327"/>
                  </a:lnTo>
                  <a:lnTo>
                    <a:pt x="88807" y="552973"/>
                  </a:lnTo>
                  <a:lnTo>
                    <a:pt x="88807" y="548618"/>
                  </a:lnTo>
                  <a:lnTo>
                    <a:pt x="88807" y="544264"/>
                  </a:lnTo>
                  <a:lnTo>
                    <a:pt x="88807" y="539910"/>
                  </a:lnTo>
                  <a:lnTo>
                    <a:pt x="88807" y="535556"/>
                  </a:lnTo>
                  <a:lnTo>
                    <a:pt x="88807" y="531202"/>
                  </a:lnTo>
                  <a:lnTo>
                    <a:pt x="88807" y="526848"/>
                  </a:lnTo>
                  <a:lnTo>
                    <a:pt x="91273" y="526848"/>
                  </a:lnTo>
                  <a:lnTo>
                    <a:pt x="93740" y="526848"/>
                  </a:lnTo>
                  <a:lnTo>
                    <a:pt x="93740" y="522494"/>
                  </a:lnTo>
                  <a:lnTo>
                    <a:pt x="93740" y="518140"/>
                  </a:lnTo>
                  <a:lnTo>
                    <a:pt x="96207" y="518140"/>
                  </a:lnTo>
                  <a:lnTo>
                    <a:pt x="96207" y="513785"/>
                  </a:lnTo>
                  <a:lnTo>
                    <a:pt x="98674" y="513785"/>
                  </a:lnTo>
                  <a:lnTo>
                    <a:pt x="98674" y="509431"/>
                  </a:lnTo>
                  <a:lnTo>
                    <a:pt x="101141" y="509431"/>
                  </a:lnTo>
                  <a:lnTo>
                    <a:pt x="103608" y="509431"/>
                  </a:lnTo>
                  <a:lnTo>
                    <a:pt x="106075" y="509431"/>
                  </a:lnTo>
                  <a:lnTo>
                    <a:pt x="108541" y="509431"/>
                  </a:lnTo>
                  <a:lnTo>
                    <a:pt x="108541" y="505077"/>
                  </a:lnTo>
                  <a:lnTo>
                    <a:pt x="111008" y="505077"/>
                  </a:lnTo>
                  <a:lnTo>
                    <a:pt x="113475" y="505077"/>
                  </a:lnTo>
                  <a:lnTo>
                    <a:pt x="115942" y="505077"/>
                  </a:lnTo>
                  <a:lnTo>
                    <a:pt x="115942" y="500723"/>
                  </a:lnTo>
                  <a:lnTo>
                    <a:pt x="118409" y="500723"/>
                  </a:lnTo>
                  <a:lnTo>
                    <a:pt x="118409" y="496369"/>
                  </a:lnTo>
                  <a:lnTo>
                    <a:pt x="120876" y="496369"/>
                  </a:lnTo>
                  <a:lnTo>
                    <a:pt x="120876" y="492015"/>
                  </a:lnTo>
                  <a:lnTo>
                    <a:pt x="123343" y="492015"/>
                  </a:lnTo>
                  <a:lnTo>
                    <a:pt x="123343" y="487661"/>
                  </a:lnTo>
                  <a:lnTo>
                    <a:pt x="123343" y="483307"/>
                  </a:lnTo>
                  <a:lnTo>
                    <a:pt x="125809" y="483307"/>
                  </a:lnTo>
                  <a:lnTo>
                    <a:pt x="125809" y="478953"/>
                  </a:lnTo>
                  <a:lnTo>
                    <a:pt x="128276" y="478953"/>
                  </a:lnTo>
                  <a:lnTo>
                    <a:pt x="130743" y="478953"/>
                  </a:lnTo>
                  <a:lnTo>
                    <a:pt x="133210" y="478953"/>
                  </a:lnTo>
                  <a:lnTo>
                    <a:pt x="135677" y="478953"/>
                  </a:lnTo>
                  <a:lnTo>
                    <a:pt x="138144" y="478953"/>
                  </a:lnTo>
                  <a:lnTo>
                    <a:pt x="140611" y="478953"/>
                  </a:lnTo>
                  <a:lnTo>
                    <a:pt x="143078" y="478953"/>
                  </a:lnTo>
                  <a:lnTo>
                    <a:pt x="143078" y="474598"/>
                  </a:lnTo>
                  <a:lnTo>
                    <a:pt x="145544" y="474598"/>
                  </a:lnTo>
                  <a:lnTo>
                    <a:pt x="145544" y="470244"/>
                  </a:lnTo>
                  <a:lnTo>
                    <a:pt x="145544" y="465890"/>
                  </a:lnTo>
                  <a:lnTo>
                    <a:pt x="148011" y="465890"/>
                  </a:lnTo>
                  <a:lnTo>
                    <a:pt x="148011" y="461536"/>
                  </a:lnTo>
                  <a:lnTo>
                    <a:pt x="148011" y="457182"/>
                  </a:lnTo>
                  <a:lnTo>
                    <a:pt x="150478" y="457182"/>
                  </a:lnTo>
                  <a:lnTo>
                    <a:pt x="152945" y="457182"/>
                  </a:lnTo>
                  <a:lnTo>
                    <a:pt x="152945" y="452828"/>
                  </a:lnTo>
                  <a:lnTo>
                    <a:pt x="152945" y="448474"/>
                  </a:lnTo>
                  <a:lnTo>
                    <a:pt x="152945" y="444120"/>
                  </a:lnTo>
                  <a:lnTo>
                    <a:pt x="155412" y="444120"/>
                  </a:lnTo>
                  <a:lnTo>
                    <a:pt x="155412" y="439765"/>
                  </a:lnTo>
                  <a:lnTo>
                    <a:pt x="155412" y="435411"/>
                  </a:lnTo>
                  <a:lnTo>
                    <a:pt x="157879" y="435411"/>
                  </a:lnTo>
                  <a:lnTo>
                    <a:pt x="160346" y="435411"/>
                  </a:lnTo>
                  <a:lnTo>
                    <a:pt x="160346" y="431057"/>
                  </a:lnTo>
                  <a:lnTo>
                    <a:pt x="162812" y="431057"/>
                  </a:lnTo>
                  <a:lnTo>
                    <a:pt x="165279" y="431057"/>
                  </a:lnTo>
                  <a:lnTo>
                    <a:pt x="167746" y="431057"/>
                  </a:lnTo>
                  <a:lnTo>
                    <a:pt x="170213" y="431057"/>
                  </a:lnTo>
                  <a:lnTo>
                    <a:pt x="172680" y="431057"/>
                  </a:lnTo>
                  <a:lnTo>
                    <a:pt x="175147" y="431057"/>
                  </a:lnTo>
                  <a:lnTo>
                    <a:pt x="177614" y="431057"/>
                  </a:lnTo>
                  <a:lnTo>
                    <a:pt x="177614" y="426703"/>
                  </a:lnTo>
                  <a:lnTo>
                    <a:pt x="177614" y="422349"/>
                  </a:lnTo>
                  <a:lnTo>
                    <a:pt x="177614" y="417995"/>
                  </a:lnTo>
                  <a:lnTo>
                    <a:pt x="177614" y="413641"/>
                  </a:lnTo>
                  <a:lnTo>
                    <a:pt x="177614" y="409287"/>
                  </a:lnTo>
                  <a:lnTo>
                    <a:pt x="180080" y="409287"/>
                  </a:lnTo>
                  <a:lnTo>
                    <a:pt x="182547" y="409287"/>
                  </a:lnTo>
                  <a:lnTo>
                    <a:pt x="185014" y="409287"/>
                  </a:lnTo>
                  <a:lnTo>
                    <a:pt x="185014" y="404933"/>
                  </a:lnTo>
                  <a:lnTo>
                    <a:pt x="185014" y="400578"/>
                  </a:lnTo>
                  <a:lnTo>
                    <a:pt x="187481" y="400578"/>
                  </a:lnTo>
                  <a:lnTo>
                    <a:pt x="189948" y="400578"/>
                  </a:lnTo>
                  <a:lnTo>
                    <a:pt x="189948" y="396224"/>
                  </a:lnTo>
                  <a:lnTo>
                    <a:pt x="192415" y="396224"/>
                  </a:lnTo>
                  <a:lnTo>
                    <a:pt x="194882" y="396224"/>
                  </a:lnTo>
                  <a:lnTo>
                    <a:pt x="197349" y="396224"/>
                  </a:lnTo>
                  <a:lnTo>
                    <a:pt x="199815" y="396224"/>
                  </a:lnTo>
                  <a:lnTo>
                    <a:pt x="199815" y="387516"/>
                  </a:lnTo>
                  <a:lnTo>
                    <a:pt x="202282" y="387516"/>
                  </a:lnTo>
                  <a:lnTo>
                    <a:pt x="204749" y="387516"/>
                  </a:lnTo>
                  <a:lnTo>
                    <a:pt x="207216" y="387516"/>
                  </a:lnTo>
                  <a:lnTo>
                    <a:pt x="209683" y="387516"/>
                  </a:lnTo>
                  <a:lnTo>
                    <a:pt x="209683" y="383162"/>
                  </a:lnTo>
                  <a:lnTo>
                    <a:pt x="209683" y="378808"/>
                  </a:lnTo>
                  <a:lnTo>
                    <a:pt x="212150" y="378808"/>
                  </a:lnTo>
                  <a:lnTo>
                    <a:pt x="212150" y="374454"/>
                  </a:lnTo>
                  <a:lnTo>
                    <a:pt x="214617" y="374454"/>
                  </a:lnTo>
                  <a:lnTo>
                    <a:pt x="214617" y="370100"/>
                  </a:lnTo>
                  <a:lnTo>
                    <a:pt x="217083" y="370100"/>
                  </a:lnTo>
                  <a:lnTo>
                    <a:pt x="217083" y="365745"/>
                  </a:lnTo>
                  <a:lnTo>
                    <a:pt x="219550" y="365745"/>
                  </a:lnTo>
                  <a:lnTo>
                    <a:pt x="219550" y="361391"/>
                  </a:lnTo>
                  <a:lnTo>
                    <a:pt x="219550" y="357037"/>
                  </a:lnTo>
                  <a:lnTo>
                    <a:pt x="219550" y="352683"/>
                  </a:lnTo>
                  <a:lnTo>
                    <a:pt x="222017" y="352683"/>
                  </a:lnTo>
                  <a:lnTo>
                    <a:pt x="224484" y="352683"/>
                  </a:lnTo>
                  <a:lnTo>
                    <a:pt x="224484" y="348329"/>
                  </a:lnTo>
                  <a:lnTo>
                    <a:pt x="224484" y="343975"/>
                  </a:lnTo>
                  <a:lnTo>
                    <a:pt x="224484" y="339621"/>
                  </a:lnTo>
                  <a:lnTo>
                    <a:pt x="224484" y="335267"/>
                  </a:lnTo>
                  <a:lnTo>
                    <a:pt x="226951" y="335267"/>
                  </a:lnTo>
                  <a:lnTo>
                    <a:pt x="226951" y="330913"/>
                  </a:lnTo>
                  <a:lnTo>
                    <a:pt x="226951" y="326558"/>
                  </a:lnTo>
                  <a:lnTo>
                    <a:pt x="229418" y="326558"/>
                  </a:lnTo>
                  <a:lnTo>
                    <a:pt x="229418" y="322204"/>
                  </a:lnTo>
                  <a:lnTo>
                    <a:pt x="231885" y="322204"/>
                  </a:lnTo>
                  <a:lnTo>
                    <a:pt x="231885" y="317850"/>
                  </a:lnTo>
                  <a:lnTo>
                    <a:pt x="231885" y="313496"/>
                  </a:lnTo>
                  <a:lnTo>
                    <a:pt x="231885" y="309142"/>
                  </a:lnTo>
                  <a:lnTo>
                    <a:pt x="234351" y="309142"/>
                  </a:lnTo>
                  <a:lnTo>
                    <a:pt x="234351" y="304788"/>
                  </a:lnTo>
                  <a:lnTo>
                    <a:pt x="236818" y="304788"/>
                  </a:lnTo>
                  <a:lnTo>
                    <a:pt x="236818" y="300434"/>
                  </a:lnTo>
                  <a:lnTo>
                    <a:pt x="236818" y="296080"/>
                  </a:lnTo>
                  <a:lnTo>
                    <a:pt x="236818" y="291725"/>
                  </a:lnTo>
                  <a:lnTo>
                    <a:pt x="239285" y="291725"/>
                  </a:lnTo>
                  <a:lnTo>
                    <a:pt x="241752" y="291725"/>
                  </a:lnTo>
                  <a:lnTo>
                    <a:pt x="244219" y="291725"/>
                  </a:lnTo>
                  <a:lnTo>
                    <a:pt x="246686" y="291725"/>
                  </a:lnTo>
                  <a:lnTo>
                    <a:pt x="249153" y="291725"/>
                  </a:lnTo>
                  <a:lnTo>
                    <a:pt x="251619" y="291725"/>
                  </a:lnTo>
                  <a:lnTo>
                    <a:pt x="254086" y="291725"/>
                  </a:lnTo>
                  <a:lnTo>
                    <a:pt x="256553" y="291725"/>
                  </a:lnTo>
                  <a:lnTo>
                    <a:pt x="256553" y="287371"/>
                  </a:lnTo>
                  <a:lnTo>
                    <a:pt x="259020" y="287371"/>
                  </a:lnTo>
                  <a:lnTo>
                    <a:pt x="259020" y="283017"/>
                  </a:lnTo>
                  <a:lnTo>
                    <a:pt x="261487" y="283017"/>
                  </a:lnTo>
                  <a:lnTo>
                    <a:pt x="263954" y="283017"/>
                  </a:lnTo>
                  <a:lnTo>
                    <a:pt x="266421" y="283017"/>
                  </a:lnTo>
                  <a:lnTo>
                    <a:pt x="268888" y="283017"/>
                  </a:lnTo>
                  <a:lnTo>
                    <a:pt x="271354" y="283017"/>
                  </a:lnTo>
                  <a:lnTo>
                    <a:pt x="271354" y="278663"/>
                  </a:lnTo>
                  <a:lnTo>
                    <a:pt x="271354" y="274309"/>
                  </a:lnTo>
                  <a:lnTo>
                    <a:pt x="273821" y="274309"/>
                  </a:lnTo>
                  <a:lnTo>
                    <a:pt x="276288" y="274309"/>
                  </a:lnTo>
                  <a:lnTo>
                    <a:pt x="278755" y="274309"/>
                  </a:lnTo>
                  <a:lnTo>
                    <a:pt x="281222" y="274309"/>
                  </a:lnTo>
                  <a:lnTo>
                    <a:pt x="283689" y="274309"/>
                  </a:lnTo>
                  <a:lnTo>
                    <a:pt x="283689" y="269955"/>
                  </a:lnTo>
                  <a:lnTo>
                    <a:pt x="283689" y="265601"/>
                  </a:lnTo>
                  <a:lnTo>
                    <a:pt x="286156" y="265601"/>
                  </a:lnTo>
                  <a:lnTo>
                    <a:pt x="286156" y="261247"/>
                  </a:lnTo>
                  <a:lnTo>
                    <a:pt x="288622" y="261247"/>
                  </a:lnTo>
                  <a:lnTo>
                    <a:pt x="288622" y="256892"/>
                  </a:lnTo>
                  <a:lnTo>
                    <a:pt x="291089" y="256892"/>
                  </a:lnTo>
                  <a:lnTo>
                    <a:pt x="291089" y="248184"/>
                  </a:lnTo>
                  <a:lnTo>
                    <a:pt x="293556" y="248184"/>
                  </a:lnTo>
                  <a:lnTo>
                    <a:pt x="293556" y="243830"/>
                  </a:lnTo>
                  <a:lnTo>
                    <a:pt x="296023" y="243830"/>
                  </a:lnTo>
                  <a:lnTo>
                    <a:pt x="298490" y="243830"/>
                  </a:lnTo>
                  <a:lnTo>
                    <a:pt x="298490" y="239476"/>
                  </a:lnTo>
                  <a:lnTo>
                    <a:pt x="298490" y="235122"/>
                  </a:lnTo>
                  <a:lnTo>
                    <a:pt x="300957" y="235122"/>
                  </a:lnTo>
                  <a:lnTo>
                    <a:pt x="300957" y="230768"/>
                  </a:lnTo>
                  <a:lnTo>
                    <a:pt x="303424" y="230768"/>
                  </a:lnTo>
                  <a:lnTo>
                    <a:pt x="305890" y="230768"/>
                  </a:lnTo>
                  <a:lnTo>
                    <a:pt x="305890" y="226414"/>
                  </a:lnTo>
                  <a:lnTo>
                    <a:pt x="305890" y="222060"/>
                  </a:lnTo>
                  <a:lnTo>
                    <a:pt x="308357" y="222060"/>
                  </a:lnTo>
                  <a:lnTo>
                    <a:pt x="310824" y="222060"/>
                  </a:lnTo>
                  <a:lnTo>
                    <a:pt x="310824" y="217705"/>
                  </a:lnTo>
                  <a:lnTo>
                    <a:pt x="310824" y="213351"/>
                  </a:lnTo>
                  <a:lnTo>
                    <a:pt x="313291" y="213351"/>
                  </a:lnTo>
                  <a:lnTo>
                    <a:pt x="315758" y="213351"/>
                  </a:lnTo>
                  <a:lnTo>
                    <a:pt x="318225" y="213351"/>
                  </a:lnTo>
                  <a:lnTo>
                    <a:pt x="318225" y="208997"/>
                  </a:lnTo>
                  <a:lnTo>
                    <a:pt x="320692" y="208997"/>
                  </a:lnTo>
                  <a:lnTo>
                    <a:pt x="320692" y="204643"/>
                  </a:lnTo>
                  <a:lnTo>
                    <a:pt x="320692" y="200289"/>
                  </a:lnTo>
                  <a:lnTo>
                    <a:pt x="323159" y="200289"/>
                  </a:lnTo>
                  <a:lnTo>
                    <a:pt x="325625" y="200289"/>
                  </a:lnTo>
                  <a:lnTo>
                    <a:pt x="328092" y="200289"/>
                  </a:lnTo>
                  <a:lnTo>
                    <a:pt x="330559" y="200289"/>
                  </a:lnTo>
                  <a:lnTo>
                    <a:pt x="333026" y="200289"/>
                  </a:lnTo>
                  <a:lnTo>
                    <a:pt x="335493" y="200289"/>
                  </a:lnTo>
                  <a:lnTo>
                    <a:pt x="337960" y="200289"/>
                  </a:lnTo>
                  <a:lnTo>
                    <a:pt x="340427" y="200289"/>
                  </a:lnTo>
                  <a:lnTo>
                    <a:pt x="342893" y="200289"/>
                  </a:lnTo>
                  <a:lnTo>
                    <a:pt x="342893" y="195935"/>
                  </a:lnTo>
                  <a:lnTo>
                    <a:pt x="345360" y="195935"/>
                  </a:lnTo>
                  <a:lnTo>
                    <a:pt x="347827" y="195935"/>
                  </a:lnTo>
                  <a:lnTo>
                    <a:pt x="350294" y="195935"/>
                  </a:lnTo>
                  <a:lnTo>
                    <a:pt x="352761" y="195935"/>
                  </a:lnTo>
                  <a:lnTo>
                    <a:pt x="355228" y="195935"/>
                  </a:lnTo>
                  <a:lnTo>
                    <a:pt x="357695" y="195935"/>
                  </a:lnTo>
                  <a:lnTo>
                    <a:pt x="357695" y="191581"/>
                  </a:lnTo>
                  <a:lnTo>
                    <a:pt x="360161" y="191581"/>
                  </a:lnTo>
                  <a:lnTo>
                    <a:pt x="362628" y="191581"/>
                  </a:lnTo>
                  <a:lnTo>
                    <a:pt x="365095" y="191581"/>
                  </a:lnTo>
                  <a:lnTo>
                    <a:pt x="367562" y="191581"/>
                  </a:lnTo>
                  <a:lnTo>
                    <a:pt x="367562" y="187227"/>
                  </a:lnTo>
                  <a:lnTo>
                    <a:pt x="367562" y="182872"/>
                  </a:lnTo>
                  <a:lnTo>
                    <a:pt x="370029" y="182872"/>
                  </a:lnTo>
                  <a:lnTo>
                    <a:pt x="372496" y="182872"/>
                  </a:lnTo>
                  <a:lnTo>
                    <a:pt x="374963" y="182872"/>
                  </a:lnTo>
                  <a:lnTo>
                    <a:pt x="377429" y="182872"/>
                  </a:lnTo>
                  <a:lnTo>
                    <a:pt x="377429" y="178518"/>
                  </a:lnTo>
                  <a:lnTo>
                    <a:pt x="379896" y="178518"/>
                  </a:lnTo>
                  <a:lnTo>
                    <a:pt x="382363" y="178518"/>
                  </a:lnTo>
                  <a:lnTo>
                    <a:pt x="384830" y="178518"/>
                  </a:lnTo>
                  <a:lnTo>
                    <a:pt x="387297" y="178518"/>
                  </a:lnTo>
                  <a:lnTo>
                    <a:pt x="389764" y="178518"/>
                  </a:lnTo>
                  <a:lnTo>
                    <a:pt x="389764" y="174164"/>
                  </a:lnTo>
                  <a:lnTo>
                    <a:pt x="392231" y="174164"/>
                  </a:lnTo>
                  <a:lnTo>
                    <a:pt x="394698" y="174164"/>
                  </a:lnTo>
                  <a:lnTo>
                    <a:pt x="397164" y="174164"/>
                  </a:lnTo>
                  <a:lnTo>
                    <a:pt x="399631" y="174164"/>
                  </a:lnTo>
                  <a:lnTo>
                    <a:pt x="399631" y="169810"/>
                  </a:lnTo>
                  <a:lnTo>
                    <a:pt x="402098" y="169810"/>
                  </a:lnTo>
                  <a:lnTo>
                    <a:pt x="404565" y="169810"/>
                  </a:lnTo>
                  <a:lnTo>
                    <a:pt x="407032" y="169810"/>
                  </a:lnTo>
                  <a:lnTo>
                    <a:pt x="409499" y="169810"/>
                  </a:lnTo>
                  <a:lnTo>
                    <a:pt x="411966" y="169810"/>
                  </a:lnTo>
                  <a:lnTo>
                    <a:pt x="411966" y="165456"/>
                  </a:lnTo>
                  <a:lnTo>
                    <a:pt x="414432" y="165456"/>
                  </a:lnTo>
                  <a:lnTo>
                    <a:pt x="414432" y="161102"/>
                  </a:lnTo>
                  <a:lnTo>
                    <a:pt x="416899" y="161102"/>
                  </a:lnTo>
                  <a:lnTo>
                    <a:pt x="419366" y="161102"/>
                  </a:lnTo>
                  <a:lnTo>
                    <a:pt x="421833" y="161102"/>
                  </a:lnTo>
                  <a:lnTo>
                    <a:pt x="424300" y="161102"/>
                  </a:lnTo>
                  <a:lnTo>
                    <a:pt x="424300" y="156748"/>
                  </a:lnTo>
                  <a:lnTo>
                    <a:pt x="426767" y="156748"/>
                  </a:lnTo>
                  <a:lnTo>
                    <a:pt x="429234" y="156748"/>
                  </a:lnTo>
                  <a:lnTo>
                    <a:pt x="431700" y="156748"/>
                  </a:lnTo>
                  <a:lnTo>
                    <a:pt x="436634" y="156748"/>
                  </a:lnTo>
                  <a:lnTo>
                    <a:pt x="439101" y="156748"/>
                  </a:lnTo>
                  <a:lnTo>
                    <a:pt x="439101" y="152394"/>
                  </a:lnTo>
                  <a:lnTo>
                    <a:pt x="441568" y="152394"/>
                  </a:lnTo>
                  <a:lnTo>
                    <a:pt x="444035" y="152394"/>
                  </a:lnTo>
                  <a:lnTo>
                    <a:pt x="444035" y="148040"/>
                  </a:lnTo>
                  <a:lnTo>
                    <a:pt x="446502" y="148040"/>
                  </a:lnTo>
                  <a:lnTo>
                    <a:pt x="448968" y="148040"/>
                  </a:lnTo>
                  <a:lnTo>
                    <a:pt x="451435" y="148040"/>
                  </a:lnTo>
                  <a:lnTo>
                    <a:pt x="453902" y="148040"/>
                  </a:lnTo>
                  <a:lnTo>
                    <a:pt x="456369" y="148040"/>
                  </a:lnTo>
                  <a:lnTo>
                    <a:pt x="458836" y="148040"/>
                  </a:lnTo>
                  <a:lnTo>
                    <a:pt x="461303" y="148040"/>
                  </a:lnTo>
                  <a:lnTo>
                    <a:pt x="463770" y="148040"/>
                  </a:lnTo>
                  <a:lnTo>
                    <a:pt x="466237" y="148040"/>
                  </a:lnTo>
                  <a:lnTo>
                    <a:pt x="468703" y="148040"/>
                  </a:lnTo>
                  <a:lnTo>
                    <a:pt x="468703" y="143685"/>
                  </a:lnTo>
                  <a:lnTo>
                    <a:pt x="471170" y="143685"/>
                  </a:lnTo>
                  <a:lnTo>
                    <a:pt x="473637" y="143685"/>
                  </a:lnTo>
                  <a:lnTo>
                    <a:pt x="476104" y="143685"/>
                  </a:lnTo>
                  <a:lnTo>
                    <a:pt x="476104" y="139331"/>
                  </a:lnTo>
                  <a:lnTo>
                    <a:pt x="478571" y="139331"/>
                  </a:lnTo>
                  <a:lnTo>
                    <a:pt x="481038" y="139331"/>
                  </a:lnTo>
                  <a:lnTo>
                    <a:pt x="481038" y="134977"/>
                  </a:lnTo>
                  <a:lnTo>
                    <a:pt x="481038" y="130623"/>
                  </a:lnTo>
                  <a:lnTo>
                    <a:pt x="481038" y="126269"/>
                  </a:lnTo>
                  <a:lnTo>
                    <a:pt x="483505" y="126269"/>
                  </a:lnTo>
                  <a:lnTo>
                    <a:pt x="485971" y="126269"/>
                  </a:lnTo>
                  <a:lnTo>
                    <a:pt x="485971" y="121915"/>
                  </a:lnTo>
                  <a:lnTo>
                    <a:pt x="488438" y="121915"/>
                  </a:lnTo>
                  <a:lnTo>
                    <a:pt x="490905" y="121915"/>
                  </a:lnTo>
                  <a:lnTo>
                    <a:pt x="493372" y="121915"/>
                  </a:lnTo>
                  <a:lnTo>
                    <a:pt x="495839" y="121915"/>
                  </a:lnTo>
                  <a:lnTo>
                    <a:pt x="498306" y="121915"/>
                  </a:lnTo>
                  <a:lnTo>
                    <a:pt x="500773" y="121915"/>
                  </a:lnTo>
                  <a:lnTo>
                    <a:pt x="503239" y="121915"/>
                  </a:lnTo>
                  <a:lnTo>
                    <a:pt x="505706" y="121915"/>
                  </a:lnTo>
                  <a:lnTo>
                    <a:pt x="508173" y="121915"/>
                  </a:lnTo>
                  <a:lnTo>
                    <a:pt x="510640" y="121915"/>
                  </a:lnTo>
                  <a:lnTo>
                    <a:pt x="513107" y="121915"/>
                  </a:lnTo>
                  <a:lnTo>
                    <a:pt x="515574" y="121915"/>
                  </a:lnTo>
                  <a:lnTo>
                    <a:pt x="518041" y="121915"/>
                  </a:lnTo>
                  <a:lnTo>
                    <a:pt x="520508" y="121915"/>
                  </a:lnTo>
                  <a:lnTo>
                    <a:pt x="520508" y="117561"/>
                  </a:lnTo>
                  <a:lnTo>
                    <a:pt x="522974" y="117561"/>
                  </a:lnTo>
                  <a:lnTo>
                    <a:pt x="522974" y="113207"/>
                  </a:lnTo>
                  <a:lnTo>
                    <a:pt x="525441" y="113207"/>
                  </a:lnTo>
                  <a:lnTo>
                    <a:pt x="527908" y="113207"/>
                  </a:lnTo>
                  <a:lnTo>
                    <a:pt x="530375" y="113207"/>
                  </a:lnTo>
                  <a:lnTo>
                    <a:pt x="532842" y="113207"/>
                  </a:lnTo>
                  <a:lnTo>
                    <a:pt x="535309" y="113207"/>
                  </a:lnTo>
                  <a:lnTo>
                    <a:pt x="537776" y="113207"/>
                  </a:lnTo>
                  <a:lnTo>
                    <a:pt x="540242" y="113207"/>
                  </a:lnTo>
                  <a:lnTo>
                    <a:pt x="542709" y="113207"/>
                  </a:lnTo>
                  <a:lnTo>
                    <a:pt x="545176" y="113207"/>
                  </a:lnTo>
                  <a:lnTo>
                    <a:pt x="547643" y="113207"/>
                  </a:lnTo>
                  <a:lnTo>
                    <a:pt x="550110" y="113207"/>
                  </a:lnTo>
                  <a:lnTo>
                    <a:pt x="552577" y="113207"/>
                  </a:lnTo>
                  <a:lnTo>
                    <a:pt x="552577" y="108852"/>
                  </a:lnTo>
                  <a:lnTo>
                    <a:pt x="555044" y="108852"/>
                  </a:lnTo>
                  <a:lnTo>
                    <a:pt x="557510" y="108852"/>
                  </a:lnTo>
                  <a:lnTo>
                    <a:pt x="559977" y="108852"/>
                  </a:lnTo>
                  <a:lnTo>
                    <a:pt x="562444" y="108852"/>
                  </a:lnTo>
                  <a:lnTo>
                    <a:pt x="564911" y="108852"/>
                  </a:lnTo>
                  <a:lnTo>
                    <a:pt x="567378" y="108852"/>
                  </a:lnTo>
                  <a:lnTo>
                    <a:pt x="569845" y="108852"/>
                  </a:lnTo>
                  <a:lnTo>
                    <a:pt x="572312" y="108852"/>
                  </a:lnTo>
                  <a:lnTo>
                    <a:pt x="574778" y="108852"/>
                  </a:lnTo>
                  <a:lnTo>
                    <a:pt x="577245" y="108852"/>
                  </a:lnTo>
                  <a:lnTo>
                    <a:pt x="579712" y="108852"/>
                  </a:lnTo>
                  <a:lnTo>
                    <a:pt x="582179" y="108852"/>
                  </a:lnTo>
                  <a:lnTo>
                    <a:pt x="584646" y="108852"/>
                  </a:lnTo>
                  <a:lnTo>
                    <a:pt x="587113" y="108852"/>
                  </a:lnTo>
                  <a:lnTo>
                    <a:pt x="589580" y="108852"/>
                  </a:lnTo>
                  <a:lnTo>
                    <a:pt x="592047" y="108852"/>
                  </a:lnTo>
                  <a:lnTo>
                    <a:pt x="592047" y="104498"/>
                  </a:lnTo>
                  <a:lnTo>
                    <a:pt x="594513" y="104498"/>
                  </a:lnTo>
                  <a:lnTo>
                    <a:pt x="594513" y="100144"/>
                  </a:lnTo>
                  <a:lnTo>
                    <a:pt x="596980" y="100144"/>
                  </a:lnTo>
                  <a:lnTo>
                    <a:pt x="599447" y="100144"/>
                  </a:lnTo>
                  <a:lnTo>
                    <a:pt x="601914" y="100144"/>
                  </a:lnTo>
                  <a:lnTo>
                    <a:pt x="604381" y="100144"/>
                  </a:lnTo>
                  <a:lnTo>
                    <a:pt x="606848" y="100144"/>
                  </a:lnTo>
                  <a:lnTo>
                    <a:pt x="609315" y="100144"/>
                  </a:lnTo>
                  <a:lnTo>
                    <a:pt x="609315" y="95790"/>
                  </a:lnTo>
                  <a:lnTo>
                    <a:pt x="611781" y="95790"/>
                  </a:lnTo>
                  <a:lnTo>
                    <a:pt x="614248" y="95790"/>
                  </a:lnTo>
                  <a:lnTo>
                    <a:pt x="616715" y="95790"/>
                  </a:lnTo>
                  <a:lnTo>
                    <a:pt x="619182" y="95790"/>
                  </a:lnTo>
                  <a:lnTo>
                    <a:pt x="621649" y="95790"/>
                  </a:lnTo>
                  <a:lnTo>
                    <a:pt x="624116" y="95790"/>
                  </a:lnTo>
                  <a:lnTo>
                    <a:pt x="624116" y="91436"/>
                  </a:lnTo>
                  <a:lnTo>
                    <a:pt x="626583" y="91436"/>
                  </a:lnTo>
                  <a:lnTo>
                    <a:pt x="629049" y="91436"/>
                  </a:lnTo>
                  <a:lnTo>
                    <a:pt x="631516" y="91436"/>
                  </a:lnTo>
                  <a:lnTo>
                    <a:pt x="633983" y="91436"/>
                  </a:lnTo>
                  <a:lnTo>
                    <a:pt x="636450" y="91436"/>
                  </a:lnTo>
                  <a:lnTo>
                    <a:pt x="638917" y="91436"/>
                  </a:lnTo>
                  <a:lnTo>
                    <a:pt x="641384" y="91436"/>
                  </a:lnTo>
                  <a:lnTo>
                    <a:pt x="643851" y="91436"/>
                  </a:lnTo>
                  <a:lnTo>
                    <a:pt x="646318" y="91436"/>
                  </a:lnTo>
                  <a:lnTo>
                    <a:pt x="646318" y="87082"/>
                  </a:lnTo>
                  <a:lnTo>
                    <a:pt x="648784" y="87082"/>
                  </a:lnTo>
                  <a:lnTo>
                    <a:pt x="651251" y="87082"/>
                  </a:lnTo>
                  <a:lnTo>
                    <a:pt x="653718" y="87082"/>
                  </a:lnTo>
                  <a:lnTo>
                    <a:pt x="656185" y="87082"/>
                  </a:lnTo>
                  <a:lnTo>
                    <a:pt x="658652" y="87082"/>
                  </a:lnTo>
                  <a:lnTo>
                    <a:pt x="661119" y="87082"/>
                  </a:lnTo>
                  <a:lnTo>
                    <a:pt x="663586" y="87082"/>
                  </a:lnTo>
                  <a:lnTo>
                    <a:pt x="666052" y="87082"/>
                  </a:lnTo>
                  <a:lnTo>
                    <a:pt x="668519" y="87082"/>
                  </a:lnTo>
                  <a:lnTo>
                    <a:pt x="670986" y="87082"/>
                  </a:lnTo>
                  <a:lnTo>
                    <a:pt x="673453" y="87082"/>
                  </a:lnTo>
                  <a:lnTo>
                    <a:pt x="675920" y="87082"/>
                  </a:lnTo>
                  <a:lnTo>
                    <a:pt x="678387" y="87082"/>
                  </a:lnTo>
                  <a:lnTo>
                    <a:pt x="680854" y="87082"/>
                  </a:lnTo>
                  <a:lnTo>
                    <a:pt x="683320" y="87082"/>
                  </a:lnTo>
                  <a:lnTo>
                    <a:pt x="685787" y="87082"/>
                  </a:lnTo>
                  <a:lnTo>
                    <a:pt x="688254" y="87082"/>
                  </a:lnTo>
                  <a:lnTo>
                    <a:pt x="690721" y="87082"/>
                  </a:lnTo>
                  <a:lnTo>
                    <a:pt x="693188" y="87082"/>
                  </a:lnTo>
                  <a:lnTo>
                    <a:pt x="695655" y="87082"/>
                  </a:lnTo>
                  <a:lnTo>
                    <a:pt x="698122" y="87082"/>
                  </a:lnTo>
                  <a:lnTo>
                    <a:pt x="700588" y="87082"/>
                  </a:lnTo>
                  <a:lnTo>
                    <a:pt x="703055" y="87082"/>
                  </a:lnTo>
                  <a:lnTo>
                    <a:pt x="705522" y="87082"/>
                  </a:lnTo>
                  <a:lnTo>
                    <a:pt x="707989" y="87082"/>
                  </a:lnTo>
                  <a:lnTo>
                    <a:pt x="710456" y="87082"/>
                  </a:lnTo>
                  <a:lnTo>
                    <a:pt x="710456" y="82728"/>
                  </a:lnTo>
                  <a:lnTo>
                    <a:pt x="712923" y="82728"/>
                  </a:lnTo>
                  <a:lnTo>
                    <a:pt x="715390" y="82728"/>
                  </a:lnTo>
                  <a:lnTo>
                    <a:pt x="717857" y="82728"/>
                  </a:lnTo>
                  <a:lnTo>
                    <a:pt x="720323" y="82728"/>
                  </a:lnTo>
                  <a:lnTo>
                    <a:pt x="722790" y="82728"/>
                  </a:lnTo>
                  <a:lnTo>
                    <a:pt x="725257" y="82728"/>
                  </a:lnTo>
                  <a:lnTo>
                    <a:pt x="727724" y="82728"/>
                  </a:lnTo>
                  <a:lnTo>
                    <a:pt x="730191" y="82728"/>
                  </a:lnTo>
                  <a:lnTo>
                    <a:pt x="732658" y="82728"/>
                  </a:lnTo>
                  <a:lnTo>
                    <a:pt x="735125" y="82728"/>
                  </a:lnTo>
                  <a:lnTo>
                    <a:pt x="737591" y="82728"/>
                  </a:lnTo>
                  <a:lnTo>
                    <a:pt x="740058" y="82728"/>
                  </a:lnTo>
                  <a:lnTo>
                    <a:pt x="742525" y="82728"/>
                  </a:lnTo>
                  <a:lnTo>
                    <a:pt x="744992" y="82728"/>
                  </a:lnTo>
                  <a:lnTo>
                    <a:pt x="744992" y="78374"/>
                  </a:lnTo>
                  <a:lnTo>
                    <a:pt x="747459" y="78374"/>
                  </a:lnTo>
                  <a:lnTo>
                    <a:pt x="749926" y="78374"/>
                  </a:lnTo>
                  <a:lnTo>
                    <a:pt x="752393" y="78374"/>
                  </a:lnTo>
                  <a:lnTo>
                    <a:pt x="757326" y="78374"/>
                  </a:lnTo>
                  <a:lnTo>
                    <a:pt x="759793" y="78374"/>
                  </a:lnTo>
                  <a:lnTo>
                    <a:pt x="762260" y="78374"/>
                  </a:lnTo>
                  <a:lnTo>
                    <a:pt x="764727" y="78374"/>
                  </a:lnTo>
                  <a:lnTo>
                    <a:pt x="764727" y="74020"/>
                  </a:lnTo>
                  <a:lnTo>
                    <a:pt x="767194" y="74020"/>
                  </a:lnTo>
                  <a:lnTo>
                    <a:pt x="769661" y="74020"/>
                  </a:lnTo>
                  <a:lnTo>
                    <a:pt x="772127" y="74020"/>
                  </a:lnTo>
                  <a:lnTo>
                    <a:pt x="774594" y="74020"/>
                  </a:lnTo>
                  <a:lnTo>
                    <a:pt x="777061" y="74020"/>
                  </a:lnTo>
                  <a:lnTo>
                    <a:pt x="779528" y="74020"/>
                  </a:lnTo>
                  <a:lnTo>
                    <a:pt x="781995" y="74020"/>
                  </a:lnTo>
                  <a:lnTo>
                    <a:pt x="784462" y="74020"/>
                  </a:lnTo>
                  <a:lnTo>
                    <a:pt x="786929" y="74020"/>
                  </a:lnTo>
                  <a:lnTo>
                    <a:pt x="789396" y="74020"/>
                  </a:lnTo>
                  <a:lnTo>
                    <a:pt x="791862" y="74020"/>
                  </a:lnTo>
                  <a:lnTo>
                    <a:pt x="794329" y="74020"/>
                  </a:lnTo>
                  <a:lnTo>
                    <a:pt x="794329" y="69665"/>
                  </a:lnTo>
                  <a:lnTo>
                    <a:pt x="796796" y="69665"/>
                  </a:lnTo>
                  <a:lnTo>
                    <a:pt x="799263" y="69665"/>
                  </a:lnTo>
                  <a:lnTo>
                    <a:pt x="801730" y="69665"/>
                  </a:lnTo>
                  <a:lnTo>
                    <a:pt x="804197" y="69665"/>
                  </a:lnTo>
                  <a:lnTo>
                    <a:pt x="806664" y="69665"/>
                  </a:lnTo>
                  <a:lnTo>
                    <a:pt x="809130" y="69665"/>
                  </a:lnTo>
                  <a:lnTo>
                    <a:pt x="811597" y="69665"/>
                  </a:lnTo>
                  <a:lnTo>
                    <a:pt x="814064" y="69665"/>
                  </a:lnTo>
                  <a:lnTo>
                    <a:pt x="816531" y="69665"/>
                  </a:lnTo>
                  <a:lnTo>
                    <a:pt x="818998" y="69665"/>
                  </a:lnTo>
                  <a:lnTo>
                    <a:pt x="821465" y="69665"/>
                  </a:lnTo>
                  <a:lnTo>
                    <a:pt x="821465" y="65311"/>
                  </a:lnTo>
                  <a:lnTo>
                    <a:pt x="823932" y="65311"/>
                  </a:lnTo>
                  <a:lnTo>
                    <a:pt x="826398" y="65311"/>
                  </a:lnTo>
                  <a:lnTo>
                    <a:pt x="828865" y="65311"/>
                  </a:lnTo>
                  <a:lnTo>
                    <a:pt x="828865" y="60957"/>
                  </a:lnTo>
                  <a:lnTo>
                    <a:pt x="831332" y="60957"/>
                  </a:lnTo>
                  <a:lnTo>
                    <a:pt x="833799" y="60957"/>
                  </a:lnTo>
                  <a:lnTo>
                    <a:pt x="833799" y="56603"/>
                  </a:lnTo>
                  <a:lnTo>
                    <a:pt x="836266" y="56603"/>
                  </a:lnTo>
                  <a:lnTo>
                    <a:pt x="838733" y="56603"/>
                  </a:lnTo>
                  <a:lnTo>
                    <a:pt x="841200" y="56603"/>
                  </a:lnTo>
                  <a:lnTo>
                    <a:pt x="843667" y="56603"/>
                  </a:lnTo>
                  <a:lnTo>
                    <a:pt x="846133" y="56603"/>
                  </a:lnTo>
                  <a:lnTo>
                    <a:pt x="848600" y="56603"/>
                  </a:lnTo>
                  <a:lnTo>
                    <a:pt x="851067" y="56603"/>
                  </a:lnTo>
                  <a:lnTo>
                    <a:pt x="853534" y="56603"/>
                  </a:lnTo>
                  <a:lnTo>
                    <a:pt x="856001" y="56603"/>
                  </a:lnTo>
                  <a:lnTo>
                    <a:pt x="858468" y="56603"/>
                  </a:lnTo>
                  <a:lnTo>
                    <a:pt x="860935" y="56603"/>
                  </a:lnTo>
                  <a:lnTo>
                    <a:pt x="863401" y="56603"/>
                  </a:lnTo>
                  <a:lnTo>
                    <a:pt x="865868" y="56603"/>
                  </a:lnTo>
                  <a:lnTo>
                    <a:pt x="868335" y="56603"/>
                  </a:lnTo>
                  <a:lnTo>
                    <a:pt x="870802" y="56603"/>
                  </a:lnTo>
                  <a:lnTo>
                    <a:pt x="873269" y="56603"/>
                  </a:lnTo>
                  <a:lnTo>
                    <a:pt x="875736" y="56603"/>
                  </a:lnTo>
                  <a:lnTo>
                    <a:pt x="878203" y="56603"/>
                  </a:lnTo>
                  <a:lnTo>
                    <a:pt x="880669" y="56603"/>
                  </a:lnTo>
                  <a:lnTo>
                    <a:pt x="883136" y="56603"/>
                  </a:lnTo>
                  <a:lnTo>
                    <a:pt x="885603" y="56603"/>
                  </a:lnTo>
                  <a:lnTo>
                    <a:pt x="888070" y="56603"/>
                  </a:lnTo>
                  <a:lnTo>
                    <a:pt x="890537" y="56603"/>
                  </a:lnTo>
                  <a:lnTo>
                    <a:pt x="893004" y="56603"/>
                  </a:lnTo>
                  <a:lnTo>
                    <a:pt x="895471" y="56603"/>
                  </a:lnTo>
                  <a:lnTo>
                    <a:pt x="897937" y="56603"/>
                  </a:lnTo>
                  <a:lnTo>
                    <a:pt x="900404" y="56603"/>
                  </a:lnTo>
                  <a:lnTo>
                    <a:pt x="902871" y="56603"/>
                  </a:lnTo>
                  <a:lnTo>
                    <a:pt x="905338" y="56603"/>
                  </a:lnTo>
                  <a:lnTo>
                    <a:pt x="907805" y="56603"/>
                  </a:lnTo>
                  <a:lnTo>
                    <a:pt x="910272" y="56603"/>
                  </a:lnTo>
                  <a:lnTo>
                    <a:pt x="912739" y="56603"/>
                  </a:lnTo>
                  <a:lnTo>
                    <a:pt x="915206" y="56603"/>
                  </a:lnTo>
                  <a:lnTo>
                    <a:pt x="917672" y="56603"/>
                  </a:lnTo>
                  <a:lnTo>
                    <a:pt x="920139" y="56603"/>
                  </a:lnTo>
                  <a:lnTo>
                    <a:pt x="922606" y="56603"/>
                  </a:lnTo>
                  <a:lnTo>
                    <a:pt x="925073" y="56603"/>
                  </a:lnTo>
                  <a:lnTo>
                    <a:pt x="927540" y="56603"/>
                  </a:lnTo>
                  <a:lnTo>
                    <a:pt x="930007" y="56603"/>
                  </a:lnTo>
                  <a:lnTo>
                    <a:pt x="932474" y="56603"/>
                  </a:lnTo>
                  <a:lnTo>
                    <a:pt x="934940" y="56603"/>
                  </a:lnTo>
                  <a:lnTo>
                    <a:pt x="937407" y="56603"/>
                  </a:lnTo>
                  <a:lnTo>
                    <a:pt x="939874" y="56603"/>
                  </a:lnTo>
                  <a:lnTo>
                    <a:pt x="942341" y="56603"/>
                  </a:lnTo>
                  <a:lnTo>
                    <a:pt x="944808" y="56603"/>
                  </a:lnTo>
                  <a:lnTo>
                    <a:pt x="947275" y="56603"/>
                  </a:lnTo>
                  <a:lnTo>
                    <a:pt x="949742" y="56603"/>
                  </a:lnTo>
                  <a:lnTo>
                    <a:pt x="952208" y="56603"/>
                  </a:lnTo>
                  <a:lnTo>
                    <a:pt x="954675" y="56603"/>
                  </a:lnTo>
                  <a:lnTo>
                    <a:pt x="957142" y="56603"/>
                  </a:lnTo>
                  <a:lnTo>
                    <a:pt x="959609" y="56603"/>
                  </a:lnTo>
                  <a:lnTo>
                    <a:pt x="962076" y="56603"/>
                  </a:lnTo>
                  <a:lnTo>
                    <a:pt x="964543" y="56603"/>
                  </a:lnTo>
                  <a:lnTo>
                    <a:pt x="967010" y="56603"/>
                  </a:lnTo>
                  <a:lnTo>
                    <a:pt x="969477" y="56603"/>
                  </a:lnTo>
                  <a:lnTo>
                    <a:pt x="971943" y="56603"/>
                  </a:lnTo>
                  <a:lnTo>
                    <a:pt x="971943" y="52249"/>
                  </a:lnTo>
                  <a:lnTo>
                    <a:pt x="971943" y="47895"/>
                  </a:lnTo>
                  <a:lnTo>
                    <a:pt x="974410" y="47895"/>
                  </a:lnTo>
                  <a:lnTo>
                    <a:pt x="976877" y="47895"/>
                  </a:lnTo>
                  <a:lnTo>
                    <a:pt x="979344" y="47895"/>
                  </a:lnTo>
                  <a:lnTo>
                    <a:pt x="981811" y="47895"/>
                  </a:lnTo>
                  <a:lnTo>
                    <a:pt x="984278" y="47895"/>
                  </a:lnTo>
                  <a:lnTo>
                    <a:pt x="986745" y="47895"/>
                  </a:lnTo>
                  <a:lnTo>
                    <a:pt x="989211" y="47895"/>
                  </a:lnTo>
                  <a:lnTo>
                    <a:pt x="991678" y="47895"/>
                  </a:lnTo>
                  <a:lnTo>
                    <a:pt x="994145" y="47895"/>
                  </a:lnTo>
                  <a:lnTo>
                    <a:pt x="996612" y="47895"/>
                  </a:lnTo>
                  <a:lnTo>
                    <a:pt x="999079" y="47895"/>
                  </a:lnTo>
                  <a:lnTo>
                    <a:pt x="1001546" y="47895"/>
                  </a:lnTo>
                  <a:lnTo>
                    <a:pt x="1004013" y="47895"/>
                  </a:lnTo>
                  <a:lnTo>
                    <a:pt x="1006479" y="47895"/>
                  </a:lnTo>
                  <a:lnTo>
                    <a:pt x="1008946" y="47895"/>
                  </a:lnTo>
                  <a:lnTo>
                    <a:pt x="1011413" y="47895"/>
                  </a:lnTo>
                  <a:lnTo>
                    <a:pt x="1013880" y="47895"/>
                  </a:lnTo>
                  <a:lnTo>
                    <a:pt x="1016347" y="47895"/>
                  </a:lnTo>
                  <a:lnTo>
                    <a:pt x="1018814" y="47895"/>
                  </a:lnTo>
                  <a:lnTo>
                    <a:pt x="1021281" y="47895"/>
                  </a:lnTo>
                  <a:lnTo>
                    <a:pt x="1023747" y="47895"/>
                  </a:lnTo>
                  <a:lnTo>
                    <a:pt x="1026214" y="47895"/>
                  </a:lnTo>
                  <a:lnTo>
                    <a:pt x="1028681" y="47895"/>
                  </a:lnTo>
                  <a:lnTo>
                    <a:pt x="1028681" y="43541"/>
                  </a:lnTo>
                  <a:lnTo>
                    <a:pt x="1031148" y="43541"/>
                  </a:lnTo>
                  <a:lnTo>
                    <a:pt x="1033615" y="43541"/>
                  </a:lnTo>
                  <a:lnTo>
                    <a:pt x="1036082" y="43541"/>
                  </a:lnTo>
                  <a:lnTo>
                    <a:pt x="1038549" y="43541"/>
                  </a:lnTo>
                  <a:lnTo>
                    <a:pt x="1041016" y="43541"/>
                  </a:lnTo>
                  <a:lnTo>
                    <a:pt x="1043482" y="43541"/>
                  </a:lnTo>
                  <a:lnTo>
                    <a:pt x="1045949" y="43541"/>
                  </a:lnTo>
                  <a:lnTo>
                    <a:pt x="1048416" y="43541"/>
                  </a:lnTo>
                  <a:lnTo>
                    <a:pt x="1050883" y="43541"/>
                  </a:lnTo>
                  <a:lnTo>
                    <a:pt x="1053350" y="43541"/>
                  </a:lnTo>
                  <a:lnTo>
                    <a:pt x="1055817" y="43541"/>
                  </a:lnTo>
                  <a:lnTo>
                    <a:pt x="1058284" y="43541"/>
                  </a:lnTo>
                  <a:lnTo>
                    <a:pt x="1060750" y="43541"/>
                  </a:lnTo>
                  <a:lnTo>
                    <a:pt x="1060750" y="39187"/>
                  </a:lnTo>
                  <a:lnTo>
                    <a:pt x="1063217" y="39187"/>
                  </a:lnTo>
                  <a:lnTo>
                    <a:pt x="1065684" y="39187"/>
                  </a:lnTo>
                  <a:lnTo>
                    <a:pt x="1068151" y="39187"/>
                  </a:lnTo>
                  <a:lnTo>
                    <a:pt x="1068151" y="34832"/>
                  </a:lnTo>
                  <a:lnTo>
                    <a:pt x="1070618" y="34832"/>
                  </a:lnTo>
                  <a:lnTo>
                    <a:pt x="1073085" y="34832"/>
                  </a:lnTo>
                  <a:lnTo>
                    <a:pt x="1075552" y="34832"/>
                  </a:lnTo>
                  <a:lnTo>
                    <a:pt x="1078018" y="34832"/>
                  </a:lnTo>
                  <a:lnTo>
                    <a:pt x="1080485" y="34832"/>
                  </a:lnTo>
                  <a:lnTo>
                    <a:pt x="1082952" y="34832"/>
                  </a:lnTo>
                  <a:lnTo>
                    <a:pt x="1085419" y="34832"/>
                  </a:lnTo>
                  <a:lnTo>
                    <a:pt x="1087886" y="34832"/>
                  </a:lnTo>
                  <a:lnTo>
                    <a:pt x="1090353" y="34832"/>
                  </a:lnTo>
                  <a:lnTo>
                    <a:pt x="1092820" y="34832"/>
                  </a:lnTo>
                  <a:lnTo>
                    <a:pt x="1095286" y="34832"/>
                  </a:lnTo>
                  <a:lnTo>
                    <a:pt x="1097753" y="34832"/>
                  </a:lnTo>
                  <a:lnTo>
                    <a:pt x="1100220" y="34832"/>
                  </a:lnTo>
                  <a:lnTo>
                    <a:pt x="1102687" y="34832"/>
                  </a:lnTo>
                  <a:lnTo>
                    <a:pt x="1105154" y="34832"/>
                  </a:lnTo>
                  <a:lnTo>
                    <a:pt x="1105154" y="30478"/>
                  </a:lnTo>
                  <a:lnTo>
                    <a:pt x="1107621" y="30478"/>
                  </a:lnTo>
                  <a:lnTo>
                    <a:pt x="1110088" y="30478"/>
                  </a:lnTo>
                  <a:lnTo>
                    <a:pt x="1112555" y="30478"/>
                  </a:lnTo>
                  <a:lnTo>
                    <a:pt x="1115021" y="30478"/>
                  </a:lnTo>
                  <a:lnTo>
                    <a:pt x="1117488" y="30478"/>
                  </a:lnTo>
                  <a:lnTo>
                    <a:pt x="1119955" y="30478"/>
                  </a:lnTo>
                  <a:lnTo>
                    <a:pt x="1122422" y="30478"/>
                  </a:lnTo>
                  <a:lnTo>
                    <a:pt x="1124889" y="30478"/>
                  </a:lnTo>
                  <a:lnTo>
                    <a:pt x="1127356" y="30478"/>
                  </a:lnTo>
                  <a:lnTo>
                    <a:pt x="1129823" y="30478"/>
                  </a:lnTo>
                  <a:lnTo>
                    <a:pt x="1132289" y="30478"/>
                  </a:lnTo>
                  <a:lnTo>
                    <a:pt x="1134756" y="30478"/>
                  </a:lnTo>
                  <a:lnTo>
                    <a:pt x="1137223" y="30478"/>
                  </a:lnTo>
                  <a:lnTo>
                    <a:pt x="1139690" y="30478"/>
                  </a:lnTo>
                  <a:lnTo>
                    <a:pt x="1142157" y="30478"/>
                  </a:lnTo>
                  <a:lnTo>
                    <a:pt x="1144624" y="30478"/>
                  </a:lnTo>
                  <a:lnTo>
                    <a:pt x="1147091" y="30478"/>
                  </a:lnTo>
                  <a:lnTo>
                    <a:pt x="1149557" y="30478"/>
                  </a:lnTo>
                  <a:lnTo>
                    <a:pt x="1152024" y="30478"/>
                  </a:lnTo>
                  <a:lnTo>
                    <a:pt x="1154491" y="30478"/>
                  </a:lnTo>
                  <a:lnTo>
                    <a:pt x="1156958" y="30478"/>
                  </a:lnTo>
                  <a:lnTo>
                    <a:pt x="1159425" y="30478"/>
                  </a:lnTo>
                  <a:lnTo>
                    <a:pt x="1161892" y="30478"/>
                  </a:lnTo>
                  <a:lnTo>
                    <a:pt x="1164359" y="30478"/>
                  </a:lnTo>
                  <a:lnTo>
                    <a:pt x="1166826" y="30478"/>
                  </a:lnTo>
                  <a:lnTo>
                    <a:pt x="1169292" y="30478"/>
                  </a:lnTo>
                  <a:lnTo>
                    <a:pt x="1171759" y="30478"/>
                  </a:lnTo>
                  <a:lnTo>
                    <a:pt x="1174226" y="30478"/>
                  </a:lnTo>
                  <a:lnTo>
                    <a:pt x="1176693" y="30478"/>
                  </a:lnTo>
                  <a:lnTo>
                    <a:pt x="1179160" y="30478"/>
                  </a:lnTo>
                  <a:lnTo>
                    <a:pt x="1181627" y="30478"/>
                  </a:lnTo>
                  <a:lnTo>
                    <a:pt x="1184094" y="30478"/>
                  </a:lnTo>
                  <a:lnTo>
                    <a:pt x="1186560" y="30478"/>
                  </a:lnTo>
                  <a:lnTo>
                    <a:pt x="1189027" y="30478"/>
                  </a:lnTo>
                  <a:lnTo>
                    <a:pt x="1191494" y="30478"/>
                  </a:lnTo>
                  <a:lnTo>
                    <a:pt x="1193961" y="30478"/>
                  </a:lnTo>
                  <a:lnTo>
                    <a:pt x="1193961" y="26124"/>
                  </a:lnTo>
                  <a:lnTo>
                    <a:pt x="1196428" y="26124"/>
                  </a:lnTo>
                  <a:lnTo>
                    <a:pt x="1198895" y="26124"/>
                  </a:lnTo>
                  <a:lnTo>
                    <a:pt x="1198895" y="21770"/>
                  </a:lnTo>
                  <a:lnTo>
                    <a:pt x="1201362" y="21770"/>
                  </a:lnTo>
                  <a:lnTo>
                    <a:pt x="1203828" y="21770"/>
                  </a:lnTo>
                  <a:lnTo>
                    <a:pt x="1206295" y="21770"/>
                  </a:lnTo>
                  <a:lnTo>
                    <a:pt x="1208762" y="21770"/>
                  </a:lnTo>
                  <a:lnTo>
                    <a:pt x="1211229" y="21770"/>
                  </a:lnTo>
                  <a:lnTo>
                    <a:pt x="1213696" y="21770"/>
                  </a:lnTo>
                  <a:lnTo>
                    <a:pt x="1216163" y="21770"/>
                  </a:lnTo>
                  <a:lnTo>
                    <a:pt x="1218630" y="21770"/>
                  </a:lnTo>
                  <a:lnTo>
                    <a:pt x="1221096" y="21770"/>
                  </a:lnTo>
                  <a:lnTo>
                    <a:pt x="1223563" y="21770"/>
                  </a:lnTo>
                  <a:lnTo>
                    <a:pt x="1226030" y="21770"/>
                  </a:lnTo>
                  <a:lnTo>
                    <a:pt x="1228497" y="21770"/>
                  </a:lnTo>
                  <a:lnTo>
                    <a:pt x="1230964" y="21770"/>
                  </a:lnTo>
                  <a:lnTo>
                    <a:pt x="1233431" y="21770"/>
                  </a:lnTo>
                  <a:lnTo>
                    <a:pt x="1235898" y="21770"/>
                  </a:lnTo>
                  <a:lnTo>
                    <a:pt x="1238365" y="21770"/>
                  </a:lnTo>
                  <a:lnTo>
                    <a:pt x="1240831" y="21770"/>
                  </a:lnTo>
                  <a:lnTo>
                    <a:pt x="1243298" y="21770"/>
                  </a:lnTo>
                  <a:lnTo>
                    <a:pt x="1245765" y="21770"/>
                  </a:lnTo>
                  <a:lnTo>
                    <a:pt x="1248232" y="21770"/>
                  </a:lnTo>
                  <a:lnTo>
                    <a:pt x="1250699" y="21770"/>
                  </a:lnTo>
                  <a:lnTo>
                    <a:pt x="1253166" y="21770"/>
                  </a:lnTo>
                  <a:lnTo>
                    <a:pt x="1253166" y="17416"/>
                  </a:lnTo>
                  <a:lnTo>
                    <a:pt x="1255633" y="17416"/>
                  </a:lnTo>
                  <a:lnTo>
                    <a:pt x="1258099" y="17416"/>
                  </a:lnTo>
                  <a:lnTo>
                    <a:pt x="1260566" y="17416"/>
                  </a:lnTo>
                  <a:lnTo>
                    <a:pt x="1263033" y="17416"/>
                  </a:lnTo>
                  <a:lnTo>
                    <a:pt x="1263033" y="13062"/>
                  </a:lnTo>
                  <a:lnTo>
                    <a:pt x="1265500" y="13062"/>
                  </a:lnTo>
                  <a:lnTo>
                    <a:pt x="1267967" y="13062"/>
                  </a:lnTo>
                  <a:lnTo>
                    <a:pt x="1270434" y="13062"/>
                  </a:lnTo>
                  <a:lnTo>
                    <a:pt x="1272901" y="13062"/>
                  </a:lnTo>
                  <a:lnTo>
                    <a:pt x="1275367" y="13062"/>
                  </a:lnTo>
                  <a:lnTo>
                    <a:pt x="1277834" y="13062"/>
                  </a:lnTo>
                  <a:lnTo>
                    <a:pt x="1280301" y="13062"/>
                  </a:lnTo>
                  <a:lnTo>
                    <a:pt x="1282768" y="13062"/>
                  </a:lnTo>
                  <a:lnTo>
                    <a:pt x="1285235" y="13062"/>
                  </a:lnTo>
                  <a:lnTo>
                    <a:pt x="1287702" y="13062"/>
                  </a:lnTo>
                  <a:lnTo>
                    <a:pt x="1290169" y="13062"/>
                  </a:lnTo>
                  <a:lnTo>
                    <a:pt x="1292636" y="13062"/>
                  </a:lnTo>
                  <a:lnTo>
                    <a:pt x="1295102" y="13062"/>
                  </a:lnTo>
                  <a:lnTo>
                    <a:pt x="1297569" y="13062"/>
                  </a:lnTo>
                  <a:lnTo>
                    <a:pt x="1300036" y="13062"/>
                  </a:lnTo>
                  <a:lnTo>
                    <a:pt x="1302503" y="13062"/>
                  </a:lnTo>
                  <a:lnTo>
                    <a:pt x="1304970" y="13062"/>
                  </a:lnTo>
                  <a:lnTo>
                    <a:pt x="1307437" y="13062"/>
                  </a:lnTo>
                  <a:lnTo>
                    <a:pt x="1309904" y="13062"/>
                  </a:lnTo>
                  <a:lnTo>
                    <a:pt x="1312370" y="13062"/>
                  </a:lnTo>
                  <a:lnTo>
                    <a:pt x="1314837" y="13062"/>
                  </a:lnTo>
                  <a:lnTo>
                    <a:pt x="1317304" y="13062"/>
                  </a:lnTo>
                  <a:lnTo>
                    <a:pt x="1319771" y="13062"/>
                  </a:lnTo>
                  <a:lnTo>
                    <a:pt x="1324705" y="13062"/>
                  </a:lnTo>
                  <a:lnTo>
                    <a:pt x="1327172" y="13062"/>
                  </a:lnTo>
                  <a:lnTo>
                    <a:pt x="1329638" y="13062"/>
                  </a:lnTo>
                  <a:lnTo>
                    <a:pt x="1332105" y="13062"/>
                  </a:lnTo>
                  <a:lnTo>
                    <a:pt x="1334572" y="13062"/>
                  </a:lnTo>
                  <a:lnTo>
                    <a:pt x="1337039" y="13062"/>
                  </a:lnTo>
                  <a:lnTo>
                    <a:pt x="1339506" y="13062"/>
                  </a:lnTo>
                  <a:lnTo>
                    <a:pt x="1341973" y="13062"/>
                  </a:lnTo>
                  <a:lnTo>
                    <a:pt x="1344440" y="13062"/>
                  </a:lnTo>
                  <a:lnTo>
                    <a:pt x="1346906" y="13062"/>
                  </a:lnTo>
                  <a:lnTo>
                    <a:pt x="1349373" y="13062"/>
                  </a:lnTo>
                  <a:lnTo>
                    <a:pt x="1351840" y="13062"/>
                  </a:lnTo>
                  <a:lnTo>
                    <a:pt x="1354307" y="13062"/>
                  </a:lnTo>
                  <a:lnTo>
                    <a:pt x="1356774" y="13062"/>
                  </a:lnTo>
                  <a:lnTo>
                    <a:pt x="1359241" y="13062"/>
                  </a:lnTo>
                  <a:lnTo>
                    <a:pt x="1361708" y="13062"/>
                  </a:lnTo>
                  <a:lnTo>
                    <a:pt x="1364175" y="13062"/>
                  </a:lnTo>
                  <a:lnTo>
                    <a:pt x="1366641" y="13062"/>
                  </a:lnTo>
                  <a:lnTo>
                    <a:pt x="1369108" y="13062"/>
                  </a:lnTo>
                  <a:lnTo>
                    <a:pt x="1371575" y="13062"/>
                  </a:lnTo>
                  <a:lnTo>
                    <a:pt x="1374042" y="13062"/>
                  </a:lnTo>
                  <a:lnTo>
                    <a:pt x="1378976" y="13062"/>
                  </a:lnTo>
                  <a:lnTo>
                    <a:pt x="1381443" y="13062"/>
                  </a:lnTo>
                  <a:lnTo>
                    <a:pt x="1383909" y="13062"/>
                  </a:lnTo>
                  <a:lnTo>
                    <a:pt x="1386376" y="13062"/>
                  </a:lnTo>
                  <a:lnTo>
                    <a:pt x="1388843" y="13062"/>
                  </a:lnTo>
                  <a:lnTo>
                    <a:pt x="1391310" y="13062"/>
                  </a:lnTo>
                  <a:lnTo>
                    <a:pt x="1393777" y="13062"/>
                  </a:lnTo>
                  <a:lnTo>
                    <a:pt x="1396244" y="13062"/>
                  </a:lnTo>
                  <a:lnTo>
                    <a:pt x="1398711" y="13062"/>
                  </a:lnTo>
                  <a:lnTo>
                    <a:pt x="1401177" y="13062"/>
                  </a:lnTo>
                  <a:lnTo>
                    <a:pt x="1406111" y="13062"/>
                  </a:lnTo>
                  <a:lnTo>
                    <a:pt x="1406111" y="8708"/>
                  </a:lnTo>
                  <a:lnTo>
                    <a:pt x="1408578" y="8708"/>
                  </a:lnTo>
                  <a:lnTo>
                    <a:pt x="1408578" y="4354"/>
                  </a:lnTo>
                  <a:lnTo>
                    <a:pt x="1411045" y="4354"/>
                  </a:lnTo>
                  <a:lnTo>
                    <a:pt x="1413512" y="4354"/>
                  </a:lnTo>
                  <a:lnTo>
                    <a:pt x="1415979" y="4354"/>
                  </a:lnTo>
                  <a:lnTo>
                    <a:pt x="1418445" y="4354"/>
                  </a:lnTo>
                  <a:lnTo>
                    <a:pt x="1420912" y="4354"/>
                  </a:lnTo>
                  <a:lnTo>
                    <a:pt x="1423379" y="4354"/>
                  </a:lnTo>
                  <a:lnTo>
                    <a:pt x="1425846" y="4354"/>
                  </a:lnTo>
                  <a:lnTo>
                    <a:pt x="1428313" y="4354"/>
                  </a:lnTo>
                  <a:lnTo>
                    <a:pt x="1430780" y="4354"/>
                  </a:lnTo>
                  <a:lnTo>
                    <a:pt x="1433247" y="4354"/>
                  </a:lnTo>
                  <a:lnTo>
                    <a:pt x="1435714" y="4354"/>
                  </a:lnTo>
                  <a:lnTo>
                    <a:pt x="1438180" y="4354"/>
                  </a:lnTo>
                  <a:lnTo>
                    <a:pt x="1440647" y="4354"/>
                  </a:lnTo>
                  <a:lnTo>
                    <a:pt x="1443114" y="4354"/>
                  </a:lnTo>
                  <a:lnTo>
                    <a:pt x="1445581" y="4354"/>
                  </a:lnTo>
                  <a:lnTo>
                    <a:pt x="1448048" y="4354"/>
                  </a:lnTo>
                  <a:lnTo>
                    <a:pt x="1450515" y="4354"/>
                  </a:lnTo>
                  <a:lnTo>
                    <a:pt x="1452982" y="4354"/>
                  </a:lnTo>
                  <a:lnTo>
                    <a:pt x="1455448" y="4354"/>
                  </a:lnTo>
                  <a:lnTo>
                    <a:pt x="1457915" y="4354"/>
                  </a:lnTo>
                  <a:lnTo>
                    <a:pt x="1460382" y="4354"/>
                  </a:lnTo>
                  <a:lnTo>
                    <a:pt x="1462849" y="4354"/>
                  </a:lnTo>
                  <a:lnTo>
                    <a:pt x="1465316" y="4354"/>
                  </a:lnTo>
                  <a:lnTo>
                    <a:pt x="1467783" y="4354"/>
                  </a:lnTo>
                  <a:lnTo>
                    <a:pt x="1470250" y="4354"/>
                  </a:lnTo>
                  <a:lnTo>
                    <a:pt x="1472716" y="4354"/>
                  </a:lnTo>
                  <a:lnTo>
                    <a:pt x="1475183" y="4354"/>
                  </a:lnTo>
                  <a:lnTo>
                    <a:pt x="1475183" y="0"/>
                  </a:lnTo>
                  <a:lnTo>
                    <a:pt x="1477650" y="0"/>
                  </a:lnTo>
                  <a:lnTo>
                    <a:pt x="1480117" y="0"/>
                  </a:lnTo>
                  <a:lnTo>
                    <a:pt x="1482584" y="0"/>
                  </a:lnTo>
                  <a:lnTo>
                    <a:pt x="1485051" y="0"/>
                  </a:lnTo>
                  <a:lnTo>
                    <a:pt x="1487518" y="0"/>
                  </a:lnTo>
                  <a:lnTo>
                    <a:pt x="1489985" y="0"/>
                  </a:lnTo>
                  <a:lnTo>
                    <a:pt x="1492451" y="0"/>
                  </a:lnTo>
                  <a:lnTo>
                    <a:pt x="1494918" y="0"/>
                  </a:lnTo>
                  <a:lnTo>
                    <a:pt x="1497385" y="0"/>
                  </a:lnTo>
                  <a:lnTo>
                    <a:pt x="1502319" y="0"/>
                  </a:lnTo>
                  <a:lnTo>
                    <a:pt x="1504786" y="0"/>
                  </a:lnTo>
                  <a:lnTo>
                    <a:pt x="1507253" y="0"/>
                  </a:lnTo>
                  <a:lnTo>
                    <a:pt x="1509719" y="0"/>
                  </a:lnTo>
                  <a:lnTo>
                    <a:pt x="1512186" y="0"/>
                  </a:lnTo>
                  <a:lnTo>
                    <a:pt x="1514653" y="0"/>
                  </a:lnTo>
                  <a:lnTo>
                    <a:pt x="1517120" y="0"/>
                  </a:lnTo>
                  <a:lnTo>
                    <a:pt x="1519587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8494503" y="11752243"/>
              <a:ext cx="1671546" cy="1671546"/>
            </a:xfrm>
            <a:custGeom>
              <a:avLst/>
              <a:pathLst>
                <a:path w="1671546" h="1671546">
                  <a:moveTo>
                    <a:pt x="0" y="1671546"/>
                  </a:moveTo>
                  <a:lnTo>
                    <a:pt x="0" y="1671546"/>
                  </a:lnTo>
                  <a:lnTo>
                    <a:pt x="1671546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83" name="pg6083"/>
            <p:cNvSpPr/>
            <p:nvPr/>
          </p:nvSpPr>
          <p:spPr>
            <a:xfrm>
              <a:off x="8950379" y="12616226"/>
              <a:ext cx="1215669" cy="807562"/>
            </a:xfrm>
            <a:custGeom>
              <a:avLst/>
              <a:pathLst>
                <a:path w="1215669" h="807562">
                  <a:moveTo>
                    <a:pt x="1215669" y="807562"/>
                  </a:moveTo>
                  <a:lnTo>
                    <a:pt x="1215669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807562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tx6084"/>
            <p:cNvSpPr/>
            <p:nvPr/>
          </p:nvSpPr>
          <p:spPr>
            <a:xfrm>
              <a:off x="8995909" y="12631151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0.36 [0.340, 0.563]</a:t>
              </a:r>
            </a:p>
          </p:txBody>
        </p:sp>
        <p:sp>
          <p:nvSpPr>
            <p:cNvPr id="6085" name="tx6085"/>
            <p:cNvSpPr/>
            <p:nvPr/>
          </p:nvSpPr>
          <p:spPr>
            <a:xfrm>
              <a:off x="8995909" y="12876595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0.895</a:t>
              </a:r>
            </a:p>
          </p:txBody>
        </p:sp>
        <p:sp>
          <p:nvSpPr>
            <p:cNvPr id="6086" name="tx6086"/>
            <p:cNvSpPr/>
            <p:nvPr/>
          </p:nvSpPr>
          <p:spPr>
            <a:xfrm>
              <a:off x="8995909" y="13096548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0.700</a:t>
              </a:r>
            </a:p>
          </p:txBody>
        </p:sp>
        <p:sp>
          <p:nvSpPr>
            <p:cNvPr id="6087" name="tx6087"/>
            <p:cNvSpPr/>
            <p:nvPr/>
          </p:nvSpPr>
          <p:spPr>
            <a:xfrm>
              <a:off x="8995909" y="13315092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0.868</a:t>
              </a:r>
            </a:p>
          </p:txBody>
        </p:sp>
        <p:sp>
          <p:nvSpPr>
            <p:cNvPr id="6088" name="tx6088"/>
            <p:cNvSpPr/>
            <p:nvPr/>
          </p:nvSpPr>
          <p:spPr>
            <a:xfrm>
              <a:off x="8137952" y="13294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6089" name="tx6089"/>
            <p:cNvSpPr/>
            <p:nvPr/>
          </p:nvSpPr>
          <p:spPr>
            <a:xfrm>
              <a:off x="8137952" y="12914850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6090" name="tx6090"/>
            <p:cNvSpPr/>
            <p:nvPr/>
          </p:nvSpPr>
          <p:spPr>
            <a:xfrm>
              <a:off x="8137952" y="1253495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6091" name="tx6091"/>
            <p:cNvSpPr/>
            <p:nvPr/>
          </p:nvSpPr>
          <p:spPr>
            <a:xfrm>
              <a:off x="8137952" y="1215505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6092" name="tx6092"/>
            <p:cNvSpPr/>
            <p:nvPr/>
          </p:nvSpPr>
          <p:spPr>
            <a:xfrm>
              <a:off x="8137952" y="11775160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6093" name="tx6093"/>
            <p:cNvSpPr/>
            <p:nvPr/>
          </p:nvSpPr>
          <p:spPr>
            <a:xfrm>
              <a:off x="8432062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6094" name="tx6094"/>
            <p:cNvSpPr/>
            <p:nvPr/>
          </p:nvSpPr>
          <p:spPr>
            <a:xfrm>
              <a:off x="8811959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6095" name="tx6095"/>
            <p:cNvSpPr/>
            <p:nvPr/>
          </p:nvSpPr>
          <p:spPr>
            <a:xfrm>
              <a:off x="919185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6096" name="tx6096"/>
            <p:cNvSpPr/>
            <p:nvPr/>
          </p:nvSpPr>
          <p:spPr>
            <a:xfrm>
              <a:off x="9571753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6097" name="tx6097"/>
            <p:cNvSpPr/>
            <p:nvPr/>
          </p:nvSpPr>
          <p:spPr>
            <a:xfrm>
              <a:off x="9951650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6098" name="tx6098"/>
            <p:cNvSpPr/>
            <p:nvPr/>
          </p:nvSpPr>
          <p:spPr>
            <a:xfrm>
              <a:off x="7951892" y="13651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6099" name="tx6099"/>
            <p:cNvSpPr/>
            <p:nvPr/>
          </p:nvSpPr>
          <p:spPr>
            <a:xfrm rot="-5400000">
              <a:off x="6766934" y="1250458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6100" name="tx6100"/>
            <p:cNvSpPr/>
            <p:nvPr/>
          </p:nvSpPr>
          <p:spPr>
            <a:xfrm>
              <a:off x="8494503" y="1147284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R.</a:t>
              </a:r>
            </a:p>
          </p:txBody>
        </p:sp>
        <p:sp>
          <p:nvSpPr>
            <p:cNvPr id="6101" name="rc6101"/>
            <p:cNvSpPr/>
            <p:nvPr/>
          </p:nvSpPr>
          <p:spPr>
            <a:xfrm>
              <a:off x="10698162" y="11384280"/>
              <a:ext cx="4937759" cy="25603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rc6102"/>
            <p:cNvSpPr/>
            <p:nvPr/>
          </p:nvSpPr>
          <p:spPr>
            <a:xfrm>
              <a:off x="11193776" y="11681558"/>
              <a:ext cx="4372557" cy="18531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11193776" y="1335692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11193776" y="1298689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11193776" y="12616863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11193776" y="1224683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11193776" y="1187680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12116645" y="1168155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13154469" y="1168155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14192293" y="1168155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15230117" y="1168155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11193776" y="13171909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11193776" y="128018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11193776" y="1243184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11193776" y="1206181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11193776" y="1169178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11597733" y="1168155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12635557" y="1168155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13673381" y="1168155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14711205" y="1168155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t6121"/>
            <p:cNvSpPr/>
            <p:nvPr/>
          </p:nvSpPr>
          <p:spPr>
            <a:xfrm>
              <a:off x="12013837" y="13022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t6122"/>
            <p:cNvSpPr/>
            <p:nvPr/>
          </p:nvSpPr>
          <p:spPr>
            <a:xfrm>
              <a:off x="12191397" y="13216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t6123"/>
            <p:cNvSpPr/>
            <p:nvPr/>
          </p:nvSpPr>
          <p:spPr>
            <a:xfrm>
              <a:off x="11806915" y="13303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t6124"/>
            <p:cNvSpPr/>
            <p:nvPr/>
          </p:nvSpPr>
          <p:spPr>
            <a:xfrm>
              <a:off x="12728974" y="12984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t6125"/>
            <p:cNvSpPr/>
            <p:nvPr/>
          </p:nvSpPr>
          <p:spPr>
            <a:xfrm>
              <a:off x="12734566" y="12920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t6126"/>
            <p:cNvSpPr/>
            <p:nvPr/>
          </p:nvSpPr>
          <p:spPr>
            <a:xfrm>
              <a:off x="12905136" y="12881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t6127"/>
            <p:cNvSpPr/>
            <p:nvPr/>
          </p:nvSpPr>
          <p:spPr>
            <a:xfrm>
              <a:off x="12161338" y="13059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t6128"/>
            <p:cNvSpPr/>
            <p:nvPr/>
          </p:nvSpPr>
          <p:spPr>
            <a:xfrm>
              <a:off x="11992166" y="13101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t6129"/>
            <p:cNvSpPr/>
            <p:nvPr/>
          </p:nvSpPr>
          <p:spPr>
            <a:xfrm>
              <a:off x="11884511" y="13084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t6130"/>
            <p:cNvSpPr/>
            <p:nvPr/>
          </p:nvSpPr>
          <p:spPr>
            <a:xfrm>
              <a:off x="13246277" y="13227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t6131"/>
            <p:cNvSpPr/>
            <p:nvPr/>
          </p:nvSpPr>
          <p:spPr>
            <a:xfrm>
              <a:off x="11995661" y="12994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t6132"/>
            <p:cNvSpPr/>
            <p:nvPr/>
          </p:nvSpPr>
          <p:spPr>
            <a:xfrm>
              <a:off x="12429777" y="13037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t6133"/>
            <p:cNvSpPr/>
            <p:nvPr/>
          </p:nvSpPr>
          <p:spPr>
            <a:xfrm>
              <a:off x="12215165" y="13040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t6134"/>
            <p:cNvSpPr/>
            <p:nvPr/>
          </p:nvSpPr>
          <p:spPr>
            <a:xfrm>
              <a:off x="11560846" y="13130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t6135"/>
            <p:cNvSpPr/>
            <p:nvPr/>
          </p:nvSpPr>
          <p:spPr>
            <a:xfrm>
              <a:off x="11536379" y="13380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t6136"/>
            <p:cNvSpPr/>
            <p:nvPr/>
          </p:nvSpPr>
          <p:spPr>
            <a:xfrm>
              <a:off x="13151205" y="12851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t6137"/>
            <p:cNvSpPr/>
            <p:nvPr/>
          </p:nvSpPr>
          <p:spPr>
            <a:xfrm>
              <a:off x="13363719" y="13241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t6138"/>
            <p:cNvSpPr/>
            <p:nvPr/>
          </p:nvSpPr>
          <p:spPr>
            <a:xfrm>
              <a:off x="13417547" y="13321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t6139"/>
            <p:cNvSpPr/>
            <p:nvPr/>
          </p:nvSpPr>
          <p:spPr>
            <a:xfrm>
              <a:off x="11785244" y="13329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t6140"/>
            <p:cNvSpPr/>
            <p:nvPr/>
          </p:nvSpPr>
          <p:spPr>
            <a:xfrm>
              <a:off x="12134774" y="133291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t6141"/>
            <p:cNvSpPr/>
            <p:nvPr/>
          </p:nvSpPr>
          <p:spPr>
            <a:xfrm>
              <a:off x="12039702" y="12850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t6142"/>
            <p:cNvSpPr/>
            <p:nvPr/>
          </p:nvSpPr>
          <p:spPr>
            <a:xfrm>
              <a:off x="12066266" y="12848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t6143"/>
            <p:cNvSpPr/>
            <p:nvPr/>
          </p:nvSpPr>
          <p:spPr>
            <a:xfrm>
              <a:off x="12066266" y="12848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t6144"/>
            <p:cNvSpPr/>
            <p:nvPr/>
          </p:nvSpPr>
          <p:spPr>
            <a:xfrm>
              <a:off x="12132677" y="1313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t6145"/>
            <p:cNvSpPr/>
            <p:nvPr/>
          </p:nvSpPr>
          <p:spPr>
            <a:xfrm>
              <a:off x="12502479" y="13165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t6146"/>
            <p:cNvSpPr/>
            <p:nvPr/>
          </p:nvSpPr>
          <p:spPr>
            <a:xfrm>
              <a:off x="12543024" y="1303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t6147"/>
            <p:cNvSpPr/>
            <p:nvPr/>
          </p:nvSpPr>
          <p:spPr>
            <a:xfrm>
              <a:off x="12543024" y="1303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t6148"/>
            <p:cNvSpPr/>
            <p:nvPr/>
          </p:nvSpPr>
          <p:spPr>
            <a:xfrm>
              <a:off x="12425582" y="12814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t6149"/>
            <p:cNvSpPr/>
            <p:nvPr/>
          </p:nvSpPr>
          <p:spPr>
            <a:xfrm>
              <a:off x="12341695" y="12757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t6150"/>
            <p:cNvSpPr/>
            <p:nvPr/>
          </p:nvSpPr>
          <p:spPr>
            <a:xfrm>
              <a:off x="13677596" y="12913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t6151"/>
            <p:cNvSpPr/>
            <p:nvPr/>
          </p:nvSpPr>
          <p:spPr>
            <a:xfrm>
              <a:off x="14269699" y="12884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t6152"/>
            <p:cNvSpPr/>
            <p:nvPr/>
          </p:nvSpPr>
          <p:spPr>
            <a:xfrm>
              <a:off x="14269699" y="12884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t6153"/>
            <p:cNvSpPr/>
            <p:nvPr/>
          </p:nvSpPr>
          <p:spPr>
            <a:xfrm>
              <a:off x="13294512" y="12778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t6154"/>
            <p:cNvSpPr/>
            <p:nvPr/>
          </p:nvSpPr>
          <p:spPr>
            <a:xfrm>
              <a:off x="13035161" y="12724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t6155"/>
            <p:cNvSpPr/>
            <p:nvPr/>
          </p:nvSpPr>
          <p:spPr>
            <a:xfrm>
              <a:off x="13254666" y="13085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t6156"/>
            <p:cNvSpPr/>
            <p:nvPr/>
          </p:nvSpPr>
          <p:spPr>
            <a:xfrm>
              <a:off x="13239287" y="13117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t6157"/>
            <p:cNvSpPr/>
            <p:nvPr/>
          </p:nvSpPr>
          <p:spPr>
            <a:xfrm>
              <a:off x="12511566" y="13236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t6158"/>
            <p:cNvSpPr/>
            <p:nvPr/>
          </p:nvSpPr>
          <p:spPr>
            <a:xfrm>
              <a:off x="14087944" y="12807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t6159"/>
            <p:cNvSpPr/>
            <p:nvPr/>
          </p:nvSpPr>
          <p:spPr>
            <a:xfrm>
              <a:off x="14517166" y="12704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t6160"/>
            <p:cNvSpPr/>
            <p:nvPr/>
          </p:nvSpPr>
          <p:spPr>
            <a:xfrm>
              <a:off x="12053683" y="13200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t6161"/>
            <p:cNvSpPr/>
            <p:nvPr/>
          </p:nvSpPr>
          <p:spPr>
            <a:xfrm>
              <a:off x="12337501" y="13304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t6162"/>
            <p:cNvSpPr/>
            <p:nvPr/>
          </p:nvSpPr>
          <p:spPr>
            <a:xfrm>
              <a:off x="11769166" y="12899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t6163"/>
            <p:cNvSpPr/>
            <p:nvPr/>
          </p:nvSpPr>
          <p:spPr>
            <a:xfrm>
              <a:off x="11595799" y="12782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t6164"/>
            <p:cNvSpPr/>
            <p:nvPr/>
          </p:nvSpPr>
          <p:spPr>
            <a:xfrm>
              <a:off x="12903039" y="12957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t6165"/>
            <p:cNvSpPr/>
            <p:nvPr/>
          </p:nvSpPr>
          <p:spPr>
            <a:xfrm>
              <a:off x="13018384" y="12672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t6166"/>
            <p:cNvSpPr/>
            <p:nvPr/>
          </p:nvSpPr>
          <p:spPr>
            <a:xfrm>
              <a:off x="13310591" y="12696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t6167"/>
            <p:cNvSpPr/>
            <p:nvPr/>
          </p:nvSpPr>
          <p:spPr>
            <a:xfrm>
              <a:off x="13436421" y="12707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t6168"/>
            <p:cNvSpPr/>
            <p:nvPr/>
          </p:nvSpPr>
          <p:spPr>
            <a:xfrm>
              <a:off x="13512619" y="12708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t6169"/>
            <p:cNvSpPr/>
            <p:nvPr/>
          </p:nvSpPr>
          <p:spPr>
            <a:xfrm>
              <a:off x="13516114" y="12716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t6170"/>
            <p:cNvSpPr/>
            <p:nvPr/>
          </p:nvSpPr>
          <p:spPr>
            <a:xfrm>
              <a:off x="14143170" y="12680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t6171"/>
            <p:cNvSpPr/>
            <p:nvPr/>
          </p:nvSpPr>
          <p:spPr>
            <a:xfrm>
              <a:off x="14453552" y="126989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t6172"/>
            <p:cNvSpPr/>
            <p:nvPr/>
          </p:nvSpPr>
          <p:spPr>
            <a:xfrm>
              <a:off x="12290664" y="12904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t6173"/>
            <p:cNvSpPr/>
            <p:nvPr/>
          </p:nvSpPr>
          <p:spPr>
            <a:xfrm>
              <a:off x="11663608" y="13395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t6174"/>
            <p:cNvSpPr/>
            <p:nvPr/>
          </p:nvSpPr>
          <p:spPr>
            <a:xfrm>
              <a:off x="11852354" y="13190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t6175"/>
            <p:cNvSpPr/>
            <p:nvPr/>
          </p:nvSpPr>
          <p:spPr>
            <a:xfrm>
              <a:off x="11671997" y="13089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t6176"/>
            <p:cNvSpPr/>
            <p:nvPr/>
          </p:nvSpPr>
          <p:spPr>
            <a:xfrm>
              <a:off x="11667802" y="13140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t6177"/>
            <p:cNvSpPr/>
            <p:nvPr/>
          </p:nvSpPr>
          <p:spPr>
            <a:xfrm>
              <a:off x="14046000" y="12912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t6178"/>
            <p:cNvSpPr/>
            <p:nvPr/>
          </p:nvSpPr>
          <p:spPr>
            <a:xfrm>
              <a:off x="13896402" y="12880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t6179"/>
            <p:cNvSpPr/>
            <p:nvPr/>
          </p:nvSpPr>
          <p:spPr>
            <a:xfrm>
              <a:off x="13686684" y="13247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t6180"/>
            <p:cNvSpPr/>
            <p:nvPr/>
          </p:nvSpPr>
          <p:spPr>
            <a:xfrm>
              <a:off x="12049489" y="13192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t6181"/>
            <p:cNvSpPr/>
            <p:nvPr/>
          </p:nvSpPr>
          <p:spPr>
            <a:xfrm>
              <a:off x="12173222" y="13082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t6182"/>
            <p:cNvSpPr/>
            <p:nvPr/>
          </p:nvSpPr>
          <p:spPr>
            <a:xfrm>
              <a:off x="12289266" y="13103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t6183"/>
            <p:cNvSpPr/>
            <p:nvPr/>
          </p:nvSpPr>
          <p:spPr>
            <a:xfrm>
              <a:off x="12473118" y="12793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t6184"/>
            <p:cNvSpPr/>
            <p:nvPr/>
          </p:nvSpPr>
          <p:spPr>
            <a:xfrm>
              <a:off x="12510168" y="13128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t6185"/>
            <p:cNvSpPr/>
            <p:nvPr/>
          </p:nvSpPr>
          <p:spPr>
            <a:xfrm>
              <a:off x="12216564" y="12796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t6186"/>
            <p:cNvSpPr/>
            <p:nvPr/>
          </p:nvSpPr>
          <p:spPr>
            <a:xfrm>
              <a:off x="12262002" y="12763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t6187"/>
            <p:cNvSpPr/>
            <p:nvPr/>
          </p:nvSpPr>
          <p:spPr>
            <a:xfrm>
              <a:off x="12262002" y="12763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t6188"/>
            <p:cNvSpPr/>
            <p:nvPr/>
          </p:nvSpPr>
          <p:spPr>
            <a:xfrm>
              <a:off x="12367560" y="12936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t6189"/>
            <p:cNvSpPr/>
            <p:nvPr/>
          </p:nvSpPr>
          <p:spPr>
            <a:xfrm>
              <a:off x="12545121" y="12935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t6190"/>
            <p:cNvSpPr/>
            <p:nvPr/>
          </p:nvSpPr>
          <p:spPr>
            <a:xfrm>
              <a:off x="12382940" y="12986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t6191"/>
            <p:cNvSpPr/>
            <p:nvPr/>
          </p:nvSpPr>
          <p:spPr>
            <a:xfrm>
              <a:off x="13523104" y="13255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t6192"/>
            <p:cNvSpPr/>
            <p:nvPr/>
          </p:nvSpPr>
          <p:spPr>
            <a:xfrm>
              <a:off x="13503531" y="12981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t6193"/>
            <p:cNvSpPr/>
            <p:nvPr/>
          </p:nvSpPr>
          <p:spPr>
            <a:xfrm>
              <a:off x="13497938" y="13095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t6194"/>
            <p:cNvSpPr/>
            <p:nvPr/>
          </p:nvSpPr>
          <p:spPr>
            <a:xfrm>
              <a:off x="11756583" y="12820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t6195"/>
            <p:cNvSpPr/>
            <p:nvPr/>
          </p:nvSpPr>
          <p:spPr>
            <a:xfrm>
              <a:off x="11790837" y="13258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t6196"/>
            <p:cNvSpPr/>
            <p:nvPr/>
          </p:nvSpPr>
          <p:spPr>
            <a:xfrm>
              <a:off x="11865636" y="131797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t6197"/>
            <p:cNvSpPr/>
            <p:nvPr/>
          </p:nvSpPr>
          <p:spPr>
            <a:xfrm>
              <a:off x="14023631" y="13016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t6198"/>
            <p:cNvSpPr/>
            <p:nvPr/>
          </p:nvSpPr>
          <p:spPr>
            <a:xfrm>
              <a:off x="14386442" y="12948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t6199"/>
            <p:cNvSpPr/>
            <p:nvPr/>
          </p:nvSpPr>
          <p:spPr>
            <a:xfrm>
              <a:off x="14205386" y="13043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t6200"/>
            <p:cNvSpPr/>
            <p:nvPr/>
          </p:nvSpPr>
          <p:spPr>
            <a:xfrm>
              <a:off x="14214474" y="12991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t6201"/>
            <p:cNvSpPr/>
            <p:nvPr/>
          </p:nvSpPr>
          <p:spPr>
            <a:xfrm>
              <a:off x="12013837" y="13205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t6202"/>
            <p:cNvSpPr/>
            <p:nvPr/>
          </p:nvSpPr>
          <p:spPr>
            <a:xfrm>
              <a:off x="12010341" y="13184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t6203"/>
            <p:cNvSpPr/>
            <p:nvPr/>
          </p:nvSpPr>
          <p:spPr>
            <a:xfrm>
              <a:off x="11833479" y="13048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t6204"/>
            <p:cNvSpPr/>
            <p:nvPr/>
          </p:nvSpPr>
          <p:spPr>
            <a:xfrm>
              <a:off x="11907580" y="13017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t6205"/>
            <p:cNvSpPr/>
            <p:nvPr/>
          </p:nvSpPr>
          <p:spPr>
            <a:xfrm>
              <a:off x="11934144" y="13025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t6206"/>
            <p:cNvSpPr/>
            <p:nvPr/>
          </p:nvSpPr>
          <p:spPr>
            <a:xfrm>
              <a:off x="12629008" y="13201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t6207"/>
            <p:cNvSpPr/>
            <p:nvPr/>
          </p:nvSpPr>
          <p:spPr>
            <a:xfrm>
              <a:off x="12939390" y="13134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t6208"/>
            <p:cNvSpPr/>
            <p:nvPr/>
          </p:nvSpPr>
          <p:spPr>
            <a:xfrm>
              <a:off x="12057877" y="13163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t6209"/>
            <p:cNvSpPr/>
            <p:nvPr/>
          </p:nvSpPr>
          <p:spPr>
            <a:xfrm>
              <a:off x="12168329" y="12814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t6210"/>
            <p:cNvSpPr/>
            <p:nvPr/>
          </p:nvSpPr>
          <p:spPr>
            <a:xfrm>
              <a:off x="13411255" y="13004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t6211"/>
            <p:cNvSpPr/>
            <p:nvPr/>
          </p:nvSpPr>
          <p:spPr>
            <a:xfrm>
              <a:off x="12082344" y="13133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t6212"/>
            <p:cNvSpPr/>
            <p:nvPr/>
          </p:nvSpPr>
          <p:spPr>
            <a:xfrm>
              <a:off x="12661165" y="12867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t6213"/>
            <p:cNvSpPr/>
            <p:nvPr/>
          </p:nvSpPr>
          <p:spPr>
            <a:xfrm>
              <a:off x="12476613" y="12720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t6214"/>
            <p:cNvSpPr/>
            <p:nvPr/>
          </p:nvSpPr>
          <p:spPr>
            <a:xfrm>
              <a:off x="13235791" y="13089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t6215"/>
            <p:cNvSpPr/>
            <p:nvPr/>
          </p:nvSpPr>
          <p:spPr>
            <a:xfrm>
              <a:off x="13999863" y="12980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t6216"/>
            <p:cNvSpPr/>
            <p:nvPr/>
          </p:nvSpPr>
          <p:spPr>
            <a:xfrm>
              <a:off x="13711850" y="13013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t6217"/>
            <p:cNvSpPr/>
            <p:nvPr/>
          </p:nvSpPr>
          <p:spPr>
            <a:xfrm>
              <a:off x="13767775" y="12946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t6218"/>
            <p:cNvSpPr/>
            <p:nvPr/>
          </p:nvSpPr>
          <p:spPr>
            <a:xfrm>
              <a:off x="11986573" y="13344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t6219"/>
            <p:cNvSpPr/>
            <p:nvPr/>
          </p:nvSpPr>
          <p:spPr>
            <a:xfrm>
              <a:off x="11973990" y="12833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t6220"/>
            <p:cNvSpPr/>
            <p:nvPr/>
          </p:nvSpPr>
          <p:spPr>
            <a:xfrm>
              <a:off x="11841868" y="13249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t6221"/>
            <p:cNvSpPr/>
            <p:nvPr/>
          </p:nvSpPr>
          <p:spPr>
            <a:xfrm>
              <a:off x="11921561" y="12980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t6222"/>
            <p:cNvSpPr/>
            <p:nvPr/>
          </p:nvSpPr>
          <p:spPr>
            <a:xfrm>
              <a:off x="12083742" y="13275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t6223"/>
            <p:cNvSpPr/>
            <p:nvPr/>
          </p:nvSpPr>
          <p:spPr>
            <a:xfrm>
              <a:off x="12325617" y="13323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t6224"/>
            <p:cNvSpPr/>
            <p:nvPr/>
          </p:nvSpPr>
          <p:spPr>
            <a:xfrm>
              <a:off x="12104015" y="12792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t6225"/>
            <p:cNvSpPr/>
            <p:nvPr/>
          </p:nvSpPr>
          <p:spPr>
            <a:xfrm>
              <a:off x="11957912" y="13243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t6226"/>
            <p:cNvSpPr/>
            <p:nvPr/>
          </p:nvSpPr>
          <p:spPr>
            <a:xfrm>
              <a:off x="12965256" y="13018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t6227"/>
            <p:cNvSpPr/>
            <p:nvPr/>
          </p:nvSpPr>
          <p:spPr>
            <a:xfrm>
              <a:off x="13405663" y="13187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t6228"/>
            <p:cNvSpPr/>
            <p:nvPr/>
          </p:nvSpPr>
          <p:spPr>
            <a:xfrm>
              <a:off x="13728628" y="13156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t6229"/>
            <p:cNvSpPr/>
            <p:nvPr/>
          </p:nvSpPr>
          <p:spPr>
            <a:xfrm>
              <a:off x="11635646" y="13050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t6230"/>
            <p:cNvSpPr/>
            <p:nvPr/>
          </p:nvSpPr>
          <p:spPr>
            <a:xfrm>
              <a:off x="12308140" y="13249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t6231"/>
            <p:cNvSpPr/>
            <p:nvPr/>
          </p:nvSpPr>
          <p:spPr>
            <a:xfrm>
              <a:off x="12578676" y="13271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t6232"/>
            <p:cNvSpPr/>
            <p:nvPr/>
          </p:nvSpPr>
          <p:spPr>
            <a:xfrm>
              <a:off x="12410902" y="13260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t6233"/>
            <p:cNvSpPr/>
            <p:nvPr/>
          </p:nvSpPr>
          <p:spPr>
            <a:xfrm>
              <a:off x="12694720" y="12801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t6234"/>
            <p:cNvSpPr/>
            <p:nvPr/>
          </p:nvSpPr>
          <p:spPr>
            <a:xfrm>
              <a:off x="12808666" y="12728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t6235"/>
            <p:cNvSpPr/>
            <p:nvPr/>
          </p:nvSpPr>
          <p:spPr>
            <a:xfrm>
              <a:off x="13203635" y="12718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t6236"/>
            <p:cNvSpPr/>
            <p:nvPr/>
          </p:nvSpPr>
          <p:spPr>
            <a:xfrm>
              <a:off x="13203635" y="12718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t6237"/>
            <p:cNvSpPr/>
            <p:nvPr/>
          </p:nvSpPr>
          <p:spPr>
            <a:xfrm>
              <a:off x="12893252" y="12655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t6238"/>
            <p:cNvSpPr/>
            <p:nvPr/>
          </p:nvSpPr>
          <p:spPr>
            <a:xfrm>
              <a:off x="12194893" y="13018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t6239"/>
            <p:cNvSpPr/>
            <p:nvPr/>
          </p:nvSpPr>
          <p:spPr>
            <a:xfrm>
              <a:off x="12193495" y="13255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t6240"/>
            <p:cNvSpPr/>
            <p:nvPr/>
          </p:nvSpPr>
          <p:spPr>
            <a:xfrm>
              <a:off x="12234739" y="13335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t6241"/>
            <p:cNvSpPr/>
            <p:nvPr/>
          </p:nvSpPr>
          <p:spPr>
            <a:xfrm>
              <a:off x="12206777" y="13301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t6242"/>
            <p:cNvSpPr/>
            <p:nvPr/>
          </p:nvSpPr>
          <p:spPr>
            <a:xfrm>
              <a:off x="12198388" y="12902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t6243"/>
            <p:cNvSpPr/>
            <p:nvPr/>
          </p:nvSpPr>
          <p:spPr>
            <a:xfrm>
              <a:off x="12214466" y="13234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t6244"/>
            <p:cNvSpPr/>
            <p:nvPr/>
          </p:nvSpPr>
          <p:spPr>
            <a:xfrm>
              <a:off x="12196291" y="13248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t6245"/>
            <p:cNvSpPr/>
            <p:nvPr/>
          </p:nvSpPr>
          <p:spPr>
            <a:xfrm>
              <a:off x="14208182" y="12667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t6246"/>
            <p:cNvSpPr/>
            <p:nvPr/>
          </p:nvSpPr>
          <p:spPr>
            <a:xfrm>
              <a:off x="14168336" y="12669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t6247"/>
            <p:cNvSpPr/>
            <p:nvPr/>
          </p:nvSpPr>
          <p:spPr>
            <a:xfrm>
              <a:off x="14501088" y="12642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t6248"/>
            <p:cNvSpPr/>
            <p:nvPr/>
          </p:nvSpPr>
          <p:spPr>
            <a:xfrm>
              <a:off x="11623063" y="13425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t6249"/>
            <p:cNvSpPr/>
            <p:nvPr/>
          </p:nvSpPr>
          <p:spPr>
            <a:xfrm>
              <a:off x="11712542" y="13108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t6250"/>
            <p:cNvSpPr/>
            <p:nvPr/>
          </p:nvSpPr>
          <p:spPr>
            <a:xfrm>
              <a:off x="12156445" y="13315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t6251"/>
            <p:cNvSpPr/>
            <p:nvPr/>
          </p:nvSpPr>
          <p:spPr>
            <a:xfrm>
              <a:off x="11876122" y="12942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t6252"/>
            <p:cNvSpPr/>
            <p:nvPr/>
          </p:nvSpPr>
          <p:spPr>
            <a:xfrm>
              <a:off x="11886608" y="13305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t6253"/>
            <p:cNvSpPr/>
            <p:nvPr/>
          </p:nvSpPr>
          <p:spPr>
            <a:xfrm>
              <a:off x="12301150" y="12882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t6254"/>
            <p:cNvSpPr/>
            <p:nvPr/>
          </p:nvSpPr>
          <p:spPr>
            <a:xfrm>
              <a:off x="12539529" y="12940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t6255"/>
            <p:cNvSpPr/>
            <p:nvPr/>
          </p:nvSpPr>
          <p:spPr>
            <a:xfrm>
              <a:off x="11964203" y="13306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t6256"/>
            <p:cNvSpPr/>
            <p:nvPr/>
          </p:nvSpPr>
          <p:spPr>
            <a:xfrm>
              <a:off x="12078849" y="13110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t6257"/>
            <p:cNvSpPr/>
            <p:nvPr/>
          </p:nvSpPr>
          <p:spPr>
            <a:xfrm>
              <a:off x="12431874" y="13163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t6258"/>
            <p:cNvSpPr/>
            <p:nvPr/>
          </p:nvSpPr>
          <p:spPr>
            <a:xfrm>
              <a:off x="12431874" y="13163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t6259"/>
            <p:cNvSpPr/>
            <p:nvPr/>
          </p:nvSpPr>
          <p:spPr>
            <a:xfrm>
              <a:off x="12455642" y="12908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t6260"/>
            <p:cNvSpPr/>
            <p:nvPr/>
          </p:nvSpPr>
          <p:spPr>
            <a:xfrm>
              <a:off x="13114854" y="13075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t6261"/>
            <p:cNvSpPr/>
            <p:nvPr/>
          </p:nvSpPr>
          <p:spPr>
            <a:xfrm>
              <a:off x="13171478" y="13055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t6262"/>
            <p:cNvSpPr/>
            <p:nvPr/>
          </p:nvSpPr>
          <p:spPr>
            <a:xfrm>
              <a:off x="11627257" y="13249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t6263"/>
            <p:cNvSpPr/>
            <p:nvPr/>
          </p:nvSpPr>
          <p:spPr>
            <a:xfrm>
              <a:off x="11617470" y="13407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t6264"/>
            <p:cNvSpPr/>
            <p:nvPr/>
          </p:nvSpPr>
          <p:spPr>
            <a:xfrm>
              <a:off x="12796782" y="12977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t6265"/>
            <p:cNvSpPr/>
            <p:nvPr/>
          </p:nvSpPr>
          <p:spPr>
            <a:xfrm>
              <a:off x="12264799" y="12800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t6266"/>
            <p:cNvSpPr/>
            <p:nvPr/>
          </p:nvSpPr>
          <p:spPr>
            <a:xfrm>
              <a:off x="12315131" y="12832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t6267"/>
            <p:cNvSpPr/>
            <p:nvPr/>
          </p:nvSpPr>
          <p:spPr>
            <a:xfrm>
              <a:off x="12311636" y="12697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t6268"/>
            <p:cNvSpPr/>
            <p:nvPr/>
          </p:nvSpPr>
          <p:spPr>
            <a:xfrm>
              <a:off x="12138968" y="1329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t6269"/>
            <p:cNvSpPr/>
            <p:nvPr/>
          </p:nvSpPr>
          <p:spPr>
            <a:xfrm>
              <a:off x="12256410" y="13082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t6270"/>
            <p:cNvSpPr/>
            <p:nvPr/>
          </p:nvSpPr>
          <p:spPr>
            <a:xfrm>
              <a:off x="12386435" y="13148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t6271"/>
            <p:cNvSpPr/>
            <p:nvPr/>
          </p:nvSpPr>
          <p:spPr>
            <a:xfrm>
              <a:off x="12259905" y="13197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t6272"/>
            <p:cNvSpPr/>
            <p:nvPr/>
          </p:nvSpPr>
          <p:spPr>
            <a:xfrm>
              <a:off x="12262002" y="13140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t6273"/>
            <p:cNvSpPr/>
            <p:nvPr/>
          </p:nvSpPr>
          <p:spPr>
            <a:xfrm>
              <a:off x="12224253" y="12918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t6274"/>
            <p:cNvSpPr/>
            <p:nvPr/>
          </p:nvSpPr>
          <p:spPr>
            <a:xfrm>
              <a:off x="12308839" y="12762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t6275"/>
            <p:cNvSpPr/>
            <p:nvPr/>
          </p:nvSpPr>
          <p:spPr>
            <a:xfrm>
              <a:off x="13135826" y="12951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t6276"/>
            <p:cNvSpPr/>
            <p:nvPr/>
          </p:nvSpPr>
          <p:spPr>
            <a:xfrm>
              <a:off x="13135826" y="12951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t6277"/>
            <p:cNvSpPr/>
            <p:nvPr/>
          </p:nvSpPr>
          <p:spPr>
            <a:xfrm>
              <a:off x="13006500" y="12991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t6278"/>
            <p:cNvSpPr/>
            <p:nvPr/>
          </p:nvSpPr>
          <p:spPr>
            <a:xfrm>
              <a:off x="12872980" y="12942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t6279"/>
            <p:cNvSpPr/>
            <p:nvPr/>
          </p:nvSpPr>
          <p:spPr>
            <a:xfrm>
              <a:off x="13263055" y="12777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t6280"/>
            <p:cNvSpPr/>
            <p:nvPr/>
          </p:nvSpPr>
          <p:spPr>
            <a:xfrm>
              <a:off x="13263055" y="12777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t6281"/>
            <p:cNvSpPr/>
            <p:nvPr/>
          </p:nvSpPr>
          <p:spPr>
            <a:xfrm>
              <a:off x="12754839" y="13276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t6282"/>
            <p:cNvSpPr/>
            <p:nvPr/>
          </p:nvSpPr>
          <p:spPr>
            <a:xfrm>
              <a:off x="11728621" y="12925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t6283"/>
            <p:cNvSpPr/>
            <p:nvPr/>
          </p:nvSpPr>
          <p:spPr>
            <a:xfrm>
              <a:off x="11817401" y="12958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t6284"/>
            <p:cNvSpPr/>
            <p:nvPr/>
          </p:nvSpPr>
          <p:spPr>
            <a:xfrm>
              <a:off x="11843965" y="12959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t6285"/>
            <p:cNvSpPr/>
            <p:nvPr/>
          </p:nvSpPr>
          <p:spPr>
            <a:xfrm>
              <a:off x="11629354" y="13228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t6286"/>
            <p:cNvSpPr/>
            <p:nvPr/>
          </p:nvSpPr>
          <p:spPr>
            <a:xfrm>
              <a:off x="11853752" y="13274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t6287"/>
            <p:cNvSpPr/>
            <p:nvPr/>
          </p:nvSpPr>
          <p:spPr>
            <a:xfrm>
              <a:off x="12337501" y="13036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t6288"/>
            <p:cNvSpPr/>
            <p:nvPr/>
          </p:nvSpPr>
          <p:spPr>
            <a:xfrm>
              <a:off x="12219360" y="13170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t6289"/>
            <p:cNvSpPr/>
            <p:nvPr/>
          </p:nvSpPr>
          <p:spPr>
            <a:xfrm>
              <a:off x="13015588" y="12763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t6290"/>
            <p:cNvSpPr/>
            <p:nvPr/>
          </p:nvSpPr>
          <p:spPr>
            <a:xfrm>
              <a:off x="13084795" y="12750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t6291"/>
            <p:cNvSpPr/>
            <p:nvPr/>
          </p:nvSpPr>
          <p:spPr>
            <a:xfrm>
              <a:off x="14118003" y="13175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t6292"/>
            <p:cNvSpPr/>
            <p:nvPr/>
          </p:nvSpPr>
          <p:spPr>
            <a:xfrm>
              <a:off x="13840477" y="13169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t6293"/>
            <p:cNvSpPr/>
            <p:nvPr/>
          </p:nvSpPr>
          <p:spPr>
            <a:xfrm>
              <a:off x="14024330" y="13105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t6294"/>
            <p:cNvSpPr/>
            <p:nvPr/>
          </p:nvSpPr>
          <p:spPr>
            <a:xfrm>
              <a:off x="14445862" y="13223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t6295"/>
            <p:cNvSpPr/>
            <p:nvPr/>
          </p:nvSpPr>
          <p:spPr>
            <a:xfrm>
              <a:off x="14445862" y="13223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t6296"/>
            <p:cNvSpPr/>
            <p:nvPr/>
          </p:nvSpPr>
          <p:spPr>
            <a:xfrm>
              <a:off x="11588110" y="13116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t6297"/>
            <p:cNvSpPr/>
            <p:nvPr/>
          </p:nvSpPr>
          <p:spPr>
            <a:xfrm>
              <a:off x="11634248" y="1336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t6298"/>
            <p:cNvSpPr/>
            <p:nvPr/>
          </p:nvSpPr>
          <p:spPr>
            <a:xfrm>
              <a:off x="11828586" y="12959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t6299"/>
            <p:cNvSpPr/>
            <p:nvPr/>
          </p:nvSpPr>
          <p:spPr>
            <a:xfrm>
              <a:off x="13075008" y="12868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t6300"/>
            <p:cNvSpPr/>
            <p:nvPr/>
          </p:nvSpPr>
          <p:spPr>
            <a:xfrm>
              <a:off x="13208528" y="131434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t6301"/>
            <p:cNvSpPr/>
            <p:nvPr/>
          </p:nvSpPr>
          <p:spPr>
            <a:xfrm>
              <a:off x="13481161" y="13263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t6302"/>
            <p:cNvSpPr/>
            <p:nvPr/>
          </p:nvSpPr>
          <p:spPr>
            <a:xfrm>
              <a:off x="13352534" y="13137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t6303"/>
            <p:cNvSpPr/>
            <p:nvPr/>
          </p:nvSpPr>
          <p:spPr>
            <a:xfrm>
              <a:off x="14077458" y="12876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t6304"/>
            <p:cNvSpPr/>
            <p:nvPr/>
          </p:nvSpPr>
          <p:spPr>
            <a:xfrm>
              <a:off x="14077458" y="12876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t6305"/>
            <p:cNvSpPr/>
            <p:nvPr/>
          </p:nvSpPr>
          <p:spPr>
            <a:xfrm>
              <a:off x="13315484" y="12925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t6306"/>
            <p:cNvSpPr/>
            <p:nvPr/>
          </p:nvSpPr>
          <p:spPr>
            <a:xfrm>
              <a:off x="12541626" y="12738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t6307"/>
            <p:cNvSpPr/>
            <p:nvPr/>
          </p:nvSpPr>
          <p:spPr>
            <a:xfrm>
              <a:off x="11575527" y="12923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t6308"/>
            <p:cNvSpPr/>
            <p:nvPr/>
          </p:nvSpPr>
          <p:spPr>
            <a:xfrm>
              <a:off x="13106465" y="13084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t6309"/>
            <p:cNvSpPr/>
            <p:nvPr/>
          </p:nvSpPr>
          <p:spPr>
            <a:xfrm>
              <a:off x="12981334" y="13006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t6310"/>
            <p:cNvSpPr/>
            <p:nvPr/>
          </p:nvSpPr>
          <p:spPr>
            <a:xfrm>
              <a:off x="12981334" y="13006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t6311"/>
            <p:cNvSpPr/>
            <p:nvPr/>
          </p:nvSpPr>
          <p:spPr>
            <a:xfrm>
              <a:off x="13007898" y="13057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t6312"/>
            <p:cNvSpPr/>
            <p:nvPr/>
          </p:nvSpPr>
          <p:spPr>
            <a:xfrm>
              <a:off x="13423838" y="12922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t6313"/>
            <p:cNvSpPr/>
            <p:nvPr/>
          </p:nvSpPr>
          <p:spPr>
            <a:xfrm>
              <a:off x="11887307" y="13202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t6314"/>
            <p:cNvSpPr/>
            <p:nvPr/>
          </p:nvSpPr>
          <p:spPr>
            <a:xfrm>
              <a:off x="12832434" y="12999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t6315"/>
            <p:cNvSpPr/>
            <p:nvPr/>
          </p:nvSpPr>
          <p:spPr>
            <a:xfrm>
              <a:off x="11586013" y="13124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t6316"/>
            <p:cNvSpPr/>
            <p:nvPr/>
          </p:nvSpPr>
          <p:spPr>
            <a:xfrm>
              <a:off x="11651724" y="12976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t6317"/>
            <p:cNvSpPr/>
            <p:nvPr/>
          </p:nvSpPr>
          <p:spPr>
            <a:xfrm>
              <a:off x="11688075" y="13355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t6318"/>
            <p:cNvSpPr/>
            <p:nvPr/>
          </p:nvSpPr>
          <p:spPr>
            <a:xfrm>
              <a:off x="13608390" y="13131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t6319"/>
            <p:cNvSpPr/>
            <p:nvPr/>
          </p:nvSpPr>
          <p:spPr>
            <a:xfrm>
              <a:off x="13593709" y="12962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t6320"/>
            <p:cNvSpPr/>
            <p:nvPr/>
          </p:nvSpPr>
          <p:spPr>
            <a:xfrm>
              <a:off x="13390982" y="12986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t6321"/>
            <p:cNvSpPr/>
            <p:nvPr/>
          </p:nvSpPr>
          <p:spPr>
            <a:xfrm>
              <a:off x="14059982" y="12746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t6322"/>
            <p:cNvSpPr/>
            <p:nvPr/>
          </p:nvSpPr>
          <p:spPr>
            <a:xfrm>
              <a:off x="11529389" y="13212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t6323"/>
            <p:cNvSpPr/>
            <p:nvPr/>
          </p:nvSpPr>
          <p:spPr>
            <a:xfrm>
              <a:off x="11532185" y="12954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t6324"/>
            <p:cNvSpPr/>
            <p:nvPr/>
          </p:nvSpPr>
          <p:spPr>
            <a:xfrm>
              <a:off x="11535680" y="12896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t6325"/>
            <p:cNvSpPr/>
            <p:nvPr/>
          </p:nvSpPr>
          <p:spPr>
            <a:xfrm>
              <a:off x="12220758" y="13273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t6326"/>
            <p:cNvSpPr/>
            <p:nvPr/>
          </p:nvSpPr>
          <p:spPr>
            <a:xfrm>
              <a:off x="13091086" y="13117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t6327"/>
            <p:cNvSpPr/>
            <p:nvPr/>
          </p:nvSpPr>
          <p:spPr>
            <a:xfrm>
              <a:off x="11988670" y="13287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t6328"/>
            <p:cNvSpPr/>
            <p:nvPr/>
          </p:nvSpPr>
          <p:spPr>
            <a:xfrm>
              <a:off x="12783500" y="13142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11392528" y="11681558"/>
              <a:ext cx="0" cy="1853153"/>
            </a:xfrm>
            <a:custGeom>
              <a:avLst/>
              <a:pathLst>
                <a:path w="0" h="1853153">
                  <a:moveTo>
                    <a:pt x="0" y="185315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11193776" y="1309453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331" name="pg6331"/>
            <p:cNvSpPr/>
            <p:nvPr/>
          </p:nvSpPr>
          <p:spPr>
            <a:xfrm>
              <a:off x="11193776" y="11681558"/>
              <a:ext cx="663412" cy="277422"/>
            </a:xfrm>
            <a:custGeom>
              <a:avLst/>
              <a:pathLst>
                <a:path w="663412" h="277422">
                  <a:moveTo>
                    <a:pt x="0" y="277422"/>
                  </a:moveTo>
                  <a:lnTo>
                    <a:pt x="638176" y="277422"/>
                  </a:lnTo>
                  <a:lnTo>
                    <a:pt x="637160" y="277402"/>
                  </a:lnTo>
                  <a:lnTo>
                    <a:pt x="641218" y="277238"/>
                  </a:lnTo>
                  <a:lnTo>
                    <a:pt x="645197" y="276426"/>
                  </a:lnTo>
                  <a:lnTo>
                    <a:pt x="648995" y="274985"/>
                  </a:lnTo>
                  <a:lnTo>
                    <a:pt x="652512" y="272955"/>
                  </a:lnTo>
                  <a:lnTo>
                    <a:pt x="655658" y="270386"/>
                  </a:lnTo>
                  <a:lnTo>
                    <a:pt x="658351" y="267346"/>
                  </a:lnTo>
                  <a:lnTo>
                    <a:pt x="660522" y="263913"/>
                  </a:lnTo>
                  <a:lnTo>
                    <a:pt x="662114" y="260177"/>
                  </a:lnTo>
                  <a:lnTo>
                    <a:pt x="663086" y="256234"/>
                  </a:lnTo>
                  <a:lnTo>
                    <a:pt x="663412" y="252185"/>
                  </a:lnTo>
                  <a:lnTo>
                    <a:pt x="66341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tx6332"/>
            <p:cNvSpPr/>
            <p:nvPr/>
          </p:nvSpPr>
          <p:spPr>
            <a:xfrm>
              <a:off x="10942414" y="11613022"/>
              <a:ext cx="872713" cy="10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6333" name="tx6333"/>
            <p:cNvSpPr/>
            <p:nvPr/>
          </p:nvSpPr>
          <p:spPr>
            <a:xfrm>
              <a:off x="11402184" y="11785341"/>
              <a:ext cx="412944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 (1%)</a:t>
              </a:r>
            </a:p>
          </p:txBody>
        </p:sp>
        <p:sp>
          <p:nvSpPr>
            <p:cNvPr id="6334" name="pg6334"/>
            <p:cNvSpPr/>
            <p:nvPr/>
          </p:nvSpPr>
          <p:spPr>
            <a:xfrm>
              <a:off x="11193776" y="13052727"/>
              <a:ext cx="663412" cy="386376"/>
            </a:xfrm>
            <a:custGeom>
              <a:avLst/>
              <a:pathLst>
                <a:path w="663412" h="386376">
                  <a:moveTo>
                    <a:pt x="0" y="386376"/>
                  </a:moveTo>
                  <a:lnTo>
                    <a:pt x="638176" y="386376"/>
                  </a:lnTo>
                  <a:lnTo>
                    <a:pt x="637160" y="386356"/>
                  </a:lnTo>
                  <a:lnTo>
                    <a:pt x="641218" y="386192"/>
                  </a:lnTo>
                  <a:lnTo>
                    <a:pt x="645197" y="385380"/>
                  </a:lnTo>
                  <a:lnTo>
                    <a:pt x="648995" y="383939"/>
                  </a:lnTo>
                  <a:lnTo>
                    <a:pt x="652512" y="381909"/>
                  </a:lnTo>
                  <a:lnTo>
                    <a:pt x="655658" y="379340"/>
                  </a:lnTo>
                  <a:lnTo>
                    <a:pt x="658351" y="376300"/>
                  </a:lnTo>
                  <a:lnTo>
                    <a:pt x="660522" y="372867"/>
                  </a:lnTo>
                  <a:lnTo>
                    <a:pt x="662114" y="369131"/>
                  </a:lnTo>
                  <a:lnTo>
                    <a:pt x="663086" y="365188"/>
                  </a:lnTo>
                  <a:lnTo>
                    <a:pt x="663412" y="361139"/>
                  </a:lnTo>
                  <a:lnTo>
                    <a:pt x="663412" y="25236"/>
                  </a:lnTo>
                  <a:lnTo>
                    <a:pt x="663086" y="21188"/>
                  </a:lnTo>
                  <a:lnTo>
                    <a:pt x="662114" y="17245"/>
                  </a:lnTo>
                  <a:lnTo>
                    <a:pt x="660522" y="13508"/>
                  </a:lnTo>
                  <a:lnTo>
                    <a:pt x="658351" y="10075"/>
                  </a:lnTo>
                  <a:lnTo>
                    <a:pt x="655658" y="7035"/>
                  </a:lnTo>
                  <a:lnTo>
                    <a:pt x="652512" y="4467"/>
                  </a:lnTo>
                  <a:lnTo>
                    <a:pt x="648995" y="2436"/>
                  </a:lnTo>
                  <a:lnTo>
                    <a:pt x="645197" y="996"/>
                  </a:lnTo>
                  <a:lnTo>
                    <a:pt x="641218" y="184"/>
                  </a:lnTo>
                  <a:lnTo>
                    <a:pt x="6381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tx6335"/>
            <p:cNvSpPr/>
            <p:nvPr/>
          </p:nvSpPr>
          <p:spPr>
            <a:xfrm>
              <a:off x="10934541" y="13065282"/>
              <a:ext cx="880586" cy="129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6336" name="tx6336"/>
            <p:cNvSpPr/>
            <p:nvPr/>
          </p:nvSpPr>
          <p:spPr>
            <a:xfrm>
              <a:off x="11129306" y="13265464"/>
              <a:ext cx="685821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 (14.9%)</a:t>
              </a:r>
            </a:p>
          </p:txBody>
        </p:sp>
        <p:sp>
          <p:nvSpPr>
            <p:cNvPr id="6337" name="pg6337"/>
            <p:cNvSpPr/>
            <p:nvPr/>
          </p:nvSpPr>
          <p:spPr>
            <a:xfrm>
              <a:off x="12252194" y="11681558"/>
              <a:ext cx="902274" cy="277422"/>
            </a:xfrm>
            <a:custGeom>
              <a:avLst/>
              <a:pathLst>
                <a:path w="902274" h="277422">
                  <a:moveTo>
                    <a:pt x="25236" y="277422"/>
                  </a:moveTo>
                  <a:lnTo>
                    <a:pt x="877037" y="277422"/>
                  </a:lnTo>
                  <a:lnTo>
                    <a:pt x="876021" y="277402"/>
                  </a:lnTo>
                  <a:lnTo>
                    <a:pt x="880079" y="277238"/>
                  </a:lnTo>
                  <a:lnTo>
                    <a:pt x="884059" y="276426"/>
                  </a:lnTo>
                  <a:lnTo>
                    <a:pt x="887856" y="274985"/>
                  </a:lnTo>
                  <a:lnTo>
                    <a:pt x="891373" y="272955"/>
                  </a:lnTo>
                  <a:lnTo>
                    <a:pt x="894519" y="270386"/>
                  </a:lnTo>
                  <a:lnTo>
                    <a:pt x="897213" y="267346"/>
                  </a:lnTo>
                  <a:lnTo>
                    <a:pt x="899383" y="263913"/>
                  </a:lnTo>
                  <a:lnTo>
                    <a:pt x="900975" y="260177"/>
                  </a:lnTo>
                  <a:lnTo>
                    <a:pt x="901947" y="256234"/>
                  </a:lnTo>
                  <a:lnTo>
                    <a:pt x="902274" y="252185"/>
                  </a:lnTo>
                  <a:lnTo>
                    <a:pt x="902274" y="0"/>
                  </a:lnTo>
                  <a:lnTo>
                    <a:pt x="0" y="0"/>
                  </a:lnTo>
                  <a:lnTo>
                    <a:pt x="0" y="252185"/>
                  </a:lnTo>
                  <a:lnTo>
                    <a:pt x="81" y="250155"/>
                  </a:lnTo>
                  <a:lnTo>
                    <a:pt x="81" y="254216"/>
                  </a:lnTo>
                  <a:lnTo>
                    <a:pt x="733" y="258225"/>
                  </a:lnTo>
                  <a:lnTo>
                    <a:pt x="2019" y="262077"/>
                  </a:lnTo>
                  <a:lnTo>
                    <a:pt x="3906" y="265673"/>
                  </a:lnTo>
                  <a:lnTo>
                    <a:pt x="6346" y="268920"/>
                  </a:lnTo>
                  <a:lnTo>
                    <a:pt x="9275" y="271734"/>
                  </a:lnTo>
                  <a:lnTo>
                    <a:pt x="12618" y="274041"/>
                  </a:lnTo>
                  <a:lnTo>
                    <a:pt x="16287" y="275782"/>
                  </a:lnTo>
                  <a:lnTo>
                    <a:pt x="20188" y="276912"/>
                  </a:lnTo>
                  <a:lnTo>
                    <a:pt x="24220" y="277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tx6338"/>
            <p:cNvSpPr/>
            <p:nvPr/>
          </p:nvSpPr>
          <p:spPr>
            <a:xfrm>
              <a:off x="12294256" y="11613022"/>
              <a:ext cx="818152" cy="10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6339" name="tx6339"/>
            <p:cNvSpPr/>
            <p:nvPr/>
          </p:nvSpPr>
          <p:spPr>
            <a:xfrm>
              <a:off x="12543514" y="11785341"/>
              <a:ext cx="568893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52 (25%)</a:t>
              </a:r>
            </a:p>
          </p:txBody>
        </p:sp>
        <p:sp>
          <p:nvSpPr>
            <p:cNvPr id="6340" name="pg6340"/>
            <p:cNvSpPr/>
            <p:nvPr/>
          </p:nvSpPr>
          <p:spPr>
            <a:xfrm>
              <a:off x="12135198" y="13052727"/>
              <a:ext cx="1019270" cy="386376"/>
            </a:xfrm>
            <a:custGeom>
              <a:avLst/>
              <a:pathLst>
                <a:path w="1019270" h="386376">
                  <a:moveTo>
                    <a:pt x="25236" y="386376"/>
                  </a:moveTo>
                  <a:lnTo>
                    <a:pt x="994033" y="386376"/>
                  </a:lnTo>
                  <a:lnTo>
                    <a:pt x="993017" y="386356"/>
                  </a:lnTo>
                  <a:lnTo>
                    <a:pt x="997075" y="386192"/>
                  </a:lnTo>
                  <a:lnTo>
                    <a:pt x="1001055" y="385380"/>
                  </a:lnTo>
                  <a:lnTo>
                    <a:pt x="1004852" y="383939"/>
                  </a:lnTo>
                  <a:lnTo>
                    <a:pt x="1008370" y="381909"/>
                  </a:lnTo>
                  <a:lnTo>
                    <a:pt x="1011516" y="379340"/>
                  </a:lnTo>
                  <a:lnTo>
                    <a:pt x="1014209" y="376300"/>
                  </a:lnTo>
                  <a:lnTo>
                    <a:pt x="1016379" y="372867"/>
                  </a:lnTo>
                  <a:lnTo>
                    <a:pt x="1017971" y="369131"/>
                  </a:lnTo>
                  <a:lnTo>
                    <a:pt x="1018943" y="365188"/>
                  </a:lnTo>
                  <a:lnTo>
                    <a:pt x="1019270" y="361139"/>
                  </a:lnTo>
                  <a:lnTo>
                    <a:pt x="1019270" y="25236"/>
                  </a:lnTo>
                  <a:lnTo>
                    <a:pt x="1018943" y="21188"/>
                  </a:lnTo>
                  <a:lnTo>
                    <a:pt x="1017971" y="17245"/>
                  </a:lnTo>
                  <a:lnTo>
                    <a:pt x="1016379" y="13508"/>
                  </a:lnTo>
                  <a:lnTo>
                    <a:pt x="1014209" y="10075"/>
                  </a:lnTo>
                  <a:lnTo>
                    <a:pt x="1011516" y="7035"/>
                  </a:lnTo>
                  <a:lnTo>
                    <a:pt x="1008370" y="4467"/>
                  </a:lnTo>
                  <a:lnTo>
                    <a:pt x="1004852" y="2436"/>
                  </a:lnTo>
                  <a:lnTo>
                    <a:pt x="1001055" y="996"/>
                  </a:lnTo>
                  <a:lnTo>
                    <a:pt x="997075" y="184"/>
                  </a:lnTo>
                  <a:lnTo>
                    <a:pt x="994033" y="0"/>
                  </a:lnTo>
                  <a:lnTo>
                    <a:pt x="25236" y="0"/>
                  </a:lnTo>
                  <a:lnTo>
                    <a:pt x="28278" y="184"/>
                  </a:lnTo>
                  <a:lnTo>
                    <a:pt x="24220" y="20"/>
                  </a:lnTo>
                  <a:lnTo>
                    <a:pt x="20188" y="510"/>
                  </a:lnTo>
                  <a:lnTo>
                    <a:pt x="16287" y="1639"/>
                  </a:lnTo>
                  <a:lnTo>
                    <a:pt x="12618" y="3381"/>
                  </a:lnTo>
                  <a:lnTo>
                    <a:pt x="9275" y="5688"/>
                  </a:lnTo>
                  <a:lnTo>
                    <a:pt x="6346" y="8501"/>
                  </a:lnTo>
                  <a:lnTo>
                    <a:pt x="3906" y="11748"/>
                  </a:lnTo>
                  <a:lnTo>
                    <a:pt x="2019" y="15344"/>
                  </a:lnTo>
                  <a:lnTo>
                    <a:pt x="733" y="19197"/>
                  </a:lnTo>
                  <a:lnTo>
                    <a:pt x="81" y="23205"/>
                  </a:lnTo>
                  <a:lnTo>
                    <a:pt x="0" y="25236"/>
                  </a:lnTo>
                  <a:lnTo>
                    <a:pt x="0" y="361139"/>
                  </a:lnTo>
                  <a:lnTo>
                    <a:pt x="81" y="359109"/>
                  </a:lnTo>
                  <a:lnTo>
                    <a:pt x="81" y="363170"/>
                  </a:lnTo>
                  <a:lnTo>
                    <a:pt x="733" y="367179"/>
                  </a:lnTo>
                  <a:lnTo>
                    <a:pt x="2019" y="371031"/>
                  </a:lnTo>
                  <a:lnTo>
                    <a:pt x="3906" y="374627"/>
                  </a:lnTo>
                  <a:lnTo>
                    <a:pt x="6346" y="377874"/>
                  </a:lnTo>
                  <a:lnTo>
                    <a:pt x="9275" y="380688"/>
                  </a:lnTo>
                  <a:lnTo>
                    <a:pt x="12618" y="382995"/>
                  </a:lnTo>
                  <a:lnTo>
                    <a:pt x="16287" y="384736"/>
                  </a:lnTo>
                  <a:lnTo>
                    <a:pt x="20188" y="385866"/>
                  </a:lnTo>
                  <a:lnTo>
                    <a:pt x="24220" y="386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tx6341"/>
            <p:cNvSpPr/>
            <p:nvPr/>
          </p:nvSpPr>
          <p:spPr>
            <a:xfrm>
              <a:off x="12177259" y="13065282"/>
              <a:ext cx="935148" cy="129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6342" name="tx6342"/>
            <p:cNvSpPr/>
            <p:nvPr/>
          </p:nvSpPr>
          <p:spPr>
            <a:xfrm>
              <a:off x="12348612" y="13265464"/>
              <a:ext cx="763795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123 (59.1%)</a:t>
              </a:r>
            </a:p>
          </p:txBody>
        </p:sp>
        <p:sp>
          <p:nvSpPr>
            <p:cNvPr id="6343" name="rc6343"/>
            <p:cNvSpPr/>
            <p:nvPr/>
          </p:nvSpPr>
          <p:spPr>
            <a:xfrm>
              <a:off x="11193776" y="11681558"/>
              <a:ext cx="4372557" cy="185315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tx6344"/>
            <p:cNvSpPr/>
            <p:nvPr/>
          </p:nvSpPr>
          <p:spPr>
            <a:xfrm>
              <a:off x="10938567" y="13130217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6345" name="tx6345"/>
            <p:cNvSpPr/>
            <p:nvPr/>
          </p:nvSpPr>
          <p:spPr>
            <a:xfrm>
              <a:off x="10975784" y="12760187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6346" name="tx6346"/>
            <p:cNvSpPr/>
            <p:nvPr/>
          </p:nvSpPr>
          <p:spPr>
            <a:xfrm>
              <a:off x="10975784" y="12390156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6347" name="tx6347"/>
            <p:cNvSpPr/>
            <p:nvPr/>
          </p:nvSpPr>
          <p:spPr>
            <a:xfrm>
              <a:off x="10975784" y="1202012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6348" name="tx6348"/>
            <p:cNvSpPr/>
            <p:nvPr/>
          </p:nvSpPr>
          <p:spPr>
            <a:xfrm>
              <a:off x="10975784" y="11651458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6349" name="pl6349"/>
            <p:cNvSpPr/>
            <p:nvPr/>
          </p:nvSpPr>
          <p:spPr>
            <a:xfrm>
              <a:off x="11158981" y="131719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11158981" y="128018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11158981" y="124318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11158981" y="120618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11158981" y="116917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11597733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12635557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13673381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1471120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tx6358"/>
            <p:cNvSpPr/>
            <p:nvPr/>
          </p:nvSpPr>
          <p:spPr>
            <a:xfrm>
              <a:off x="11566655" y="13595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359" name="tx6359"/>
            <p:cNvSpPr/>
            <p:nvPr/>
          </p:nvSpPr>
          <p:spPr>
            <a:xfrm>
              <a:off x="12573401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6360" name="tx6360"/>
            <p:cNvSpPr/>
            <p:nvPr/>
          </p:nvSpPr>
          <p:spPr>
            <a:xfrm>
              <a:off x="13611225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361" name="tx6361"/>
            <p:cNvSpPr/>
            <p:nvPr/>
          </p:nvSpPr>
          <p:spPr>
            <a:xfrm>
              <a:off x="14649050" y="13595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6362" name="tx6362"/>
            <p:cNvSpPr/>
            <p:nvPr/>
          </p:nvSpPr>
          <p:spPr>
            <a:xfrm>
              <a:off x="12522243" y="13715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6363" name="tx6363"/>
            <p:cNvSpPr/>
            <p:nvPr/>
          </p:nvSpPr>
          <p:spPr>
            <a:xfrm rot="-5400000">
              <a:off x="10177198" y="12542582"/>
              <a:ext cx="125000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pTau181 (Z)</a:t>
              </a:r>
            </a:p>
          </p:txBody>
        </p:sp>
        <p:sp>
          <p:nvSpPr>
            <p:cNvPr id="6364" name="tx6364"/>
            <p:cNvSpPr/>
            <p:nvPr/>
          </p:nvSpPr>
          <p:spPr>
            <a:xfrm>
              <a:off x="11193776" y="11449776"/>
              <a:ext cx="158390" cy="124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S.</a:t>
              </a:r>
            </a:p>
          </p:txBody>
        </p:sp>
        <p:sp>
          <p:nvSpPr>
            <p:cNvPr id="6365" name="pl6365"/>
            <p:cNvSpPr/>
            <p:nvPr/>
          </p:nvSpPr>
          <p:spPr>
            <a:xfrm>
              <a:off x="16724103" y="13157861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16724103" y="12777964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16724103" y="12398067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16724103" y="12018170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16990031" y="1175224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17369928" y="1175224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17749824" y="1175224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18129721" y="1175224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16724103" y="13347809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16724103" y="12967913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16724103" y="12588016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16724103" y="12208119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16724103" y="11828222"/>
              <a:ext cx="1671546" cy="0"/>
            </a:xfrm>
            <a:custGeom>
              <a:avLst/>
              <a:pathLst>
                <a:path w="1671546" h="0">
                  <a:moveTo>
                    <a:pt x="0" y="0"/>
                  </a:moveTo>
                  <a:lnTo>
                    <a:pt x="1671546" y="0"/>
                  </a:lnTo>
                  <a:lnTo>
                    <a:pt x="167154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16800082" y="1175224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17179979" y="1175224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17559876" y="1175224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17939773" y="1175224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18319670" y="11752243"/>
              <a:ext cx="0" cy="1671546"/>
            </a:xfrm>
            <a:custGeom>
              <a:avLst/>
              <a:pathLst>
                <a:path w="0" h="1671546">
                  <a:moveTo>
                    <a:pt x="0" y="16715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16800082" y="11828222"/>
              <a:ext cx="1519587" cy="1519587"/>
            </a:xfrm>
            <a:custGeom>
              <a:avLst/>
              <a:pathLst>
                <a:path w="1519587" h="1519587">
                  <a:moveTo>
                    <a:pt x="0" y="1519587"/>
                  </a:moveTo>
                  <a:lnTo>
                    <a:pt x="0" y="1510904"/>
                  </a:lnTo>
                  <a:lnTo>
                    <a:pt x="0" y="1502220"/>
                  </a:lnTo>
                  <a:lnTo>
                    <a:pt x="0" y="1493537"/>
                  </a:lnTo>
                  <a:lnTo>
                    <a:pt x="0" y="1484853"/>
                  </a:lnTo>
                  <a:lnTo>
                    <a:pt x="0" y="1476170"/>
                  </a:lnTo>
                  <a:lnTo>
                    <a:pt x="0" y="1467487"/>
                  </a:lnTo>
                  <a:lnTo>
                    <a:pt x="0" y="1458803"/>
                  </a:lnTo>
                  <a:lnTo>
                    <a:pt x="0" y="1450120"/>
                  </a:lnTo>
                  <a:lnTo>
                    <a:pt x="0" y="1441437"/>
                  </a:lnTo>
                  <a:lnTo>
                    <a:pt x="0" y="1432753"/>
                  </a:lnTo>
                  <a:lnTo>
                    <a:pt x="0" y="1424070"/>
                  </a:lnTo>
                  <a:lnTo>
                    <a:pt x="0" y="1415387"/>
                  </a:lnTo>
                  <a:lnTo>
                    <a:pt x="0" y="1406703"/>
                  </a:lnTo>
                  <a:lnTo>
                    <a:pt x="0" y="1389337"/>
                  </a:lnTo>
                  <a:lnTo>
                    <a:pt x="0" y="1380653"/>
                  </a:lnTo>
                  <a:lnTo>
                    <a:pt x="0" y="1371970"/>
                  </a:lnTo>
                  <a:lnTo>
                    <a:pt x="0" y="1363286"/>
                  </a:lnTo>
                  <a:lnTo>
                    <a:pt x="0" y="1354603"/>
                  </a:lnTo>
                  <a:lnTo>
                    <a:pt x="0" y="1345920"/>
                  </a:lnTo>
                  <a:lnTo>
                    <a:pt x="0" y="1337236"/>
                  </a:lnTo>
                  <a:lnTo>
                    <a:pt x="0" y="1328553"/>
                  </a:lnTo>
                  <a:lnTo>
                    <a:pt x="0" y="1319870"/>
                  </a:lnTo>
                  <a:lnTo>
                    <a:pt x="0" y="1302503"/>
                  </a:lnTo>
                  <a:lnTo>
                    <a:pt x="0" y="1293820"/>
                  </a:lnTo>
                  <a:lnTo>
                    <a:pt x="0" y="1276453"/>
                  </a:lnTo>
                  <a:lnTo>
                    <a:pt x="0" y="1267770"/>
                  </a:lnTo>
                  <a:lnTo>
                    <a:pt x="46048" y="1267770"/>
                  </a:lnTo>
                  <a:lnTo>
                    <a:pt x="46048" y="1259086"/>
                  </a:lnTo>
                  <a:lnTo>
                    <a:pt x="46048" y="1250403"/>
                  </a:lnTo>
                  <a:lnTo>
                    <a:pt x="46048" y="1241719"/>
                  </a:lnTo>
                  <a:lnTo>
                    <a:pt x="46048" y="1233036"/>
                  </a:lnTo>
                  <a:lnTo>
                    <a:pt x="46048" y="1224353"/>
                  </a:lnTo>
                  <a:lnTo>
                    <a:pt x="46048" y="1215669"/>
                  </a:lnTo>
                  <a:lnTo>
                    <a:pt x="46048" y="1206986"/>
                  </a:lnTo>
                  <a:lnTo>
                    <a:pt x="46048" y="1198303"/>
                  </a:lnTo>
                  <a:lnTo>
                    <a:pt x="92096" y="1198303"/>
                  </a:lnTo>
                  <a:lnTo>
                    <a:pt x="92096" y="1189619"/>
                  </a:lnTo>
                  <a:lnTo>
                    <a:pt x="92096" y="1180936"/>
                  </a:lnTo>
                  <a:lnTo>
                    <a:pt x="92096" y="1163569"/>
                  </a:lnTo>
                  <a:lnTo>
                    <a:pt x="92096" y="1154886"/>
                  </a:lnTo>
                  <a:lnTo>
                    <a:pt x="92096" y="1146203"/>
                  </a:lnTo>
                  <a:lnTo>
                    <a:pt x="92096" y="1137519"/>
                  </a:lnTo>
                  <a:lnTo>
                    <a:pt x="92096" y="1128836"/>
                  </a:lnTo>
                  <a:lnTo>
                    <a:pt x="92096" y="1111469"/>
                  </a:lnTo>
                  <a:lnTo>
                    <a:pt x="92096" y="1102786"/>
                  </a:lnTo>
                  <a:lnTo>
                    <a:pt x="92096" y="1094102"/>
                  </a:lnTo>
                  <a:lnTo>
                    <a:pt x="92096" y="1085419"/>
                  </a:lnTo>
                  <a:lnTo>
                    <a:pt x="92096" y="1068052"/>
                  </a:lnTo>
                  <a:lnTo>
                    <a:pt x="138144" y="1068052"/>
                  </a:lnTo>
                  <a:lnTo>
                    <a:pt x="184192" y="1068052"/>
                  </a:lnTo>
                  <a:lnTo>
                    <a:pt x="184192" y="1059369"/>
                  </a:lnTo>
                  <a:lnTo>
                    <a:pt x="184192" y="1050686"/>
                  </a:lnTo>
                  <a:lnTo>
                    <a:pt x="184192" y="1042002"/>
                  </a:lnTo>
                  <a:lnTo>
                    <a:pt x="184192" y="1033319"/>
                  </a:lnTo>
                  <a:lnTo>
                    <a:pt x="184192" y="1024636"/>
                  </a:lnTo>
                  <a:lnTo>
                    <a:pt x="184192" y="1015952"/>
                  </a:lnTo>
                  <a:lnTo>
                    <a:pt x="184192" y="1007269"/>
                  </a:lnTo>
                  <a:lnTo>
                    <a:pt x="184192" y="998585"/>
                  </a:lnTo>
                  <a:lnTo>
                    <a:pt x="230240" y="998585"/>
                  </a:lnTo>
                  <a:lnTo>
                    <a:pt x="230240" y="989902"/>
                  </a:lnTo>
                  <a:lnTo>
                    <a:pt x="276288" y="989902"/>
                  </a:lnTo>
                  <a:lnTo>
                    <a:pt x="276288" y="981219"/>
                  </a:lnTo>
                  <a:lnTo>
                    <a:pt x="276288" y="972535"/>
                  </a:lnTo>
                  <a:lnTo>
                    <a:pt x="276288" y="963852"/>
                  </a:lnTo>
                  <a:lnTo>
                    <a:pt x="276288" y="955169"/>
                  </a:lnTo>
                  <a:lnTo>
                    <a:pt x="276288" y="946485"/>
                  </a:lnTo>
                  <a:lnTo>
                    <a:pt x="276288" y="937802"/>
                  </a:lnTo>
                  <a:lnTo>
                    <a:pt x="276288" y="929119"/>
                  </a:lnTo>
                  <a:lnTo>
                    <a:pt x="276288" y="911752"/>
                  </a:lnTo>
                  <a:lnTo>
                    <a:pt x="322336" y="911752"/>
                  </a:lnTo>
                  <a:lnTo>
                    <a:pt x="322336" y="903069"/>
                  </a:lnTo>
                  <a:lnTo>
                    <a:pt x="368384" y="903069"/>
                  </a:lnTo>
                  <a:lnTo>
                    <a:pt x="414432" y="903069"/>
                  </a:lnTo>
                  <a:lnTo>
                    <a:pt x="460481" y="903069"/>
                  </a:lnTo>
                  <a:lnTo>
                    <a:pt x="460481" y="894385"/>
                  </a:lnTo>
                  <a:lnTo>
                    <a:pt x="506529" y="894385"/>
                  </a:lnTo>
                  <a:lnTo>
                    <a:pt x="506529" y="885702"/>
                  </a:lnTo>
                  <a:lnTo>
                    <a:pt x="506529" y="877018"/>
                  </a:lnTo>
                  <a:lnTo>
                    <a:pt x="506529" y="868335"/>
                  </a:lnTo>
                  <a:lnTo>
                    <a:pt x="506529" y="859652"/>
                  </a:lnTo>
                  <a:lnTo>
                    <a:pt x="506529" y="850968"/>
                  </a:lnTo>
                  <a:lnTo>
                    <a:pt x="506529" y="842285"/>
                  </a:lnTo>
                  <a:lnTo>
                    <a:pt x="506529" y="833602"/>
                  </a:lnTo>
                  <a:lnTo>
                    <a:pt x="506529" y="824918"/>
                  </a:lnTo>
                  <a:lnTo>
                    <a:pt x="506529" y="816235"/>
                  </a:lnTo>
                  <a:lnTo>
                    <a:pt x="506529" y="807552"/>
                  </a:lnTo>
                  <a:lnTo>
                    <a:pt x="506529" y="798868"/>
                  </a:lnTo>
                  <a:lnTo>
                    <a:pt x="506529" y="790185"/>
                  </a:lnTo>
                  <a:lnTo>
                    <a:pt x="506529" y="772818"/>
                  </a:lnTo>
                  <a:lnTo>
                    <a:pt x="506529" y="764135"/>
                  </a:lnTo>
                  <a:lnTo>
                    <a:pt x="506529" y="755452"/>
                  </a:lnTo>
                  <a:lnTo>
                    <a:pt x="506529" y="746768"/>
                  </a:lnTo>
                  <a:lnTo>
                    <a:pt x="506529" y="738085"/>
                  </a:lnTo>
                  <a:lnTo>
                    <a:pt x="506529" y="729401"/>
                  </a:lnTo>
                  <a:lnTo>
                    <a:pt x="506529" y="720718"/>
                  </a:lnTo>
                  <a:lnTo>
                    <a:pt x="506529" y="712035"/>
                  </a:lnTo>
                  <a:lnTo>
                    <a:pt x="506529" y="703351"/>
                  </a:lnTo>
                  <a:lnTo>
                    <a:pt x="506529" y="694668"/>
                  </a:lnTo>
                  <a:lnTo>
                    <a:pt x="506529" y="677301"/>
                  </a:lnTo>
                  <a:lnTo>
                    <a:pt x="506529" y="668618"/>
                  </a:lnTo>
                  <a:lnTo>
                    <a:pt x="506529" y="659935"/>
                  </a:lnTo>
                  <a:lnTo>
                    <a:pt x="552577" y="659935"/>
                  </a:lnTo>
                  <a:lnTo>
                    <a:pt x="598625" y="659935"/>
                  </a:lnTo>
                  <a:lnTo>
                    <a:pt x="598625" y="651251"/>
                  </a:lnTo>
                  <a:lnTo>
                    <a:pt x="598625" y="642568"/>
                  </a:lnTo>
                  <a:lnTo>
                    <a:pt x="598625" y="633885"/>
                  </a:lnTo>
                  <a:lnTo>
                    <a:pt x="598625" y="625201"/>
                  </a:lnTo>
                  <a:lnTo>
                    <a:pt x="598625" y="616518"/>
                  </a:lnTo>
                  <a:lnTo>
                    <a:pt x="598625" y="607834"/>
                  </a:lnTo>
                  <a:lnTo>
                    <a:pt x="598625" y="599151"/>
                  </a:lnTo>
                  <a:lnTo>
                    <a:pt x="598625" y="590468"/>
                  </a:lnTo>
                  <a:lnTo>
                    <a:pt x="598625" y="581784"/>
                  </a:lnTo>
                  <a:lnTo>
                    <a:pt x="598625" y="573101"/>
                  </a:lnTo>
                  <a:lnTo>
                    <a:pt x="644673" y="573101"/>
                  </a:lnTo>
                  <a:lnTo>
                    <a:pt x="644673" y="564418"/>
                  </a:lnTo>
                  <a:lnTo>
                    <a:pt x="644673" y="555734"/>
                  </a:lnTo>
                  <a:lnTo>
                    <a:pt x="644673" y="547051"/>
                  </a:lnTo>
                  <a:lnTo>
                    <a:pt x="644673" y="538368"/>
                  </a:lnTo>
                  <a:lnTo>
                    <a:pt x="690721" y="538368"/>
                  </a:lnTo>
                  <a:lnTo>
                    <a:pt x="690721" y="529684"/>
                  </a:lnTo>
                  <a:lnTo>
                    <a:pt x="736769" y="529684"/>
                  </a:lnTo>
                  <a:lnTo>
                    <a:pt x="736769" y="521001"/>
                  </a:lnTo>
                  <a:lnTo>
                    <a:pt x="736769" y="512318"/>
                  </a:lnTo>
                  <a:lnTo>
                    <a:pt x="782817" y="512318"/>
                  </a:lnTo>
                  <a:lnTo>
                    <a:pt x="782817" y="503634"/>
                  </a:lnTo>
                  <a:lnTo>
                    <a:pt x="828865" y="503634"/>
                  </a:lnTo>
                  <a:lnTo>
                    <a:pt x="828865" y="494951"/>
                  </a:lnTo>
                  <a:lnTo>
                    <a:pt x="828865" y="486267"/>
                  </a:lnTo>
                  <a:lnTo>
                    <a:pt x="828865" y="477584"/>
                  </a:lnTo>
                  <a:lnTo>
                    <a:pt x="828865" y="468901"/>
                  </a:lnTo>
                  <a:lnTo>
                    <a:pt x="828865" y="460217"/>
                  </a:lnTo>
                  <a:lnTo>
                    <a:pt x="828865" y="451534"/>
                  </a:lnTo>
                  <a:lnTo>
                    <a:pt x="874913" y="451534"/>
                  </a:lnTo>
                  <a:lnTo>
                    <a:pt x="874913" y="442851"/>
                  </a:lnTo>
                  <a:lnTo>
                    <a:pt x="874913" y="434167"/>
                  </a:lnTo>
                  <a:lnTo>
                    <a:pt x="874913" y="425484"/>
                  </a:lnTo>
                  <a:lnTo>
                    <a:pt x="874913" y="416801"/>
                  </a:lnTo>
                  <a:lnTo>
                    <a:pt x="874913" y="408117"/>
                  </a:lnTo>
                  <a:lnTo>
                    <a:pt x="874913" y="390751"/>
                  </a:lnTo>
                  <a:lnTo>
                    <a:pt x="874913" y="382067"/>
                  </a:lnTo>
                  <a:lnTo>
                    <a:pt x="874913" y="373384"/>
                  </a:lnTo>
                  <a:lnTo>
                    <a:pt x="874913" y="364700"/>
                  </a:lnTo>
                  <a:lnTo>
                    <a:pt x="874913" y="356017"/>
                  </a:lnTo>
                  <a:lnTo>
                    <a:pt x="874913" y="347334"/>
                  </a:lnTo>
                  <a:lnTo>
                    <a:pt x="874913" y="338650"/>
                  </a:lnTo>
                  <a:lnTo>
                    <a:pt x="874913" y="329967"/>
                  </a:lnTo>
                  <a:lnTo>
                    <a:pt x="920962" y="329967"/>
                  </a:lnTo>
                  <a:lnTo>
                    <a:pt x="920962" y="321284"/>
                  </a:lnTo>
                  <a:lnTo>
                    <a:pt x="920962" y="312600"/>
                  </a:lnTo>
                  <a:lnTo>
                    <a:pt x="920962" y="303917"/>
                  </a:lnTo>
                  <a:lnTo>
                    <a:pt x="920962" y="295234"/>
                  </a:lnTo>
                  <a:lnTo>
                    <a:pt x="920962" y="286550"/>
                  </a:lnTo>
                  <a:lnTo>
                    <a:pt x="920962" y="277867"/>
                  </a:lnTo>
                  <a:lnTo>
                    <a:pt x="967010" y="277867"/>
                  </a:lnTo>
                  <a:lnTo>
                    <a:pt x="967010" y="269184"/>
                  </a:lnTo>
                  <a:lnTo>
                    <a:pt x="967010" y="251817"/>
                  </a:lnTo>
                  <a:lnTo>
                    <a:pt x="967010" y="243133"/>
                  </a:lnTo>
                  <a:lnTo>
                    <a:pt x="1013058" y="243133"/>
                  </a:lnTo>
                  <a:lnTo>
                    <a:pt x="1013058" y="234450"/>
                  </a:lnTo>
                  <a:lnTo>
                    <a:pt x="1013058" y="225767"/>
                  </a:lnTo>
                  <a:lnTo>
                    <a:pt x="1013058" y="217083"/>
                  </a:lnTo>
                  <a:lnTo>
                    <a:pt x="1013058" y="208400"/>
                  </a:lnTo>
                  <a:lnTo>
                    <a:pt x="1013058" y="199717"/>
                  </a:lnTo>
                  <a:lnTo>
                    <a:pt x="1013058" y="191033"/>
                  </a:lnTo>
                  <a:lnTo>
                    <a:pt x="1013058" y="182350"/>
                  </a:lnTo>
                  <a:lnTo>
                    <a:pt x="1059106" y="182350"/>
                  </a:lnTo>
                  <a:lnTo>
                    <a:pt x="1105154" y="182350"/>
                  </a:lnTo>
                  <a:lnTo>
                    <a:pt x="1105154" y="173667"/>
                  </a:lnTo>
                  <a:lnTo>
                    <a:pt x="1105154" y="164983"/>
                  </a:lnTo>
                  <a:lnTo>
                    <a:pt x="1151202" y="164983"/>
                  </a:lnTo>
                  <a:lnTo>
                    <a:pt x="1151202" y="156300"/>
                  </a:lnTo>
                  <a:lnTo>
                    <a:pt x="1151202" y="147617"/>
                  </a:lnTo>
                  <a:lnTo>
                    <a:pt x="1151202" y="138933"/>
                  </a:lnTo>
                  <a:lnTo>
                    <a:pt x="1151202" y="130250"/>
                  </a:lnTo>
                  <a:lnTo>
                    <a:pt x="1151202" y="121566"/>
                  </a:lnTo>
                  <a:lnTo>
                    <a:pt x="1151202" y="112883"/>
                  </a:lnTo>
                  <a:lnTo>
                    <a:pt x="1151202" y="104200"/>
                  </a:lnTo>
                  <a:lnTo>
                    <a:pt x="1151202" y="95516"/>
                  </a:lnTo>
                  <a:lnTo>
                    <a:pt x="1151202" y="86833"/>
                  </a:lnTo>
                  <a:lnTo>
                    <a:pt x="1151202" y="78150"/>
                  </a:lnTo>
                  <a:lnTo>
                    <a:pt x="1197250" y="78150"/>
                  </a:lnTo>
                  <a:lnTo>
                    <a:pt x="1197250" y="69466"/>
                  </a:lnTo>
                  <a:lnTo>
                    <a:pt x="1197250" y="60783"/>
                  </a:lnTo>
                  <a:lnTo>
                    <a:pt x="1197250" y="52100"/>
                  </a:lnTo>
                  <a:lnTo>
                    <a:pt x="1197250" y="43416"/>
                  </a:lnTo>
                  <a:lnTo>
                    <a:pt x="1197250" y="34733"/>
                  </a:lnTo>
                  <a:lnTo>
                    <a:pt x="1197250" y="26050"/>
                  </a:lnTo>
                  <a:lnTo>
                    <a:pt x="1197250" y="17366"/>
                  </a:lnTo>
                  <a:lnTo>
                    <a:pt x="1243298" y="17366"/>
                  </a:lnTo>
                  <a:lnTo>
                    <a:pt x="1243298" y="8683"/>
                  </a:lnTo>
                  <a:lnTo>
                    <a:pt x="1243298" y="0"/>
                  </a:lnTo>
                  <a:lnTo>
                    <a:pt x="1289346" y="0"/>
                  </a:lnTo>
                  <a:lnTo>
                    <a:pt x="1335394" y="0"/>
                  </a:lnTo>
                  <a:lnTo>
                    <a:pt x="1381443" y="0"/>
                  </a:lnTo>
                  <a:lnTo>
                    <a:pt x="1427491" y="0"/>
                  </a:lnTo>
                  <a:lnTo>
                    <a:pt x="1473539" y="0"/>
                  </a:lnTo>
                  <a:lnTo>
                    <a:pt x="1519587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16724103" y="11752243"/>
              <a:ext cx="1671546" cy="1671546"/>
            </a:xfrm>
            <a:custGeom>
              <a:avLst/>
              <a:pathLst>
                <a:path w="1671546" h="1671546">
                  <a:moveTo>
                    <a:pt x="0" y="1671546"/>
                  </a:moveTo>
                  <a:lnTo>
                    <a:pt x="0" y="1671546"/>
                  </a:lnTo>
                  <a:lnTo>
                    <a:pt x="1671546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385" name="pg6385"/>
            <p:cNvSpPr/>
            <p:nvPr/>
          </p:nvSpPr>
          <p:spPr>
            <a:xfrm>
              <a:off x="17179979" y="12616226"/>
              <a:ext cx="1215669" cy="807562"/>
            </a:xfrm>
            <a:custGeom>
              <a:avLst/>
              <a:pathLst>
                <a:path w="1215669" h="807562">
                  <a:moveTo>
                    <a:pt x="1215669" y="807562"/>
                  </a:moveTo>
                  <a:lnTo>
                    <a:pt x="1215669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807562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tx6386"/>
            <p:cNvSpPr/>
            <p:nvPr/>
          </p:nvSpPr>
          <p:spPr>
            <a:xfrm>
              <a:off x="17225509" y="12631151"/>
              <a:ext cx="226524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-1.94 [-3.730, -0.726]</a:t>
              </a:r>
            </a:p>
          </p:txBody>
        </p:sp>
        <p:sp>
          <p:nvSpPr>
            <p:cNvPr id="6387" name="tx6387"/>
            <p:cNvSpPr/>
            <p:nvPr/>
          </p:nvSpPr>
          <p:spPr>
            <a:xfrm>
              <a:off x="17225509" y="12876595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0.661</a:t>
              </a:r>
            </a:p>
          </p:txBody>
        </p:sp>
        <p:sp>
          <p:nvSpPr>
            <p:cNvPr id="6388" name="tx6388"/>
            <p:cNvSpPr/>
            <p:nvPr/>
          </p:nvSpPr>
          <p:spPr>
            <a:xfrm>
              <a:off x="17225509" y="13096474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0.963</a:t>
              </a:r>
            </a:p>
          </p:txBody>
        </p:sp>
        <p:sp>
          <p:nvSpPr>
            <p:cNvPr id="6389" name="tx6389"/>
            <p:cNvSpPr/>
            <p:nvPr/>
          </p:nvSpPr>
          <p:spPr>
            <a:xfrm>
              <a:off x="17225509" y="13315092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0.297</a:t>
              </a:r>
            </a:p>
          </p:txBody>
        </p:sp>
        <p:sp>
          <p:nvSpPr>
            <p:cNvPr id="6390" name="tx6390"/>
            <p:cNvSpPr/>
            <p:nvPr/>
          </p:nvSpPr>
          <p:spPr>
            <a:xfrm>
              <a:off x="16367552" y="13294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6391" name="tx6391"/>
            <p:cNvSpPr/>
            <p:nvPr/>
          </p:nvSpPr>
          <p:spPr>
            <a:xfrm>
              <a:off x="16367552" y="12914850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6392" name="tx6392"/>
            <p:cNvSpPr/>
            <p:nvPr/>
          </p:nvSpPr>
          <p:spPr>
            <a:xfrm>
              <a:off x="16367552" y="1253495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6393" name="tx6393"/>
            <p:cNvSpPr/>
            <p:nvPr/>
          </p:nvSpPr>
          <p:spPr>
            <a:xfrm>
              <a:off x="16367552" y="1215505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6394" name="tx6394"/>
            <p:cNvSpPr/>
            <p:nvPr/>
          </p:nvSpPr>
          <p:spPr>
            <a:xfrm>
              <a:off x="16367552" y="11775160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6395" name="tx6395"/>
            <p:cNvSpPr/>
            <p:nvPr/>
          </p:nvSpPr>
          <p:spPr>
            <a:xfrm>
              <a:off x="16661662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6396" name="tx6396"/>
            <p:cNvSpPr/>
            <p:nvPr/>
          </p:nvSpPr>
          <p:spPr>
            <a:xfrm>
              <a:off x="17041559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6397" name="tx6397"/>
            <p:cNvSpPr/>
            <p:nvPr/>
          </p:nvSpPr>
          <p:spPr>
            <a:xfrm>
              <a:off x="1742145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6398" name="tx6398"/>
            <p:cNvSpPr/>
            <p:nvPr/>
          </p:nvSpPr>
          <p:spPr>
            <a:xfrm>
              <a:off x="17801353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6399" name="tx6399"/>
            <p:cNvSpPr/>
            <p:nvPr/>
          </p:nvSpPr>
          <p:spPr>
            <a:xfrm>
              <a:off x="18181250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6400" name="tx6400"/>
            <p:cNvSpPr/>
            <p:nvPr/>
          </p:nvSpPr>
          <p:spPr>
            <a:xfrm>
              <a:off x="16181492" y="13651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6401" name="tx6401"/>
            <p:cNvSpPr/>
            <p:nvPr/>
          </p:nvSpPr>
          <p:spPr>
            <a:xfrm rot="-5400000">
              <a:off x="14996534" y="1250458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6402" name="tx6402"/>
            <p:cNvSpPr/>
            <p:nvPr/>
          </p:nvSpPr>
          <p:spPr>
            <a:xfrm>
              <a:off x="16724103" y="11472847"/>
              <a:ext cx="18960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8</cp:revision>
  <dcterms:created xsi:type="dcterms:W3CDTF">2015-07-14T21:05:00Z</dcterms:created>
  <dcterms:modified xsi:type="dcterms:W3CDTF">2026-02-17T11:56:10Z</dcterms:modified>
</cp:coreProperties>
</file>