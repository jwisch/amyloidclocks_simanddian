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234281"/>
            <a:ext cx="9144000" cy="8229600"/>
            <a:chOff x="2971800" y="1234281"/>
            <a:chExt cx="9144000" cy="8229600"/>
          </a:xfrm>
        </p:grpSpPr>
        <p:sp>
          <p:nvSpPr>
            <p:cNvPr id="3" name="rc3"/>
            <p:cNvSpPr/>
            <p:nvPr/>
          </p:nvSpPr>
          <p:spPr>
            <a:xfrm>
              <a:off x="2971800" y="1234281"/>
              <a:ext cx="9144000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234281"/>
              <a:ext cx="9143999" cy="1645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00738" y="1303870"/>
              <a:ext cx="8645472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00738" y="2262684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00738" y="1921666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00738" y="1580648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103634" y="130387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723474" y="130387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343314" y="130387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00738" y="2433192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00738" y="2092175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400738" y="1751157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00738" y="1410140"/>
              <a:ext cx="8645472" cy="0"/>
            </a:xfrm>
            <a:custGeom>
              <a:avLst/>
              <a:pathLst>
                <a:path w="8645472" h="0">
                  <a:moveTo>
                    <a:pt x="0" y="0"/>
                  </a:moveTo>
                  <a:lnTo>
                    <a:pt x="8645472" y="0"/>
                  </a:lnTo>
                  <a:lnTo>
                    <a:pt x="864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93714" y="130387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413554" y="130387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033394" y="130387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1653234" y="130387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234626" y="1591562"/>
              <a:ext cx="6418608" cy="815456"/>
            </a:xfrm>
            <a:custGeom>
              <a:avLst/>
              <a:pathLst>
                <a:path w="6418608" h="815456">
                  <a:moveTo>
                    <a:pt x="0" y="815456"/>
                  </a:moveTo>
                  <a:lnTo>
                    <a:pt x="130992" y="810190"/>
                  </a:lnTo>
                  <a:lnTo>
                    <a:pt x="261984" y="804109"/>
                  </a:lnTo>
                  <a:lnTo>
                    <a:pt x="392976" y="797804"/>
                  </a:lnTo>
                  <a:lnTo>
                    <a:pt x="523968" y="791240"/>
                  </a:lnTo>
                  <a:lnTo>
                    <a:pt x="654960" y="784146"/>
                  </a:lnTo>
                  <a:lnTo>
                    <a:pt x="785952" y="776403"/>
                  </a:lnTo>
                  <a:lnTo>
                    <a:pt x="916944" y="768277"/>
                  </a:lnTo>
                  <a:lnTo>
                    <a:pt x="1047936" y="759268"/>
                  </a:lnTo>
                  <a:lnTo>
                    <a:pt x="1178928" y="749472"/>
                  </a:lnTo>
                  <a:lnTo>
                    <a:pt x="1309920" y="740339"/>
                  </a:lnTo>
                  <a:lnTo>
                    <a:pt x="1440912" y="730209"/>
                  </a:lnTo>
                  <a:lnTo>
                    <a:pt x="1571904" y="719346"/>
                  </a:lnTo>
                  <a:lnTo>
                    <a:pt x="1702896" y="707968"/>
                  </a:lnTo>
                  <a:lnTo>
                    <a:pt x="1833888" y="695915"/>
                  </a:lnTo>
                  <a:lnTo>
                    <a:pt x="1964880" y="683206"/>
                  </a:lnTo>
                  <a:lnTo>
                    <a:pt x="2095872" y="669801"/>
                  </a:lnTo>
                  <a:lnTo>
                    <a:pt x="2226864" y="655913"/>
                  </a:lnTo>
                  <a:lnTo>
                    <a:pt x="2357856" y="641806"/>
                  </a:lnTo>
                  <a:lnTo>
                    <a:pt x="2488848" y="627047"/>
                  </a:lnTo>
                  <a:lnTo>
                    <a:pt x="2619840" y="611752"/>
                  </a:lnTo>
                  <a:lnTo>
                    <a:pt x="2750832" y="595874"/>
                  </a:lnTo>
                  <a:lnTo>
                    <a:pt x="2881824" y="579573"/>
                  </a:lnTo>
                  <a:lnTo>
                    <a:pt x="3012816" y="562958"/>
                  </a:lnTo>
                  <a:lnTo>
                    <a:pt x="3143808" y="546145"/>
                  </a:lnTo>
                  <a:lnTo>
                    <a:pt x="3274800" y="528324"/>
                  </a:lnTo>
                  <a:lnTo>
                    <a:pt x="3405792" y="509909"/>
                  </a:lnTo>
                  <a:lnTo>
                    <a:pt x="3536784" y="490688"/>
                  </a:lnTo>
                  <a:lnTo>
                    <a:pt x="3667776" y="471676"/>
                  </a:lnTo>
                  <a:lnTo>
                    <a:pt x="3798768" y="452735"/>
                  </a:lnTo>
                  <a:lnTo>
                    <a:pt x="3929760" y="433132"/>
                  </a:lnTo>
                  <a:lnTo>
                    <a:pt x="4060752" y="413290"/>
                  </a:lnTo>
                  <a:lnTo>
                    <a:pt x="4191744" y="393510"/>
                  </a:lnTo>
                  <a:lnTo>
                    <a:pt x="4322736" y="373312"/>
                  </a:lnTo>
                  <a:lnTo>
                    <a:pt x="4453728" y="353146"/>
                  </a:lnTo>
                  <a:lnTo>
                    <a:pt x="4584720" y="332946"/>
                  </a:lnTo>
                  <a:lnTo>
                    <a:pt x="4715712" y="311907"/>
                  </a:lnTo>
                  <a:lnTo>
                    <a:pt x="4846704" y="291707"/>
                  </a:lnTo>
                  <a:lnTo>
                    <a:pt x="4977696" y="270064"/>
                  </a:lnTo>
                  <a:lnTo>
                    <a:pt x="5108688" y="248024"/>
                  </a:lnTo>
                  <a:lnTo>
                    <a:pt x="5239680" y="225672"/>
                  </a:lnTo>
                  <a:lnTo>
                    <a:pt x="5370672" y="203295"/>
                  </a:lnTo>
                  <a:lnTo>
                    <a:pt x="5501664" y="179315"/>
                  </a:lnTo>
                  <a:lnTo>
                    <a:pt x="5632656" y="154842"/>
                  </a:lnTo>
                  <a:lnTo>
                    <a:pt x="5763648" y="129925"/>
                  </a:lnTo>
                  <a:lnTo>
                    <a:pt x="5894640" y="104817"/>
                  </a:lnTo>
                  <a:lnTo>
                    <a:pt x="6025632" y="79333"/>
                  </a:lnTo>
                  <a:lnTo>
                    <a:pt x="6156624" y="51967"/>
                  </a:lnTo>
                  <a:lnTo>
                    <a:pt x="6287616" y="26000"/>
                  </a:lnTo>
                  <a:lnTo>
                    <a:pt x="641860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5234626" y="1356890"/>
              <a:ext cx="6418608" cy="1060401"/>
            </a:xfrm>
            <a:custGeom>
              <a:avLst/>
              <a:pathLst>
                <a:path w="6418608" h="1060401">
                  <a:moveTo>
                    <a:pt x="0" y="1039853"/>
                  </a:moveTo>
                  <a:lnTo>
                    <a:pt x="130992" y="1035120"/>
                  </a:lnTo>
                  <a:lnTo>
                    <a:pt x="261984" y="1023240"/>
                  </a:lnTo>
                  <a:lnTo>
                    <a:pt x="392976" y="1020381"/>
                  </a:lnTo>
                  <a:lnTo>
                    <a:pt x="523968" y="1011323"/>
                  </a:lnTo>
                  <a:lnTo>
                    <a:pt x="654960" y="1006567"/>
                  </a:lnTo>
                  <a:lnTo>
                    <a:pt x="785952" y="993566"/>
                  </a:lnTo>
                  <a:lnTo>
                    <a:pt x="916944" y="987122"/>
                  </a:lnTo>
                  <a:lnTo>
                    <a:pt x="1047936" y="972942"/>
                  </a:lnTo>
                  <a:lnTo>
                    <a:pt x="1178928" y="976393"/>
                  </a:lnTo>
                  <a:lnTo>
                    <a:pt x="1309920" y="959547"/>
                  </a:lnTo>
                  <a:lnTo>
                    <a:pt x="1440912" y="951544"/>
                  </a:lnTo>
                  <a:lnTo>
                    <a:pt x="1571904" y="941049"/>
                  </a:lnTo>
                  <a:lnTo>
                    <a:pt x="1702896" y="926862"/>
                  </a:lnTo>
                  <a:lnTo>
                    <a:pt x="1833888" y="904088"/>
                  </a:lnTo>
                  <a:lnTo>
                    <a:pt x="1964880" y="881744"/>
                  </a:lnTo>
                  <a:lnTo>
                    <a:pt x="2095872" y="879053"/>
                  </a:lnTo>
                  <a:lnTo>
                    <a:pt x="2226864" y="865023"/>
                  </a:lnTo>
                  <a:lnTo>
                    <a:pt x="2357856" y="843647"/>
                  </a:lnTo>
                  <a:lnTo>
                    <a:pt x="2488848" y="830140"/>
                  </a:lnTo>
                  <a:lnTo>
                    <a:pt x="2619840" y="811151"/>
                  </a:lnTo>
                  <a:lnTo>
                    <a:pt x="2750832" y="784831"/>
                  </a:lnTo>
                  <a:lnTo>
                    <a:pt x="2881824" y="760968"/>
                  </a:lnTo>
                  <a:lnTo>
                    <a:pt x="3012816" y="747904"/>
                  </a:lnTo>
                  <a:lnTo>
                    <a:pt x="3143808" y="729213"/>
                  </a:lnTo>
                  <a:lnTo>
                    <a:pt x="3274800" y="698646"/>
                  </a:lnTo>
                  <a:lnTo>
                    <a:pt x="3405792" y="671263"/>
                  </a:lnTo>
                  <a:lnTo>
                    <a:pt x="3536784" y="647562"/>
                  </a:lnTo>
                  <a:lnTo>
                    <a:pt x="3667776" y="626918"/>
                  </a:lnTo>
                  <a:lnTo>
                    <a:pt x="3798768" y="617407"/>
                  </a:lnTo>
                  <a:lnTo>
                    <a:pt x="3929760" y="588039"/>
                  </a:lnTo>
                  <a:lnTo>
                    <a:pt x="4060752" y="572143"/>
                  </a:lnTo>
                  <a:lnTo>
                    <a:pt x="4191744" y="549268"/>
                  </a:lnTo>
                  <a:lnTo>
                    <a:pt x="4322736" y="516304"/>
                  </a:lnTo>
                  <a:lnTo>
                    <a:pt x="4453728" y="495486"/>
                  </a:lnTo>
                  <a:lnTo>
                    <a:pt x="4584720" y="464243"/>
                  </a:lnTo>
                  <a:lnTo>
                    <a:pt x="4715712" y="430806"/>
                  </a:lnTo>
                  <a:lnTo>
                    <a:pt x="4846704" y="416812"/>
                  </a:lnTo>
                  <a:lnTo>
                    <a:pt x="4977696" y="393294"/>
                  </a:lnTo>
                  <a:lnTo>
                    <a:pt x="5108688" y="352746"/>
                  </a:lnTo>
                  <a:lnTo>
                    <a:pt x="5239680" y="338906"/>
                  </a:lnTo>
                  <a:lnTo>
                    <a:pt x="5370672" y="307831"/>
                  </a:lnTo>
                  <a:lnTo>
                    <a:pt x="5501664" y="266724"/>
                  </a:lnTo>
                  <a:lnTo>
                    <a:pt x="5632656" y="232652"/>
                  </a:lnTo>
                  <a:lnTo>
                    <a:pt x="5763648" y="200710"/>
                  </a:lnTo>
                  <a:lnTo>
                    <a:pt x="5894640" y="166384"/>
                  </a:lnTo>
                  <a:lnTo>
                    <a:pt x="6025632" y="120419"/>
                  </a:lnTo>
                  <a:lnTo>
                    <a:pt x="6156624" y="95800"/>
                  </a:lnTo>
                  <a:lnTo>
                    <a:pt x="6287616" y="59613"/>
                  </a:lnTo>
                  <a:lnTo>
                    <a:pt x="6418608" y="0"/>
                  </a:lnTo>
                  <a:lnTo>
                    <a:pt x="6418608" y="469343"/>
                  </a:lnTo>
                  <a:lnTo>
                    <a:pt x="6287616" y="461730"/>
                  </a:lnTo>
                  <a:lnTo>
                    <a:pt x="6156624" y="477476"/>
                  </a:lnTo>
                  <a:lnTo>
                    <a:pt x="6025632" y="507591"/>
                  </a:lnTo>
                  <a:lnTo>
                    <a:pt x="5894640" y="512593"/>
                  </a:lnTo>
                  <a:lnTo>
                    <a:pt x="5763648" y="528482"/>
                  </a:lnTo>
                  <a:lnTo>
                    <a:pt x="5632656" y="546375"/>
                  </a:lnTo>
                  <a:lnTo>
                    <a:pt x="5501664" y="561250"/>
                  </a:lnTo>
                  <a:lnTo>
                    <a:pt x="5370672" y="568101"/>
                  </a:lnTo>
                  <a:lnTo>
                    <a:pt x="5239680" y="581780"/>
                  </a:lnTo>
                  <a:lnTo>
                    <a:pt x="5108688" y="612645"/>
                  </a:lnTo>
                  <a:lnTo>
                    <a:pt x="4977696" y="616178"/>
                  </a:lnTo>
                  <a:lnTo>
                    <a:pt x="4846704" y="635944"/>
                  </a:lnTo>
                  <a:lnTo>
                    <a:pt x="4715712" y="662352"/>
                  </a:lnTo>
                  <a:lnTo>
                    <a:pt x="4584720" y="670991"/>
                  </a:lnTo>
                  <a:lnTo>
                    <a:pt x="4453728" y="680149"/>
                  </a:lnTo>
                  <a:lnTo>
                    <a:pt x="4322736" y="699663"/>
                  </a:lnTo>
                  <a:lnTo>
                    <a:pt x="4191744" y="707094"/>
                  </a:lnTo>
                  <a:lnTo>
                    <a:pt x="4060752" y="723780"/>
                  </a:lnTo>
                  <a:lnTo>
                    <a:pt x="3929760" y="747567"/>
                  </a:lnTo>
                  <a:lnTo>
                    <a:pt x="3798768" y="757407"/>
                  </a:lnTo>
                  <a:lnTo>
                    <a:pt x="3667776" y="785778"/>
                  </a:lnTo>
                  <a:lnTo>
                    <a:pt x="3536784" y="803158"/>
                  </a:lnTo>
                  <a:lnTo>
                    <a:pt x="3405792" y="817898"/>
                  </a:lnTo>
                  <a:lnTo>
                    <a:pt x="3274800" y="827345"/>
                  </a:lnTo>
                  <a:lnTo>
                    <a:pt x="3143808" y="832419"/>
                  </a:lnTo>
                  <a:lnTo>
                    <a:pt x="3012816" y="847355"/>
                  </a:lnTo>
                  <a:lnTo>
                    <a:pt x="2881824" y="867522"/>
                  </a:lnTo>
                  <a:lnTo>
                    <a:pt x="2750832" y="876259"/>
                  </a:lnTo>
                  <a:lnTo>
                    <a:pt x="2619840" y="881697"/>
                  </a:lnTo>
                  <a:lnTo>
                    <a:pt x="2488848" y="893296"/>
                  </a:lnTo>
                  <a:lnTo>
                    <a:pt x="2357856" y="909308"/>
                  </a:lnTo>
                  <a:lnTo>
                    <a:pt x="2226864" y="916147"/>
                  </a:lnTo>
                  <a:lnTo>
                    <a:pt x="2095872" y="929892"/>
                  </a:lnTo>
                  <a:lnTo>
                    <a:pt x="1964880" y="954011"/>
                  </a:lnTo>
                  <a:lnTo>
                    <a:pt x="1833888" y="957086"/>
                  </a:lnTo>
                  <a:lnTo>
                    <a:pt x="1702896" y="958417"/>
                  </a:lnTo>
                  <a:lnTo>
                    <a:pt x="1571904" y="966986"/>
                  </a:lnTo>
                  <a:lnTo>
                    <a:pt x="1440912" y="978217"/>
                  </a:lnTo>
                  <a:lnTo>
                    <a:pt x="1309920" y="990474"/>
                  </a:lnTo>
                  <a:lnTo>
                    <a:pt x="1178928" y="991894"/>
                  </a:lnTo>
                  <a:lnTo>
                    <a:pt x="1047936" y="1014938"/>
                  </a:lnTo>
                  <a:lnTo>
                    <a:pt x="916944" y="1018775"/>
                  </a:lnTo>
                  <a:lnTo>
                    <a:pt x="785952" y="1028583"/>
                  </a:lnTo>
                  <a:lnTo>
                    <a:pt x="654960" y="1031069"/>
                  </a:lnTo>
                  <a:lnTo>
                    <a:pt x="523968" y="1040500"/>
                  </a:lnTo>
                  <a:lnTo>
                    <a:pt x="392976" y="1044569"/>
                  </a:lnTo>
                  <a:lnTo>
                    <a:pt x="261984" y="1054321"/>
                  </a:lnTo>
                  <a:lnTo>
                    <a:pt x="130992" y="1054603"/>
                  </a:lnTo>
                  <a:lnTo>
                    <a:pt x="0" y="1060401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234626" y="1356890"/>
              <a:ext cx="6418608" cy="1039853"/>
            </a:xfrm>
            <a:custGeom>
              <a:avLst/>
              <a:pathLst>
                <a:path w="6418608" h="1039853">
                  <a:moveTo>
                    <a:pt x="0" y="1039853"/>
                  </a:moveTo>
                  <a:lnTo>
                    <a:pt x="130992" y="1035120"/>
                  </a:lnTo>
                  <a:lnTo>
                    <a:pt x="261984" y="1023240"/>
                  </a:lnTo>
                  <a:lnTo>
                    <a:pt x="392976" y="1020381"/>
                  </a:lnTo>
                  <a:lnTo>
                    <a:pt x="523968" y="1011323"/>
                  </a:lnTo>
                  <a:lnTo>
                    <a:pt x="654960" y="1006567"/>
                  </a:lnTo>
                  <a:lnTo>
                    <a:pt x="785952" y="993566"/>
                  </a:lnTo>
                  <a:lnTo>
                    <a:pt x="916944" y="987122"/>
                  </a:lnTo>
                  <a:lnTo>
                    <a:pt x="1047936" y="972942"/>
                  </a:lnTo>
                  <a:lnTo>
                    <a:pt x="1178928" y="976393"/>
                  </a:lnTo>
                  <a:lnTo>
                    <a:pt x="1309920" y="959547"/>
                  </a:lnTo>
                  <a:lnTo>
                    <a:pt x="1440912" y="951544"/>
                  </a:lnTo>
                  <a:lnTo>
                    <a:pt x="1571904" y="941049"/>
                  </a:lnTo>
                  <a:lnTo>
                    <a:pt x="1702896" y="926862"/>
                  </a:lnTo>
                  <a:lnTo>
                    <a:pt x="1833888" y="904088"/>
                  </a:lnTo>
                  <a:lnTo>
                    <a:pt x="1964880" y="881744"/>
                  </a:lnTo>
                  <a:lnTo>
                    <a:pt x="2095872" y="879053"/>
                  </a:lnTo>
                  <a:lnTo>
                    <a:pt x="2226864" y="865023"/>
                  </a:lnTo>
                  <a:lnTo>
                    <a:pt x="2357856" y="843647"/>
                  </a:lnTo>
                  <a:lnTo>
                    <a:pt x="2488848" y="830140"/>
                  </a:lnTo>
                  <a:lnTo>
                    <a:pt x="2619840" y="811151"/>
                  </a:lnTo>
                  <a:lnTo>
                    <a:pt x="2750832" y="784831"/>
                  </a:lnTo>
                  <a:lnTo>
                    <a:pt x="2881824" y="760968"/>
                  </a:lnTo>
                  <a:lnTo>
                    <a:pt x="3012816" y="747904"/>
                  </a:lnTo>
                  <a:lnTo>
                    <a:pt x="3143808" y="729213"/>
                  </a:lnTo>
                  <a:lnTo>
                    <a:pt x="3274800" y="698646"/>
                  </a:lnTo>
                  <a:lnTo>
                    <a:pt x="3405792" y="671263"/>
                  </a:lnTo>
                  <a:lnTo>
                    <a:pt x="3536784" y="647562"/>
                  </a:lnTo>
                  <a:lnTo>
                    <a:pt x="3667776" y="626918"/>
                  </a:lnTo>
                  <a:lnTo>
                    <a:pt x="3798768" y="617407"/>
                  </a:lnTo>
                  <a:lnTo>
                    <a:pt x="3929760" y="588039"/>
                  </a:lnTo>
                  <a:lnTo>
                    <a:pt x="4060752" y="572143"/>
                  </a:lnTo>
                  <a:lnTo>
                    <a:pt x="4191744" y="549268"/>
                  </a:lnTo>
                  <a:lnTo>
                    <a:pt x="4322736" y="516304"/>
                  </a:lnTo>
                  <a:lnTo>
                    <a:pt x="4453728" y="495486"/>
                  </a:lnTo>
                  <a:lnTo>
                    <a:pt x="4584720" y="464243"/>
                  </a:lnTo>
                  <a:lnTo>
                    <a:pt x="4715712" y="430806"/>
                  </a:lnTo>
                  <a:lnTo>
                    <a:pt x="4846704" y="416812"/>
                  </a:lnTo>
                  <a:lnTo>
                    <a:pt x="4977696" y="393294"/>
                  </a:lnTo>
                  <a:lnTo>
                    <a:pt x="5108688" y="352746"/>
                  </a:lnTo>
                  <a:lnTo>
                    <a:pt x="5239680" y="338906"/>
                  </a:lnTo>
                  <a:lnTo>
                    <a:pt x="5370672" y="307831"/>
                  </a:lnTo>
                  <a:lnTo>
                    <a:pt x="5501664" y="266724"/>
                  </a:lnTo>
                  <a:lnTo>
                    <a:pt x="5632656" y="232652"/>
                  </a:lnTo>
                  <a:lnTo>
                    <a:pt x="5763648" y="200710"/>
                  </a:lnTo>
                  <a:lnTo>
                    <a:pt x="5894640" y="166384"/>
                  </a:lnTo>
                  <a:lnTo>
                    <a:pt x="6025632" y="120419"/>
                  </a:lnTo>
                  <a:lnTo>
                    <a:pt x="6156624" y="95800"/>
                  </a:lnTo>
                  <a:lnTo>
                    <a:pt x="6287616" y="59613"/>
                  </a:lnTo>
                  <a:lnTo>
                    <a:pt x="64186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234626" y="1818621"/>
              <a:ext cx="6418608" cy="598671"/>
            </a:xfrm>
            <a:custGeom>
              <a:avLst/>
              <a:pathLst>
                <a:path w="6418608" h="598671">
                  <a:moveTo>
                    <a:pt x="6418608" y="7612"/>
                  </a:moveTo>
                  <a:lnTo>
                    <a:pt x="6287616" y="0"/>
                  </a:lnTo>
                  <a:lnTo>
                    <a:pt x="6156624" y="15745"/>
                  </a:lnTo>
                  <a:lnTo>
                    <a:pt x="6025632" y="45860"/>
                  </a:lnTo>
                  <a:lnTo>
                    <a:pt x="5894640" y="50863"/>
                  </a:lnTo>
                  <a:lnTo>
                    <a:pt x="5763648" y="66751"/>
                  </a:lnTo>
                  <a:lnTo>
                    <a:pt x="5632656" y="84644"/>
                  </a:lnTo>
                  <a:lnTo>
                    <a:pt x="5501664" y="99519"/>
                  </a:lnTo>
                  <a:lnTo>
                    <a:pt x="5370672" y="106370"/>
                  </a:lnTo>
                  <a:lnTo>
                    <a:pt x="5239680" y="120050"/>
                  </a:lnTo>
                  <a:lnTo>
                    <a:pt x="5108688" y="150914"/>
                  </a:lnTo>
                  <a:lnTo>
                    <a:pt x="4977696" y="154447"/>
                  </a:lnTo>
                  <a:lnTo>
                    <a:pt x="4846704" y="174213"/>
                  </a:lnTo>
                  <a:lnTo>
                    <a:pt x="4715712" y="200621"/>
                  </a:lnTo>
                  <a:lnTo>
                    <a:pt x="4584720" y="209260"/>
                  </a:lnTo>
                  <a:lnTo>
                    <a:pt x="4453728" y="218418"/>
                  </a:lnTo>
                  <a:lnTo>
                    <a:pt x="4322736" y="237932"/>
                  </a:lnTo>
                  <a:lnTo>
                    <a:pt x="4191744" y="245364"/>
                  </a:lnTo>
                  <a:lnTo>
                    <a:pt x="4060752" y="262049"/>
                  </a:lnTo>
                  <a:lnTo>
                    <a:pt x="3929760" y="285836"/>
                  </a:lnTo>
                  <a:lnTo>
                    <a:pt x="3798768" y="295676"/>
                  </a:lnTo>
                  <a:lnTo>
                    <a:pt x="3667776" y="324047"/>
                  </a:lnTo>
                  <a:lnTo>
                    <a:pt x="3536784" y="341427"/>
                  </a:lnTo>
                  <a:lnTo>
                    <a:pt x="3405792" y="356167"/>
                  </a:lnTo>
                  <a:lnTo>
                    <a:pt x="3274800" y="365614"/>
                  </a:lnTo>
                  <a:lnTo>
                    <a:pt x="3143808" y="370688"/>
                  </a:lnTo>
                  <a:lnTo>
                    <a:pt x="3012816" y="385624"/>
                  </a:lnTo>
                  <a:lnTo>
                    <a:pt x="2881824" y="405791"/>
                  </a:lnTo>
                  <a:lnTo>
                    <a:pt x="2750832" y="414528"/>
                  </a:lnTo>
                  <a:lnTo>
                    <a:pt x="2619840" y="419966"/>
                  </a:lnTo>
                  <a:lnTo>
                    <a:pt x="2488848" y="431565"/>
                  </a:lnTo>
                  <a:lnTo>
                    <a:pt x="2357856" y="447577"/>
                  </a:lnTo>
                  <a:lnTo>
                    <a:pt x="2226864" y="454416"/>
                  </a:lnTo>
                  <a:lnTo>
                    <a:pt x="2095872" y="468161"/>
                  </a:lnTo>
                  <a:lnTo>
                    <a:pt x="1964880" y="492280"/>
                  </a:lnTo>
                  <a:lnTo>
                    <a:pt x="1833888" y="495355"/>
                  </a:lnTo>
                  <a:lnTo>
                    <a:pt x="1702896" y="496686"/>
                  </a:lnTo>
                  <a:lnTo>
                    <a:pt x="1571904" y="505255"/>
                  </a:lnTo>
                  <a:lnTo>
                    <a:pt x="1440912" y="516487"/>
                  </a:lnTo>
                  <a:lnTo>
                    <a:pt x="1309920" y="528743"/>
                  </a:lnTo>
                  <a:lnTo>
                    <a:pt x="1178928" y="530163"/>
                  </a:lnTo>
                  <a:lnTo>
                    <a:pt x="1047936" y="553207"/>
                  </a:lnTo>
                  <a:lnTo>
                    <a:pt x="916944" y="557045"/>
                  </a:lnTo>
                  <a:lnTo>
                    <a:pt x="785952" y="566852"/>
                  </a:lnTo>
                  <a:lnTo>
                    <a:pt x="654960" y="569338"/>
                  </a:lnTo>
                  <a:lnTo>
                    <a:pt x="523968" y="578769"/>
                  </a:lnTo>
                  <a:lnTo>
                    <a:pt x="392976" y="582838"/>
                  </a:lnTo>
                  <a:lnTo>
                    <a:pt x="261984" y="592591"/>
                  </a:lnTo>
                  <a:lnTo>
                    <a:pt x="130992" y="592872"/>
                  </a:lnTo>
                  <a:lnTo>
                    <a:pt x="0" y="5986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400738" y="1303870"/>
              <a:ext cx="8645472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3275953" y="239150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213797" y="205048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213797" y="170946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213797" y="1368393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3365944" y="24331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65944" y="20921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365944" y="17511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365944" y="14101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93714" y="247031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413554" y="247031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033394" y="247031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1653234" y="247031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712950" y="253125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382477" y="253125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971239" y="253125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1591079" y="253125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95643" y="267869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2440160" y="1822391"/>
              <a:ext cx="1273057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Amyloid PET - PiB Z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2971800" y="2880201"/>
              <a:ext cx="2031999" cy="1645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00738" y="2949790"/>
              <a:ext cx="1533472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400738" y="3891697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400738" y="3500147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400738" y="3108597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02786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167474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632163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400738" y="4087472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400738" y="3695922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400738" y="3304372"/>
              <a:ext cx="1533472" cy="0"/>
            </a:xfrm>
            <a:custGeom>
              <a:avLst/>
              <a:pathLst>
                <a:path w="1533472" h="0">
                  <a:moveTo>
                    <a:pt x="0" y="0"/>
                  </a:moveTo>
                  <a:lnTo>
                    <a:pt x="1533472" y="0"/>
                  </a:lnTo>
                  <a:lnTo>
                    <a:pt x="153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470442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935130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399819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864507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911896" y="3276154"/>
              <a:ext cx="952611" cy="770396"/>
            </a:xfrm>
            <a:custGeom>
              <a:avLst/>
              <a:pathLst>
                <a:path w="952611" h="770396">
                  <a:moveTo>
                    <a:pt x="0" y="770396"/>
                  </a:moveTo>
                  <a:lnTo>
                    <a:pt x="23234" y="763156"/>
                  </a:lnTo>
                  <a:lnTo>
                    <a:pt x="46468" y="756382"/>
                  </a:lnTo>
                  <a:lnTo>
                    <a:pt x="69703" y="748984"/>
                  </a:lnTo>
                  <a:lnTo>
                    <a:pt x="92937" y="740516"/>
                  </a:lnTo>
                  <a:lnTo>
                    <a:pt x="116172" y="731528"/>
                  </a:lnTo>
                  <a:lnTo>
                    <a:pt x="139406" y="722535"/>
                  </a:lnTo>
                  <a:lnTo>
                    <a:pt x="162640" y="713024"/>
                  </a:lnTo>
                  <a:lnTo>
                    <a:pt x="185875" y="702367"/>
                  </a:lnTo>
                  <a:lnTo>
                    <a:pt x="209109" y="691308"/>
                  </a:lnTo>
                  <a:lnTo>
                    <a:pt x="232344" y="679423"/>
                  </a:lnTo>
                  <a:lnTo>
                    <a:pt x="255578" y="667191"/>
                  </a:lnTo>
                  <a:lnTo>
                    <a:pt x="278813" y="653858"/>
                  </a:lnTo>
                  <a:lnTo>
                    <a:pt x="302047" y="639851"/>
                  </a:lnTo>
                  <a:lnTo>
                    <a:pt x="325281" y="624941"/>
                  </a:lnTo>
                  <a:lnTo>
                    <a:pt x="348516" y="609250"/>
                  </a:lnTo>
                  <a:lnTo>
                    <a:pt x="371750" y="592745"/>
                  </a:lnTo>
                  <a:lnTo>
                    <a:pt x="394985" y="576255"/>
                  </a:lnTo>
                  <a:lnTo>
                    <a:pt x="418219" y="558423"/>
                  </a:lnTo>
                  <a:lnTo>
                    <a:pt x="441454" y="540533"/>
                  </a:lnTo>
                  <a:lnTo>
                    <a:pt x="464688" y="521127"/>
                  </a:lnTo>
                  <a:lnTo>
                    <a:pt x="487922" y="502302"/>
                  </a:lnTo>
                  <a:lnTo>
                    <a:pt x="511157" y="482411"/>
                  </a:lnTo>
                  <a:lnTo>
                    <a:pt x="534391" y="461669"/>
                  </a:lnTo>
                  <a:lnTo>
                    <a:pt x="557626" y="439943"/>
                  </a:lnTo>
                  <a:lnTo>
                    <a:pt x="580860" y="418682"/>
                  </a:lnTo>
                  <a:lnTo>
                    <a:pt x="604095" y="396939"/>
                  </a:lnTo>
                  <a:lnTo>
                    <a:pt x="627329" y="375345"/>
                  </a:lnTo>
                  <a:lnTo>
                    <a:pt x="650563" y="352564"/>
                  </a:lnTo>
                  <a:lnTo>
                    <a:pt x="673798" y="329467"/>
                  </a:lnTo>
                  <a:lnTo>
                    <a:pt x="697032" y="306541"/>
                  </a:lnTo>
                  <a:lnTo>
                    <a:pt x="720267" y="281332"/>
                  </a:lnTo>
                  <a:lnTo>
                    <a:pt x="743501" y="255944"/>
                  </a:lnTo>
                  <a:lnTo>
                    <a:pt x="766736" y="230762"/>
                  </a:lnTo>
                  <a:lnTo>
                    <a:pt x="789970" y="203981"/>
                  </a:lnTo>
                  <a:lnTo>
                    <a:pt x="813204" y="176561"/>
                  </a:lnTo>
                  <a:lnTo>
                    <a:pt x="836439" y="148068"/>
                  </a:lnTo>
                  <a:lnTo>
                    <a:pt x="859673" y="119507"/>
                  </a:lnTo>
                  <a:lnTo>
                    <a:pt x="882908" y="88390"/>
                  </a:lnTo>
                  <a:lnTo>
                    <a:pt x="906142" y="60604"/>
                  </a:lnTo>
                  <a:lnTo>
                    <a:pt x="929377" y="31629"/>
                  </a:lnTo>
                  <a:lnTo>
                    <a:pt x="95261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911896" y="3002810"/>
              <a:ext cx="952611" cy="1060401"/>
            </a:xfrm>
            <a:custGeom>
              <a:avLst/>
              <a:pathLst>
                <a:path w="952611" h="1060401">
                  <a:moveTo>
                    <a:pt x="0" y="1027077"/>
                  </a:moveTo>
                  <a:lnTo>
                    <a:pt x="23234" y="1018156"/>
                  </a:lnTo>
                  <a:lnTo>
                    <a:pt x="46468" y="1013007"/>
                  </a:lnTo>
                  <a:lnTo>
                    <a:pt x="69703" y="1000458"/>
                  </a:lnTo>
                  <a:lnTo>
                    <a:pt x="92937" y="988222"/>
                  </a:lnTo>
                  <a:lnTo>
                    <a:pt x="116172" y="980474"/>
                  </a:lnTo>
                  <a:lnTo>
                    <a:pt x="139406" y="965853"/>
                  </a:lnTo>
                  <a:lnTo>
                    <a:pt x="162640" y="956456"/>
                  </a:lnTo>
                  <a:lnTo>
                    <a:pt x="185875" y="942202"/>
                  </a:lnTo>
                  <a:lnTo>
                    <a:pt x="209109" y="928415"/>
                  </a:lnTo>
                  <a:lnTo>
                    <a:pt x="232344" y="912807"/>
                  </a:lnTo>
                  <a:lnTo>
                    <a:pt x="255578" y="893744"/>
                  </a:lnTo>
                  <a:lnTo>
                    <a:pt x="278813" y="877439"/>
                  </a:lnTo>
                  <a:lnTo>
                    <a:pt x="302047" y="858558"/>
                  </a:lnTo>
                  <a:lnTo>
                    <a:pt x="325281" y="836991"/>
                  </a:lnTo>
                  <a:lnTo>
                    <a:pt x="348516" y="820203"/>
                  </a:lnTo>
                  <a:lnTo>
                    <a:pt x="371750" y="798916"/>
                  </a:lnTo>
                  <a:lnTo>
                    <a:pt x="394985" y="774717"/>
                  </a:lnTo>
                  <a:lnTo>
                    <a:pt x="418219" y="753240"/>
                  </a:lnTo>
                  <a:lnTo>
                    <a:pt x="441454" y="731043"/>
                  </a:lnTo>
                  <a:lnTo>
                    <a:pt x="464688" y="709027"/>
                  </a:lnTo>
                  <a:lnTo>
                    <a:pt x="487922" y="680704"/>
                  </a:lnTo>
                  <a:lnTo>
                    <a:pt x="511157" y="657180"/>
                  </a:lnTo>
                  <a:lnTo>
                    <a:pt x="534391" y="635366"/>
                  </a:lnTo>
                  <a:lnTo>
                    <a:pt x="557626" y="608467"/>
                  </a:lnTo>
                  <a:lnTo>
                    <a:pt x="580860" y="582983"/>
                  </a:lnTo>
                  <a:lnTo>
                    <a:pt x="604095" y="556097"/>
                  </a:lnTo>
                  <a:lnTo>
                    <a:pt x="627329" y="523988"/>
                  </a:lnTo>
                  <a:lnTo>
                    <a:pt x="650563" y="489276"/>
                  </a:lnTo>
                  <a:lnTo>
                    <a:pt x="673798" y="468766"/>
                  </a:lnTo>
                  <a:lnTo>
                    <a:pt x="697032" y="447827"/>
                  </a:lnTo>
                  <a:lnTo>
                    <a:pt x="720267" y="410898"/>
                  </a:lnTo>
                  <a:lnTo>
                    <a:pt x="743501" y="385385"/>
                  </a:lnTo>
                  <a:lnTo>
                    <a:pt x="766736" y="342884"/>
                  </a:lnTo>
                  <a:lnTo>
                    <a:pt x="789970" y="311044"/>
                  </a:lnTo>
                  <a:lnTo>
                    <a:pt x="813204" y="279357"/>
                  </a:lnTo>
                  <a:lnTo>
                    <a:pt x="836439" y="241217"/>
                  </a:lnTo>
                  <a:lnTo>
                    <a:pt x="859673" y="186131"/>
                  </a:lnTo>
                  <a:lnTo>
                    <a:pt x="882908" y="143952"/>
                  </a:lnTo>
                  <a:lnTo>
                    <a:pt x="906142" y="96547"/>
                  </a:lnTo>
                  <a:lnTo>
                    <a:pt x="929377" y="70882"/>
                  </a:lnTo>
                  <a:lnTo>
                    <a:pt x="952611" y="0"/>
                  </a:lnTo>
                  <a:lnTo>
                    <a:pt x="952611" y="546686"/>
                  </a:lnTo>
                  <a:lnTo>
                    <a:pt x="929377" y="539064"/>
                  </a:lnTo>
                  <a:lnTo>
                    <a:pt x="906142" y="571347"/>
                  </a:lnTo>
                  <a:lnTo>
                    <a:pt x="882908" y="579515"/>
                  </a:lnTo>
                  <a:lnTo>
                    <a:pt x="859673" y="599569"/>
                  </a:lnTo>
                  <a:lnTo>
                    <a:pt x="836439" y="601606"/>
                  </a:lnTo>
                  <a:lnTo>
                    <a:pt x="813204" y="620453"/>
                  </a:lnTo>
                  <a:lnTo>
                    <a:pt x="789970" y="643605"/>
                  </a:lnTo>
                  <a:lnTo>
                    <a:pt x="766736" y="665327"/>
                  </a:lnTo>
                  <a:lnTo>
                    <a:pt x="743501" y="673189"/>
                  </a:lnTo>
                  <a:lnTo>
                    <a:pt x="720267" y="698454"/>
                  </a:lnTo>
                  <a:lnTo>
                    <a:pt x="697032" y="711942"/>
                  </a:lnTo>
                  <a:lnTo>
                    <a:pt x="673798" y="736855"/>
                  </a:lnTo>
                  <a:lnTo>
                    <a:pt x="650563" y="762539"/>
                  </a:lnTo>
                  <a:lnTo>
                    <a:pt x="627329" y="773390"/>
                  </a:lnTo>
                  <a:lnTo>
                    <a:pt x="604095" y="784467"/>
                  </a:lnTo>
                  <a:lnTo>
                    <a:pt x="580860" y="801067"/>
                  </a:lnTo>
                  <a:lnTo>
                    <a:pt x="557626" y="818106"/>
                  </a:lnTo>
                  <a:lnTo>
                    <a:pt x="534391" y="834658"/>
                  </a:lnTo>
                  <a:lnTo>
                    <a:pt x="511157" y="854329"/>
                  </a:lnTo>
                  <a:lnTo>
                    <a:pt x="487922" y="870586"/>
                  </a:lnTo>
                  <a:lnTo>
                    <a:pt x="464688" y="879914"/>
                  </a:lnTo>
                  <a:lnTo>
                    <a:pt x="441454" y="896709"/>
                  </a:lnTo>
                  <a:lnTo>
                    <a:pt x="418219" y="910293"/>
                  </a:lnTo>
                  <a:lnTo>
                    <a:pt x="394985" y="924481"/>
                  </a:lnTo>
                  <a:lnTo>
                    <a:pt x="371750" y="933261"/>
                  </a:lnTo>
                  <a:lnTo>
                    <a:pt x="348516" y="944984"/>
                  </a:lnTo>
                  <a:lnTo>
                    <a:pt x="325281" y="959578"/>
                  </a:lnTo>
                  <a:lnTo>
                    <a:pt x="302047" y="967830"/>
                  </a:lnTo>
                  <a:lnTo>
                    <a:pt x="278813" y="976963"/>
                  </a:lnTo>
                  <a:lnTo>
                    <a:pt x="255578" y="987326"/>
                  </a:lnTo>
                  <a:lnTo>
                    <a:pt x="232344" y="992727"/>
                  </a:lnTo>
                  <a:lnTo>
                    <a:pt x="209109" y="1000889"/>
                  </a:lnTo>
                  <a:lnTo>
                    <a:pt x="185875" y="1009218"/>
                  </a:lnTo>
                  <a:lnTo>
                    <a:pt x="162640" y="1016279"/>
                  </a:lnTo>
                  <a:lnTo>
                    <a:pt x="139406" y="1025905"/>
                  </a:lnTo>
                  <a:lnTo>
                    <a:pt x="116172" y="1029269"/>
                  </a:lnTo>
                  <a:lnTo>
                    <a:pt x="92937" y="1039497"/>
                  </a:lnTo>
                  <a:lnTo>
                    <a:pt x="69703" y="1044197"/>
                  </a:lnTo>
                  <a:lnTo>
                    <a:pt x="46468" y="1046443"/>
                  </a:lnTo>
                  <a:lnTo>
                    <a:pt x="23234" y="1054844"/>
                  </a:lnTo>
                  <a:lnTo>
                    <a:pt x="0" y="1060401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911896" y="3002810"/>
              <a:ext cx="952611" cy="1027077"/>
            </a:xfrm>
            <a:custGeom>
              <a:avLst/>
              <a:pathLst>
                <a:path w="952611" h="1027077">
                  <a:moveTo>
                    <a:pt x="0" y="1027077"/>
                  </a:moveTo>
                  <a:lnTo>
                    <a:pt x="23234" y="1018156"/>
                  </a:lnTo>
                  <a:lnTo>
                    <a:pt x="46468" y="1013007"/>
                  </a:lnTo>
                  <a:lnTo>
                    <a:pt x="69703" y="1000458"/>
                  </a:lnTo>
                  <a:lnTo>
                    <a:pt x="92937" y="988222"/>
                  </a:lnTo>
                  <a:lnTo>
                    <a:pt x="116172" y="980474"/>
                  </a:lnTo>
                  <a:lnTo>
                    <a:pt x="139406" y="965853"/>
                  </a:lnTo>
                  <a:lnTo>
                    <a:pt x="162640" y="956456"/>
                  </a:lnTo>
                  <a:lnTo>
                    <a:pt x="185875" y="942202"/>
                  </a:lnTo>
                  <a:lnTo>
                    <a:pt x="209109" y="928415"/>
                  </a:lnTo>
                  <a:lnTo>
                    <a:pt x="232344" y="912807"/>
                  </a:lnTo>
                  <a:lnTo>
                    <a:pt x="255578" y="893744"/>
                  </a:lnTo>
                  <a:lnTo>
                    <a:pt x="278813" y="877439"/>
                  </a:lnTo>
                  <a:lnTo>
                    <a:pt x="302047" y="858558"/>
                  </a:lnTo>
                  <a:lnTo>
                    <a:pt x="325281" y="836991"/>
                  </a:lnTo>
                  <a:lnTo>
                    <a:pt x="348516" y="820203"/>
                  </a:lnTo>
                  <a:lnTo>
                    <a:pt x="371750" y="798916"/>
                  </a:lnTo>
                  <a:lnTo>
                    <a:pt x="394985" y="774717"/>
                  </a:lnTo>
                  <a:lnTo>
                    <a:pt x="418219" y="753240"/>
                  </a:lnTo>
                  <a:lnTo>
                    <a:pt x="441454" y="731043"/>
                  </a:lnTo>
                  <a:lnTo>
                    <a:pt x="464688" y="709027"/>
                  </a:lnTo>
                  <a:lnTo>
                    <a:pt x="487922" y="680704"/>
                  </a:lnTo>
                  <a:lnTo>
                    <a:pt x="511157" y="657180"/>
                  </a:lnTo>
                  <a:lnTo>
                    <a:pt x="534391" y="635366"/>
                  </a:lnTo>
                  <a:lnTo>
                    <a:pt x="557626" y="608467"/>
                  </a:lnTo>
                  <a:lnTo>
                    <a:pt x="580860" y="582983"/>
                  </a:lnTo>
                  <a:lnTo>
                    <a:pt x="604095" y="556097"/>
                  </a:lnTo>
                  <a:lnTo>
                    <a:pt x="627329" y="523988"/>
                  </a:lnTo>
                  <a:lnTo>
                    <a:pt x="650563" y="489276"/>
                  </a:lnTo>
                  <a:lnTo>
                    <a:pt x="673798" y="468766"/>
                  </a:lnTo>
                  <a:lnTo>
                    <a:pt x="697032" y="447827"/>
                  </a:lnTo>
                  <a:lnTo>
                    <a:pt x="720267" y="410898"/>
                  </a:lnTo>
                  <a:lnTo>
                    <a:pt x="743501" y="385385"/>
                  </a:lnTo>
                  <a:lnTo>
                    <a:pt x="766736" y="342884"/>
                  </a:lnTo>
                  <a:lnTo>
                    <a:pt x="789970" y="311044"/>
                  </a:lnTo>
                  <a:lnTo>
                    <a:pt x="813204" y="279357"/>
                  </a:lnTo>
                  <a:lnTo>
                    <a:pt x="836439" y="241217"/>
                  </a:lnTo>
                  <a:lnTo>
                    <a:pt x="859673" y="186131"/>
                  </a:lnTo>
                  <a:lnTo>
                    <a:pt x="882908" y="143952"/>
                  </a:lnTo>
                  <a:lnTo>
                    <a:pt x="906142" y="96547"/>
                  </a:lnTo>
                  <a:lnTo>
                    <a:pt x="929377" y="70882"/>
                  </a:lnTo>
                  <a:lnTo>
                    <a:pt x="95261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911896" y="3541874"/>
              <a:ext cx="952611" cy="521337"/>
            </a:xfrm>
            <a:custGeom>
              <a:avLst/>
              <a:pathLst>
                <a:path w="952611" h="521337">
                  <a:moveTo>
                    <a:pt x="952611" y="7622"/>
                  </a:moveTo>
                  <a:lnTo>
                    <a:pt x="929377" y="0"/>
                  </a:lnTo>
                  <a:lnTo>
                    <a:pt x="906142" y="32283"/>
                  </a:lnTo>
                  <a:lnTo>
                    <a:pt x="882908" y="40450"/>
                  </a:lnTo>
                  <a:lnTo>
                    <a:pt x="859673" y="60505"/>
                  </a:lnTo>
                  <a:lnTo>
                    <a:pt x="836439" y="62541"/>
                  </a:lnTo>
                  <a:lnTo>
                    <a:pt x="813204" y="81388"/>
                  </a:lnTo>
                  <a:lnTo>
                    <a:pt x="789970" y="104541"/>
                  </a:lnTo>
                  <a:lnTo>
                    <a:pt x="766736" y="126263"/>
                  </a:lnTo>
                  <a:lnTo>
                    <a:pt x="743501" y="134124"/>
                  </a:lnTo>
                  <a:lnTo>
                    <a:pt x="720267" y="159390"/>
                  </a:lnTo>
                  <a:lnTo>
                    <a:pt x="697032" y="172878"/>
                  </a:lnTo>
                  <a:lnTo>
                    <a:pt x="673798" y="197791"/>
                  </a:lnTo>
                  <a:lnTo>
                    <a:pt x="650563" y="223475"/>
                  </a:lnTo>
                  <a:lnTo>
                    <a:pt x="627329" y="234325"/>
                  </a:lnTo>
                  <a:lnTo>
                    <a:pt x="604095" y="245403"/>
                  </a:lnTo>
                  <a:lnTo>
                    <a:pt x="580860" y="262003"/>
                  </a:lnTo>
                  <a:lnTo>
                    <a:pt x="557626" y="279041"/>
                  </a:lnTo>
                  <a:lnTo>
                    <a:pt x="534391" y="295594"/>
                  </a:lnTo>
                  <a:lnTo>
                    <a:pt x="511157" y="315265"/>
                  </a:lnTo>
                  <a:lnTo>
                    <a:pt x="487922" y="331522"/>
                  </a:lnTo>
                  <a:lnTo>
                    <a:pt x="464688" y="340850"/>
                  </a:lnTo>
                  <a:lnTo>
                    <a:pt x="441454" y="357645"/>
                  </a:lnTo>
                  <a:lnTo>
                    <a:pt x="418219" y="371228"/>
                  </a:lnTo>
                  <a:lnTo>
                    <a:pt x="394985" y="385417"/>
                  </a:lnTo>
                  <a:lnTo>
                    <a:pt x="371750" y="394197"/>
                  </a:lnTo>
                  <a:lnTo>
                    <a:pt x="348516" y="405920"/>
                  </a:lnTo>
                  <a:lnTo>
                    <a:pt x="325281" y="420513"/>
                  </a:lnTo>
                  <a:lnTo>
                    <a:pt x="302047" y="428766"/>
                  </a:lnTo>
                  <a:lnTo>
                    <a:pt x="278813" y="437898"/>
                  </a:lnTo>
                  <a:lnTo>
                    <a:pt x="255578" y="448261"/>
                  </a:lnTo>
                  <a:lnTo>
                    <a:pt x="232344" y="453663"/>
                  </a:lnTo>
                  <a:lnTo>
                    <a:pt x="209109" y="461825"/>
                  </a:lnTo>
                  <a:lnTo>
                    <a:pt x="185875" y="470154"/>
                  </a:lnTo>
                  <a:lnTo>
                    <a:pt x="162640" y="477215"/>
                  </a:lnTo>
                  <a:lnTo>
                    <a:pt x="139406" y="486841"/>
                  </a:lnTo>
                  <a:lnTo>
                    <a:pt x="116172" y="490205"/>
                  </a:lnTo>
                  <a:lnTo>
                    <a:pt x="92937" y="500433"/>
                  </a:lnTo>
                  <a:lnTo>
                    <a:pt x="69703" y="505133"/>
                  </a:lnTo>
                  <a:lnTo>
                    <a:pt x="46468" y="507378"/>
                  </a:lnTo>
                  <a:lnTo>
                    <a:pt x="23234" y="515780"/>
                  </a:lnTo>
                  <a:lnTo>
                    <a:pt x="0" y="5213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3400738" y="2949790"/>
              <a:ext cx="1533472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3275953" y="404578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213797" y="36542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213797" y="326268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6" name="pl66"/>
            <p:cNvSpPr/>
            <p:nvPr/>
          </p:nvSpPr>
          <p:spPr>
            <a:xfrm>
              <a:off x="3365944" y="40874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365944" y="36959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365944" y="33043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470442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935130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399819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864507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3389678" y="417717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904052" y="417717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337663" y="41771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802352" y="41771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439643" y="432461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78" name="tx78"/>
            <p:cNvSpPr/>
            <p:nvPr/>
          </p:nvSpPr>
          <p:spPr>
            <a:xfrm rot="-5400000">
              <a:off x="2377916" y="3468277"/>
              <a:ext cx="1397477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pTau217 - Nico Z</a:t>
              </a:r>
            </a:p>
          </p:txBody>
        </p:sp>
        <p:sp>
          <p:nvSpPr>
            <p:cNvPr id="79" name="rc79"/>
            <p:cNvSpPr/>
            <p:nvPr/>
          </p:nvSpPr>
          <p:spPr>
            <a:xfrm>
              <a:off x="5003799" y="2880201"/>
              <a:ext cx="2031999" cy="1645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5404163" y="2949790"/>
              <a:ext cx="1562047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404163" y="3966508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404163" y="3722189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404163" y="3477869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404163" y="3233550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404163" y="2989230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711839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6185187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658535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404163" y="4088668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404163" y="3844349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404163" y="3600029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404163" y="3355710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404163" y="3111390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475165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948513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421861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895208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483330" y="3286368"/>
              <a:ext cx="804690" cy="139157"/>
            </a:xfrm>
            <a:custGeom>
              <a:avLst/>
              <a:pathLst>
                <a:path w="804690" h="139157">
                  <a:moveTo>
                    <a:pt x="0" y="16433"/>
                  </a:moveTo>
                  <a:lnTo>
                    <a:pt x="23667" y="8005"/>
                  </a:lnTo>
                  <a:lnTo>
                    <a:pt x="47334" y="85"/>
                  </a:lnTo>
                  <a:lnTo>
                    <a:pt x="71002" y="0"/>
                  </a:lnTo>
                  <a:lnTo>
                    <a:pt x="94669" y="16404"/>
                  </a:lnTo>
                  <a:lnTo>
                    <a:pt x="118336" y="28954"/>
                  </a:lnTo>
                  <a:lnTo>
                    <a:pt x="142004" y="30640"/>
                  </a:lnTo>
                  <a:lnTo>
                    <a:pt x="165671" y="33877"/>
                  </a:lnTo>
                  <a:lnTo>
                    <a:pt x="189339" y="43383"/>
                  </a:lnTo>
                  <a:lnTo>
                    <a:pt x="213006" y="46594"/>
                  </a:lnTo>
                  <a:lnTo>
                    <a:pt x="236673" y="41775"/>
                  </a:lnTo>
                  <a:lnTo>
                    <a:pt x="260341" y="40531"/>
                  </a:lnTo>
                  <a:lnTo>
                    <a:pt x="284008" y="52517"/>
                  </a:lnTo>
                  <a:lnTo>
                    <a:pt x="307675" y="50718"/>
                  </a:lnTo>
                  <a:lnTo>
                    <a:pt x="331343" y="55711"/>
                  </a:lnTo>
                  <a:lnTo>
                    <a:pt x="355010" y="64137"/>
                  </a:lnTo>
                  <a:lnTo>
                    <a:pt x="378678" y="67386"/>
                  </a:lnTo>
                  <a:lnTo>
                    <a:pt x="402345" y="67727"/>
                  </a:lnTo>
                  <a:lnTo>
                    <a:pt x="426012" y="64164"/>
                  </a:lnTo>
                  <a:lnTo>
                    <a:pt x="449680" y="64047"/>
                  </a:lnTo>
                  <a:lnTo>
                    <a:pt x="473347" y="64046"/>
                  </a:lnTo>
                  <a:lnTo>
                    <a:pt x="497015" y="66287"/>
                  </a:lnTo>
                  <a:lnTo>
                    <a:pt x="520682" y="63705"/>
                  </a:lnTo>
                  <a:lnTo>
                    <a:pt x="544349" y="63535"/>
                  </a:lnTo>
                  <a:lnTo>
                    <a:pt x="568017" y="63678"/>
                  </a:lnTo>
                  <a:lnTo>
                    <a:pt x="591684" y="68364"/>
                  </a:lnTo>
                  <a:lnTo>
                    <a:pt x="615351" y="69334"/>
                  </a:lnTo>
                  <a:lnTo>
                    <a:pt x="639019" y="79138"/>
                  </a:lnTo>
                  <a:lnTo>
                    <a:pt x="662686" y="76981"/>
                  </a:lnTo>
                  <a:lnTo>
                    <a:pt x="686354" y="76136"/>
                  </a:lnTo>
                  <a:lnTo>
                    <a:pt x="710021" y="83803"/>
                  </a:lnTo>
                  <a:lnTo>
                    <a:pt x="733688" y="110894"/>
                  </a:lnTo>
                  <a:lnTo>
                    <a:pt x="757356" y="127245"/>
                  </a:lnTo>
                  <a:lnTo>
                    <a:pt x="781023" y="139157"/>
                  </a:lnTo>
                  <a:lnTo>
                    <a:pt x="804690" y="13371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5483330" y="3002810"/>
              <a:ext cx="804690" cy="727282"/>
            </a:xfrm>
            <a:custGeom>
              <a:avLst/>
              <a:pathLst>
                <a:path w="804690" h="727282">
                  <a:moveTo>
                    <a:pt x="0" y="54481"/>
                  </a:moveTo>
                  <a:lnTo>
                    <a:pt x="23667" y="41880"/>
                  </a:lnTo>
                  <a:lnTo>
                    <a:pt x="47334" y="24248"/>
                  </a:lnTo>
                  <a:lnTo>
                    <a:pt x="71002" y="19158"/>
                  </a:lnTo>
                  <a:lnTo>
                    <a:pt x="94669" y="20949"/>
                  </a:lnTo>
                  <a:lnTo>
                    <a:pt x="118336" y="36165"/>
                  </a:lnTo>
                  <a:lnTo>
                    <a:pt x="142004" y="30538"/>
                  </a:lnTo>
                  <a:lnTo>
                    <a:pt x="165671" y="32037"/>
                  </a:lnTo>
                  <a:lnTo>
                    <a:pt x="189339" y="51080"/>
                  </a:lnTo>
                  <a:lnTo>
                    <a:pt x="213006" y="50821"/>
                  </a:lnTo>
                  <a:lnTo>
                    <a:pt x="236673" y="47133"/>
                  </a:lnTo>
                  <a:lnTo>
                    <a:pt x="260341" y="47596"/>
                  </a:lnTo>
                  <a:lnTo>
                    <a:pt x="284008" y="68711"/>
                  </a:lnTo>
                  <a:lnTo>
                    <a:pt x="307675" y="53053"/>
                  </a:lnTo>
                  <a:lnTo>
                    <a:pt x="331343" y="60641"/>
                  </a:lnTo>
                  <a:lnTo>
                    <a:pt x="355010" y="56460"/>
                  </a:lnTo>
                  <a:lnTo>
                    <a:pt x="378678" y="63841"/>
                  </a:lnTo>
                  <a:lnTo>
                    <a:pt x="402345" y="68583"/>
                  </a:lnTo>
                  <a:lnTo>
                    <a:pt x="426012" y="43207"/>
                  </a:lnTo>
                  <a:lnTo>
                    <a:pt x="449680" y="37024"/>
                  </a:lnTo>
                  <a:lnTo>
                    <a:pt x="473347" y="39785"/>
                  </a:lnTo>
                  <a:lnTo>
                    <a:pt x="497015" y="34409"/>
                  </a:lnTo>
                  <a:lnTo>
                    <a:pt x="520682" y="12879"/>
                  </a:lnTo>
                  <a:lnTo>
                    <a:pt x="544349" y="2137"/>
                  </a:lnTo>
                  <a:lnTo>
                    <a:pt x="568017" y="7952"/>
                  </a:lnTo>
                  <a:lnTo>
                    <a:pt x="591684" y="0"/>
                  </a:lnTo>
                  <a:lnTo>
                    <a:pt x="615351" y="11119"/>
                  </a:lnTo>
                  <a:lnTo>
                    <a:pt x="639019" y="30731"/>
                  </a:lnTo>
                  <a:lnTo>
                    <a:pt x="662686" y="36193"/>
                  </a:lnTo>
                  <a:lnTo>
                    <a:pt x="686354" y="37389"/>
                  </a:lnTo>
                  <a:lnTo>
                    <a:pt x="710021" y="33319"/>
                  </a:lnTo>
                  <a:lnTo>
                    <a:pt x="733688" y="72125"/>
                  </a:lnTo>
                  <a:lnTo>
                    <a:pt x="757356" y="94324"/>
                  </a:lnTo>
                  <a:lnTo>
                    <a:pt x="781023" y="126175"/>
                  </a:lnTo>
                  <a:lnTo>
                    <a:pt x="804690" y="124336"/>
                  </a:lnTo>
                  <a:lnTo>
                    <a:pt x="804690" y="710204"/>
                  </a:lnTo>
                  <a:lnTo>
                    <a:pt x="781023" y="719255"/>
                  </a:lnTo>
                  <a:lnTo>
                    <a:pt x="757356" y="727282"/>
                  </a:lnTo>
                  <a:lnTo>
                    <a:pt x="733688" y="716778"/>
                  </a:lnTo>
                  <a:lnTo>
                    <a:pt x="710021" y="701403"/>
                  </a:lnTo>
                  <a:lnTo>
                    <a:pt x="686354" y="682001"/>
                  </a:lnTo>
                  <a:lnTo>
                    <a:pt x="662686" y="684885"/>
                  </a:lnTo>
                  <a:lnTo>
                    <a:pt x="639019" y="694662"/>
                  </a:lnTo>
                  <a:lnTo>
                    <a:pt x="615351" y="694666"/>
                  </a:lnTo>
                  <a:lnTo>
                    <a:pt x="591684" y="703845"/>
                  </a:lnTo>
                  <a:lnTo>
                    <a:pt x="568017" y="686520"/>
                  </a:lnTo>
                  <a:lnTo>
                    <a:pt x="544349" y="692048"/>
                  </a:lnTo>
                  <a:lnTo>
                    <a:pt x="520682" y="681648"/>
                  </a:lnTo>
                  <a:lnTo>
                    <a:pt x="497015" y="665281"/>
                  </a:lnTo>
                  <a:lnTo>
                    <a:pt x="473347" y="655423"/>
                  </a:lnTo>
                  <a:lnTo>
                    <a:pt x="449680" y="658186"/>
                  </a:lnTo>
                  <a:lnTo>
                    <a:pt x="426012" y="652239"/>
                  </a:lnTo>
                  <a:lnTo>
                    <a:pt x="402345" y="633988"/>
                  </a:lnTo>
                  <a:lnTo>
                    <a:pt x="378678" y="638049"/>
                  </a:lnTo>
                  <a:lnTo>
                    <a:pt x="355010" y="638931"/>
                  </a:lnTo>
                  <a:lnTo>
                    <a:pt x="331343" y="617896"/>
                  </a:lnTo>
                  <a:lnTo>
                    <a:pt x="307675" y="615499"/>
                  </a:lnTo>
                  <a:lnTo>
                    <a:pt x="284008" y="603439"/>
                  </a:lnTo>
                  <a:lnTo>
                    <a:pt x="260341" y="600583"/>
                  </a:lnTo>
                  <a:lnTo>
                    <a:pt x="236673" y="603533"/>
                  </a:lnTo>
                  <a:lnTo>
                    <a:pt x="213006" y="609484"/>
                  </a:lnTo>
                  <a:lnTo>
                    <a:pt x="189339" y="602802"/>
                  </a:lnTo>
                  <a:lnTo>
                    <a:pt x="165671" y="602833"/>
                  </a:lnTo>
                  <a:lnTo>
                    <a:pt x="142004" y="597859"/>
                  </a:lnTo>
                  <a:lnTo>
                    <a:pt x="118336" y="588859"/>
                  </a:lnTo>
                  <a:lnTo>
                    <a:pt x="94669" y="578975"/>
                  </a:lnTo>
                  <a:lnTo>
                    <a:pt x="71002" y="547958"/>
                  </a:lnTo>
                  <a:lnTo>
                    <a:pt x="47334" y="543040"/>
                  </a:lnTo>
                  <a:lnTo>
                    <a:pt x="23667" y="541247"/>
                  </a:lnTo>
                  <a:lnTo>
                    <a:pt x="0" y="545501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483330" y="3002810"/>
              <a:ext cx="804690" cy="126175"/>
            </a:xfrm>
            <a:custGeom>
              <a:avLst/>
              <a:pathLst>
                <a:path w="804690" h="126175">
                  <a:moveTo>
                    <a:pt x="0" y="54481"/>
                  </a:moveTo>
                  <a:lnTo>
                    <a:pt x="23667" y="41880"/>
                  </a:lnTo>
                  <a:lnTo>
                    <a:pt x="47334" y="24248"/>
                  </a:lnTo>
                  <a:lnTo>
                    <a:pt x="71002" y="19158"/>
                  </a:lnTo>
                  <a:lnTo>
                    <a:pt x="94669" y="20949"/>
                  </a:lnTo>
                  <a:lnTo>
                    <a:pt x="118336" y="36165"/>
                  </a:lnTo>
                  <a:lnTo>
                    <a:pt x="142004" y="30538"/>
                  </a:lnTo>
                  <a:lnTo>
                    <a:pt x="165671" y="32037"/>
                  </a:lnTo>
                  <a:lnTo>
                    <a:pt x="189339" y="51080"/>
                  </a:lnTo>
                  <a:lnTo>
                    <a:pt x="213006" y="50821"/>
                  </a:lnTo>
                  <a:lnTo>
                    <a:pt x="236673" y="47133"/>
                  </a:lnTo>
                  <a:lnTo>
                    <a:pt x="260341" y="47596"/>
                  </a:lnTo>
                  <a:lnTo>
                    <a:pt x="284008" y="68711"/>
                  </a:lnTo>
                  <a:lnTo>
                    <a:pt x="307675" y="53053"/>
                  </a:lnTo>
                  <a:lnTo>
                    <a:pt x="331343" y="60641"/>
                  </a:lnTo>
                  <a:lnTo>
                    <a:pt x="355010" y="56460"/>
                  </a:lnTo>
                  <a:lnTo>
                    <a:pt x="378678" y="63841"/>
                  </a:lnTo>
                  <a:lnTo>
                    <a:pt x="402345" y="68583"/>
                  </a:lnTo>
                  <a:lnTo>
                    <a:pt x="426012" y="43207"/>
                  </a:lnTo>
                  <a:lnTo>
                    <a:pt x="449680" y="37024"/>
                  </a:lnTo>
                  <a:lnTo>
                    <a:pt x="473347" y="39785"/>
                  </a:lnTo>
                  <a:lnTo>
                    <a:pt x="497015" y="34409"/>
                  </a:lnTo>
                  <a:lnTo>
                    <a:pt x="520682" y="12879"/>
                  </a:lnTo>
                  <a:lnTo>
                    <a:pt x="544349" y="2137"/>
                  </a:lnTo>
                  <a:lnTo>
                    <a:pt x="568017" y="7952"/>
                  </a:lnTo>
                  <a:lnTo>
                    <a:pt x="591684" y="0"/>
                  </a:lnTo>
                  <a:lnTo>
                    <a:pt x="615351" y="11119"/>
                  </a:lnTo>
                  <a:lnTo>
                    <a:pt x="639019" y="30731"/>
                  </a:lnTo>
                  <a:lnTo>
                    <a:pt x="662686" y="36193"/>
                  </a:lnTo>
                  <a:lnTo>
                    <a:pt x="686354" y="37389"/>
                  </a:lnTo>
                  <a:lnTo>
                    <a:pt x="710021" y="33319"/>
                  </a:lnTo>
                  <a:lnTo>
                    <a:pt x="733688" y="72125"/>
                  </a:lnTo>
                  <a:lnTo>
                    <a:pt x="757356" y="94324"/>
                  </a:lnTo>
                  <a:lnTo>
                    <a:pt x="781023" y="126175"/>
                  </a:lnTo>
                  <a:lnTo>
                    <a:pt x="804690" y="12433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483330" y="3544058"/>
              <a:ext cx="804690" cy="186035"/>
            </a:xfrm>
            <a:custGeom>
              <a:avLst/>
              <a:pathLst>
                <a:path w="804690" h="186035">
                  <a:moveTo>
                    <a:pt x="804690" y="168957"/>
                  </a:moveTo>
                  <a:lnTo>
                    <a:pt x="781023" y="178008"/>
                  </a:lnTo>
                  <a:lnTo>
                    <a:pt x="757356" y="186035"/>
                  </a:lnTo>
                  <a:lnTo>
                    <a:pt x="733688" y="175530"/>
                  </a:lnTo>
                  <a:lnTo>
                    <a:pt x="710021" y="160156"/>
                  </a:lnTo>
                  <a:lnTo>
                    <a:pt x="686354" y="140753"/>
                  </a:lnTo>
                  <a:lnTo>
                    <a:pt x="662686" y="143637"/>
                  </a:lnTo>
                  <a:lnTo>
                    <a:pt x="639019" y="153414"/>
                  </a:lnTo>
                  <a:lnTo>
                    <a:pt x="615351" y="153418"/>
                  </a:lnTo>
                  <a:lnTo>
                    <a:pt x="591684" y="162598"/>
                  </a:lnTo>
                  <a:lnTo>
                    <a:pt x="568017" y="145272"/>
                  </a:lnTo>
                  <a:lnTo>
                    <a:pt x="544349" y="150801"/>
                  </a:lnTo>
                  <a:lnTo>
                    <a:pt x="520682" y="140400"/>
                  </a:lnTo>
                  <a:lnTo>
                    <a:pt x="497015" y="124033"/>
                  </a:lnTo>
                  <a:lnTo>
                    <a:pt x="473347" y="114176"/>
                  </a:lnTo>
                  <a:lnTo>
                    <a:pt x="449680" y="116938"/>
                  </a:lnTo>
                  <a:lnTo>
                    <a:pt x="426012" y="110991"/>
                  </a:lnTo>
                  <a:lnTo>
                    <a:pt x="402345" y="92740"/>
                  </a:lnTo>
                  <a:lnTo>
                    <a:pt x="378678" y="96801"/>
                  </a:lnTo>
                  <a:lnTo>
                    <a:pt x="355010" y="97683"/>
                  </a:lnTo>
                  <a:lnTo>
                    <a:pt x="331343" y="76649"/>
                  </a:lnTo>
                  <a:lnTo>
                    <a:pt x="307675" y="74251"/>
                  </a:lnTo>
                  <a:lnTo>
                    <a:pt x="284008" y="62192"/>
                  </a:lnTo>
                  <a:lnTo>
                    <a:pt x="260341" y="59335"/>
                  </a:lnTo>
                  <a:lnTo>
                    <a:pt x="236673" y="62285"/>
                  </a:lnTo>
                  <a:lnTo>
                    <a:pt x="213006" y="68236"/>
                  </a:lnTo>
                  <a:lnTo>
                    <a:pt x="189339" y="61555"/>
                  </a:lnTo>
                  <a:lnTo>
                    <a:pt x="165671" y="61585"/>
                  </a:lnTo>
                  <a:lnTo>
                    <a:pt x="142004" y="56611"/>
                  </a:lnTo>
                  <a:lnTo>
                    <a:pt x="118336" y="47611"/>
                  </a:lnTo>
                  <a:lnTo>
                    <a:pt x="94669" y="37727"/>
                  </a:lnTo>
                  <a:lnTo>
                    <a:pt x="71002" y="6710"/>
                  </a:lnTo>
                  <a:lnTo>
                    <a:pt x="47334" y="1792"/>
                  </a:lnTo>
                  <a:lnTo>
                    <a:pt x="23667" y="0"/>
                  </a:lnTo>
                  <a:lnTo>
                    <a:pt x="0" y="42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5404163" y="2949790"/>
              <a:ext cx="1562047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5242161" y="404834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242161" y="380402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279378" y="355833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279378" y="331538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279378" y="307106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8" name="pl108"/>
            <p:cNvSpPr/>
            <p:nvPr/>
          </p:nvSpPr>
          <p:spPr>
            <a:xfrm>
              <a:off x="5369369" y="40886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369369" y="38443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369369" y="360002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369369" y="33557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369369" y="31113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475165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948513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421861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895208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5394401" y="417717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5917435" y="417717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359705" y="41771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6833053" y="41771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5457355" y="432461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122" name="tx122"/>
            <p:cNvSpPr/>
            <p:nvPr/>
          </p:nvSpPr>
          <p:spPr>
            <a:xfrm rot="-5400000">
              <a:off x="4328401" y="3468277"/>
              <a:ext cx="1560506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pTau217 - Alamar Z</a:t>
              </a:r>
            </a:p>
          </p:txBody>
        </p:sp>
        <p:sp>
          <p:nvSpPr>
            <p:cNvPr id="123" name="rc123"/>
            <p:cNvSpPr/>
            <p:nvPr/>
          </p:nvSpPr>
          <p:spPr>
            <a:xfrm>
              <a:off x="7035799" y="2880201"/>
              <a:ext cx="2031999" cy="1645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7436163" y="2949790"/>
              <a:ext cx="1562047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436163" y="3879780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436163" y="3598857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436163" y="3317934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436163" y="3037010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743839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217187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690535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436163" y="4020242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436163" y="3739318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7436163" y="3458395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7436163" y="3177472"/>
              <a:ext cx="1562047" cy="0"/>
            </a:xfrm>
            <a:custGeom>
              <a:avLst/>
              <a:pathLst>
                <a:path w="1562047" h="0">
                  <a:moveTo>
                    <a:pt x="0" y="0"/>
                  </a:moveTo>
                  <a:lnTo>
                    <a:pt x="1562047" y="0"/>
                  </a:lnTo>
                  <a:lnTo>
                    <a:pt x="156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7507165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7980513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453861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927208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980513" y="3382895"/>
              <a:ext cx="946695" cy="378679"/>
            </a:xfrm>
            <a:custGeom>
              <a:avLst/>
              <a:pathLst>
                <a:path w="946695" h="378679">
                  <a:moveTo>
                    <a:pt x="0" y="378679"/>
                  </a:moveTo>
                  <a:lnTo>
                    <a:pt x="23667" y="353893"/>
                  </a:lnTo>
                  <a:lnTo>
                    <a:pt x="47334" y="329037"/>
                  </a:lnTo>
                  <a:lnTo>
                    <a:pt x="71002" y="304217"/>
                  </a:lnTo>
                  <a:lnTo>
                    <a:pt x="94669" y="279195"/>
                  </a:lnTo>
                  <a:lnTo>
                    <a:pt x="118336" y="255881"/>
                  </a:lnTo>
                  <a:lnTo>
                    <a:pt x="142004" y="232614"/>
                  </a:lnTo>
                  <a:lnTo>
                    <a:pt x="165671" y="207854"/>
                  </a:lnTo>
                  <a:lnTo>
                    <a:pt x="189339" y="184826"/>
                  </a:lnTo>
                  <a:lnTo>
                    <a:pt x="213006" y="160355"/>
                  </a:lnTo>
                  <a:lnTo>
                    <a:pt x="236673" y="137617"/>
                  </a:lnTo>
                  <a:lnTo>
                    <a:pt x="260341" y="115678"/>
                  </a:lnTo>
                  <a:lnTo>
                    <a:pt x="284008" y="97158"/>
                  </a:lnTo>
                  <a:lnTo>
                    <a:pt x="307675" y="77636"/>
                  </a:lnTo>
                  <a:lnTo>
                    <a:pt x="331343" y="60756"/>
                  </a:lnTo>
                  <a:lnTo>
                    <a:pt x="355010" y="45660"/>
                  </a:lnTo>
                  <a:lnTo>
                    <a:pt x="378678" y="33861"/>
                  </a:lnTo>
                  <a:lnTo>
                    <a:pt x="402345" y="25093"/>
                  </a:lnTo>
                  <a:lnTo>
                    <a:pt x="426012" y="15017"/>
                  </a:lnTo>
                  <a:lnTo>
                    <a:pt x="449680" y="10874"/>
                  </a:lnTo>
                  <a:lnTo>
                    <a:pt x="473347" y="7540"/>
                  </a:lnTo>
                  <a:lnTo>
                    <a:pt x="497015" y="6077"/>
                  </a:lnTo>
                  <a:lnTo>
                    <a:pt x="520682" y="5952"/>
                  </a:lnTo>
                  <a:lnTo>
                    <a:pt x="544349" y="3599"/>
                  </a:lnTo>
                  <a:lnTo>
                    <a:pt x="568017" y="715"/>
                  </a:lnTo>
                  <a:lnTo>
                    <a:pt x="591684" y="1293"/>
                  </a:lnTo>
                  <a:lnTo>
                    <a:pt x="615351" y="940"/>
                  </a:lnTo>
                  <a:lnTo>
                    <a:pt x="639019" y="0"/>
                  </a:lnTo>
                  <a:lnTo>
                    <a:pt x="662686" y="6090"/>
                  </a:lnTo>
                  <a:lnTo>
                    <a:pt x="686354" y="8347"/>
                  </a:lnTo>
                  <a:lnTo>
                    <a:pt x="710021" y="12906"/>
                  </a:lnTo>
                  <a:lnTo>
                    <a:pt x="733688" y="25785"/>
                  </a:lnTo>
                  <a:lnTo>
                    <a:pt x="757356" y="34445"/>
                  </a:lnTo>
                  <a:lnTo>
                    <a:pt x="781023" y="29449"/>
                  </a:lnTo>
                  <a:lnTo>
                    <a:pt x="804690" y="35433"/>
                  </a:lnTo>
                  <a:lnTo>
                    <a:pt x="828358" y="99114"/>
                  </a:lnTo>
                  <a:lnTo>
                    <a:pt x="852025" y="105942"/>
                  </a:lnTo>
                  <a:lnTo>
                    <a:pt x="875693" y="102359"/>
                  </a:lnTo>
                  <a:lnTo>
                    <a:pt x="899360" y="95269"/>
                  </a:lnTo>
                  <a:lnTo>
                    <a:pt x="923027" y="89432"/>
                  </a:lnTo>
                  <a:lnTo>
                    <a:pt x="946695" y="11268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7980513" y="3002810"/>
              <a:ext cx="946695" cy="857718"/>
            </a:xfrm>
            <a:custGeom>
              <a:avLst/>
              <a:pathLst>
                <a:path w="946695" h="857718">
                  <a:moveTo>
                    <a:pt x="0" y="659811"/>
                  </a:moveTo>
                  <a:lnTo>
                    <a:pt x="23667" y="616913"/>
                  </a:lnTo>
                  <a:lnTo>
                    <a:pt x="47334" y="589036"/>
                  </a:lnTo>
                  <a:lnTo>
                    <a:pt x="71002" y="554407"/>
                  </a:lnTo>
                  <a:lnTo>
                    <a:pt x="94669" y="514409"/>
                  </a:lnTo>
                  <a:lnTo>
                    <a:pt x="118336" y="484284"/>
                  </a:lnTo>
                  <a:lnTo>
                    <a:pt x="142004" y="452581"/>
                  </a:lnTo>
                  <a:lnTo>
                    <a:pt x="165671" y="420143"/>
                  </a:lnTo>
                  <a:lnTo>
                    <a:pt x="189339" y="391833"/>
                  </a:lnTo>
                  <a:lnTo>
                    <a:pt x="213006" y="357292"/>
                  </a:lnTo>
                  <a:lnTo>
                    <a:pt x="236673" y="333352"/>
                  </a:lnTo>
                  <a:lnTo>
                    <a:pt x="260341" y="305786"/>
                  </a:lnTo>
                  <a:lnTo>
                    <a:pt x="284008" y="284495"/>
                  </a:lnTo>
                  <a:lnTo>
                    <a:pt x="307675" y="266049"/>
                  </a:lnTo>
                  <a:lnTo>
                    <a:pt x="331343" y="251249"/>
                  </a:lnTo>
                  <a:lnTo>
                    <a:pt x="355010" y="234755"/>
                  </a:lnTo>
                  <a:lnTo>
                    <a:pt x="378678" y="223369"/>
                  </a:lnTo>
                  <a:lnTo>
                    <a:pt x="402345" y="214569"/>
                  </a:lnTo>
                  <a:lnTo>
                    <a:pt x="426012" y="201111"/>
                  </a:lnTo>
                  <a:lnTo>
                    <a:pt x="449680" y="183058"/>
                  </a:lnTo>
                  <a:lnTo>
                    <a:pt x="473347" y="168960"/>
                  </a:lnTo>
                  <a:lnTo>
                    <a:pt x="497015" y="144231"/>
                  </a:lnTo>
                  <a:lnTo>
                    <a:pt x="520682" y="109118"/>
                  </a:lnTo>
                  <a:lnTo>
                    <a:pt x="544349" y="67674"/>
                  </a:lnTo>
                  <a:lnTo>
                    <a:pt x="568017" y="51326"/>
                  </a:lnTo>
                  <a:lnTo>
                    <a:pt x="591684" y="29369"/>
                  </a:lnTo>
                  <a:lnTo>
                    <a:pt x="615351" y="15655"/>
                  </a:lnTo>
                  <a:lnTo>
                    <a:pt x="639019" y="1810"/>
                  </a:lnTo>
                  <a:lnTo>
                    <a:pt x="662686" y="1189"/>
                  </a:lnTo>
                  <a:lnTo>
                    <a:pt x="686354" y="0"/>
                  </a:lnTo>
                  <a:lnTo>
                    <a:pt x="710021" y="11827"/>
                  </a:lnTo>
                  <a:lnTo>
                    <a:pt x="733688" y="23499"/>
                  </a:lnTo>
                  <a:lnTo>
                    <a:pt x="757356" y="38163"/>
                  </a:lnTo>
                  <a:lnTo>
                    <a:pt x="781023" y="37649"/>
                  </a:lnTo>
                  <a:lnTo>
                    <a:pt x="804690" y="39501"/>
                  </a:lnTo>
                  <a:lnTo>
                    <a:pt x="828358" y="112203"/>
                  </a:lnTo>
                  <a:lnTo>
                    <a:pt x="852025" y="125230"/>
                  </a:lnTo>
                  <a:lnTo>
                    <a:pt x="875693" y="122596"/>
                  </a:lnTo>
                  <a:lnTo>
                    <a:pt x="899360" y="119951"/>
                  </a:lnTo>
                  <a:lnTo>
                    <a:pt x="923027" y="114781"/>
                  </a:lnTo>
                  <a:lnTo>
                    <a:pt x="946695" y="132962"/>
                  </a:lnTo>
                  <a:lnTo>
                    <a:pt x="946695" y="852580"/>
                  </a:lnTo>
                  <a:lnTo>
                    <a:pt x="923027" y="824254"/>
                  </a:lnTo>
                  <a:lnTo>
                    <a:pt x="899360" y="830758"/>
                  </a:lnTo>
                  <a:lnTo>
                    <a:pt x="875693" y="842292"/>
                  </a:lnTo>
                  <a:lnTo>
                    <a:pt x="852025" y="846825"/>
                  </a:lnTo>
                  <a:lnTo>
                    <a:pt x="828358" y="846195"/>
                  </a:lnTo>
                  <a:lnTo>
                    <a:pt x="804690" y="791536"/>
                  </a:lnTo>
                  <a:lnTo>
                    <a:pt x="781023" y="781420"/>
                  </a:lnTo>
                  <a:lnTo>
                    <a:pt x="757356" y="790897"/>
                  </a:lnTo>
                  <a:lnTo>
                    <a:pt x="733688" y="788242"/>
                  </a:lnTo>
                  <a:lnTo>
                    <a:pt x="710021" y="774156"/>
                  </a:lnTo>
                  <a:lnTo>
                    <a:pt x="686354" y="776866"/>
                  </a:lnTo>
                  <a:lnTo>
                    <a:pt x="662686" y="771163"/>
                  </a:lnTo>
                  <a:lnTo>
                    <a:pt x="639019" y="758359"/>
                  </a:lnTo>
                  <a:lnTo>
                    <a:pt x="615351" y="746395"/>
                  </a:lnTo>
                  <a:lnTo>
                    <a:pt x="591684" y="733387"/>
                  </a:lnTo>
                  <a:lnTo>
                    <a:pt x="568017" y="710275"/>
                  </a:lnTo>
                  <a:lnTo>
                    <a:pt x="544349" y="699695"/>
                  </a:lnTo>
                  <a:lnTo>
                    <a:pt x="520682" y="662956"/>
                  </a:lnTo>
                  <a:lnTo>
                    <a:pt x="497015" y="628094"/>
                  </a:lnTo>
                  <a:lnTo>
                    <a:pt x="473347" y="606291"/>
                  </a:lnTo>
                  <a:lnTo>
                    <a:pt x="449680" y="598860"/>
                  </a:lnTo>
                  <a:lnTo>
                    <a:pt x="426012" y="589093"/>
                  </a:lnTo>
                  <a:lnTo>
                    <a:pt x="402345" y="595788"/>
                  </a:lnTo>
                  <a:lnTo>
                    <a:pt x="378678" y="604524"/>
                  </a:lnTo>
                  <a:lnTo>
                    <a:pt x="355010" y="616736"/>
                  </a:lnTo>
                  <a:lnTo>
                    <a:pt x="331343" y="630433"/>
                  </a:lnTo>
                  <a:lnTo>
                    <a:pt x="307675" y="649393"/>
                  </a:lnTo>
                  <a:lnTo>
                    <a:pt x="284008" y="669991"/>
                  </a:lnTo>
                  <a:lnTo>
                    <a:pt x="260341" y="685741"/>
                  </a:lnTo>
                  <a:lnTo>
                    <a:pt x="236673" y="702052"/>
                  </a:lnTo>
                  <a:lnTo>
                    <a:pt x="213006" y="723589"/>
                  </a:lnTo>
                  <a:lnTo>
                    <a:pt x="189339" y="737989"/>
                  </a:lnTo>
                  <a:lnTo>
                    <a:pt x="165671" y="755735"/>
                  </a:lnTo>
                  <a:lnTo>
                    <a:pt x="142004" y="772818"/>
                  </a:lnTo>
                  <a:lnTo>
                    <a:pt x="118336" y="787649"/>
                  </a:lnTo>
                  <a:lnTo>
                    <a:pt x="94669" y="804150"/>
                  </a:lnTo>
                  <a:lnTo>
                    <a:pt x="71002" y="814198"/>
                  </a:lnTo>
                  <a:lnTo>
                    <a:pt x="47334" y="829209"/>
                  </a:lnTo>
                  <a:lnTo>
                    <a:pt x="23667" y="851044"/>
                  </a:lnTo>
                  <a:lnTo>
                    <a:pt x="0" y="857718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980513" y="3002810"/>
              <a:ext cx="946695" cy="659811"/>
            </a:xfrm>
            <a:custGeom>
              <a:avLst/>
              <a:pathLst>
                <a:path w="946695" h="659811">
                  <a:moveTo>
                    <a:pt x="0" y="659811"/>
                  </a:moveTo>
                  <a:lnTo>
                    <a:pt x="23667" y="616913"/>
                  </a:lnTo>
                  <a:lnTo>
                    <a:pt x="47334" y="589036"/>
                  </a:lnTo>
                  <a:lnTo>
                    <a:pt x="71002" y="554407"/>
                  </a:lnTo>
                  <a:lnTo>
                    <a:pt x="94669" y="514409"/>
                  </a:lnTo>
                  <a:lnTo>
                    <a:pt x="118336" y="484284"/>
                  </a:lnTo>
                  <a:lnTo>
                    <a:pt x="142004" y="452581"/>
                  </a:lnTo>
                  <a:lnTo>
                    <a:pt x="165671" y="420143"/>
                  </a:lnTo>
                  <a:lnTo>
                    <a:pt x="189339" y="391833"/>
                  </a:lnTo>
                  <a:lnTo>
                    <a:pt x="213006" y="357292"/>
                  </a:lnTo>
                  <a:lnTo>
                    <a:pt x="236673" y="333352"/>
                  </a:lnTo>
                  <a:lnTo>
                    <a:pt x="260341" y="305786"/>
                  </a:lnTo>
                  <a:lnTo>
                    <a:pt x="284008" y="284495"/>
                  </a:lnTo>
                  <a:lnTo>
                    <a:pt x="307675" y="266049"/>
                  </a:lnTo>
                  <a:lnTo>
                    <a:pt x="331343" y="251249"/>
                  </a:lnTo>
                  <a:lnTo>
                    <a:pt x="355010" y="234755"/>
                  </a:lnTo>
                  <a:lnTo>
                    <a:pt x="378678" y="223369"/>
                  </a:lnTo>
                  <a:lnTo>
                    <a:pt x="402345" y="214569"/>
                  </a:lnTo>
                  <a:lnTo>
                    <a:pt x="426012" y="201111"/>
                  </a:lnTo>
                  <a:lnTo>
                    <a:pt x="449680" y="183058"/>
                  </a:lnTo>
                  <a:lnTo>
                    <a:pt x="473347" y="168960"/>
                  </a:lnTo>
                  <a:lnTo>
                    <a:pt x="497015" y="144231"/>
                  </a:lnTo>
                  <a:lnTo>
                    <a:pt x="520682" y="109118"/>
                  </a:lnTo>
                  <a:lnTo>
                    <a:pt x="544349" y="67674"/>
                  </a:lnTo>
                  <a:lnTo>
                    <a:pt x="568017" y="51326"/>
                  </a:lnTo>
                  <a:lnTo>
                    <a:pt x="591684" y="29369"/>
                  </a:lnTo>
                  <a:lnTo>
                    <a:pt x="615351" y="15655"/>
                  </a:lnTo>
                  <a:lnTo>
                    <a:pt x="639019" y="1810"/>
                  </a:lnTo>
                  <a:lnTo>
                    <a:pt x="662686" y="1189"/>
                  </a:lnTo>
                  <a:lnTo>
                    <a:pt x="686354" y="0"/>
                  </a:lnTo>
                  <a:lnTo>
                    <a:pt x="710021" y="11827"/>
                  </a:lnTo>
                  <a:lnTo>
                    <a:pt x="733688" y="23499"/>
                  </a:lnTo>
                  <a:lnTo>
                    <a:pt x="757356" y="38163"/>
                  </a:lnTo>
                  <a:lnTo>
                    <a:pt x="781023" y="37649"/>
                  </a:lnTo>
                  <a:lnTo>
                    <a:pt x="804690" y="39501"/>
                  </a:lnTo>
                  <a:lnTo>
                    <a:pt x="828358" y="112203"/>
                  </a:lnTo>
                  <a:lnTo>
                    <a:pt x="852025" y="125230"/>
                  </a:lnTo>
                  <a:lnTo>
                    <a:pt x="875693" y="122596"/>
                  </a:lnTo>
                  <a:lnTo>
                    <a:pt x="899360" y="119951"/>
                  </a:lnTo>
                  <a:lnTo>
                    <a:pt x="923027" y="114781"/>
                  </a:lnTo>
                  <a:lnTo>
                    <a:pt x="946695" y="1329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980513" y="3591903"/>
              <a:ext cx="946695" cy="268625"/>
            </a:xfrm>
            <a:custGeom>
              <a:avLst/>
              <a:pathLst>
                <a:path w="946695" h="268625">
                  <a:moveTo>
                    <a:pt x="946695" y="263487"/>
                  </a:moveTo>
                  <a:lnTo>
                    <a:pt x="923027" y="235160"/>
                  </a:lnTo>
                  <a:lnTo>
                    <a:pt x="899360" y="241665"/>
                  </a:lnTo>
                  <a:lnTo>
                    <a:pt x="875693" y="253199"/>
                  </a:lnTo>
                  <a:lnTo>
                    <a:pt x="852025" y="257732"/>
                  </a:lnTo>
                  <a:lnTo>
                    <a:pt x="828358" y="257101"/>
                  </a:lnTo>
                  <a:lnTo>
                    <a:pt x="804690" y="202443"/>
                  </a:lnTo>
                  <a:lnTo>
                    <a:pt x="781023" y="192327"/>
                  </a:lnTo>
                  <a:lnTo>
                    <a:pt x="757356" y="201804"/>
                  </a:lnTo>
                  <a:lnTo>
                    <a:pt x="733688" y="199149"/>
                  </a:lnTo>
                  <a:lnTo>
                    <a:pt x="710021" y="185063"/>
                  </a:lnTo>
                  <a:lnTo>
                    <a:pt x="686354" y="187772"/>
                  </a:lnTo>
                  <a:lnTo>
                    <a:pt x="662686" y="182069"/>
                  </a:lnTo>
                  <a:lnTo>
                    <a:pt x="639019" y="169266"/>
                  </a:lnTo>
                  <a:lnTo>
                    <a:pt x="615351" y="157302"/>
                  </a:lnTo>
                  <a:lnTo>
                    <a:pt x="591684" y="144294"/>
                  </a:lnTo>
                  <a:lnTo>
                    <a:pt x="568017" y="121182"/>
                  </a:lnTo>
                  <a:lnTo>
                    <a:pt x="544349" y="110601"/>
                  </a:lnTo>
                  <a:lnTo>
                    <a:pt x="520682" y="73863"/>
                  </a:lnTo>
                  <a:lnTo>
                    <a:pt x="497015" y="39001"/>
                  </a:lnTo>
                  <a:lnTo>
                    <a:pt x="473347" y="17198"/>
                  </a:lnTo>
                  <a:lnTo>
                    <a:pt x="449680" y="9767"/>
                  </a:lnTo>
                  <a:lnTo>
                    <a:pt x="426012" y="0"/>
                  </a:lnTo>
                  <a:lnTo>
                    <a:pt x="402345" y="6695"/>
                  </a:lnTo>
                  <a:lnTo>
                    <a:pt x="378678" y="15431"/>
                  </a:lnTo>
                  <a:lnTo>
                    <a:pt x="355010" y="27642"/>
                  </a:lnTo>
                  <a:lnTo>
                    <a:pt x="331343" y="41339"/>
                  </a:lnTo>
                  <a:lnTo>
                    <a:pt x="307675" y="60299"/>
                  </a:lnTo>
                  <a:lnTo>
                    <a:pt x="284008" y="80898"/>
                  </a:lnTo>
                  <a:lnTo>
                    <a:pt x="260341" y="96647"/>
                  </a:lnTo>
                  <a:lnTo>
                    <a:pt x="236673" y="112959"/>
                  </a:lnTo>
                  <a:lnTo>
                    <a:pt x="213006" y="134496"/>
                  </a:lnTo>
                  <a:lnTo>
                    <a:pt x="189339" y="148896"/>
                  </a:lnTo>
                  <a:lnTo>
                    <a:pt x="165671" y="166642"/>
                  </a:lnTo>
                  <a:lnTo>
                    <a:pt x="142004" y="183725"/>
                  </a:lnTo>
                  <a:lnTo>
                    <a:pt x="118336" y="198556"/>
                  </a:lnTo>
                  <a:lnTo>
                    <a:pt x="94669" y="215057"/>
                  </a:lnTo>
                  <a:lnTo>
                    <a:pt x="71002" y="225105"/>
                  </a:lnTo>
                  <a:lnTo>
                    <a:pt x="47334" y="240115"/>
                  </a:lnTo>
                  <a:lnTo>
                    <a:pt x="23667" y="261950"/>
                  </a:lnTo>
                  <a:lnTo>
                    <a:pt x="0" y="2686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436163" y="2949790"/>
              <a:ext cx="1562047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145"/>
            <p:cNvSpPr/>
            <p:nvPr/>
          </p:nvSpPr>
          <p:spPr>
            <a:xfrm>
              <a:off x="7274161" y="3979914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7311378" y="36976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7311378" y="341806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7311378" y="3137472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49" name="pl149"/>
            <p:cNvSpPr/>
            <p:nvPr/>
          </p:nvSpPr>
          <p:spPr>
            <a:xfrm>
              <a:off x="7401369" y="40202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401369" y="37393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401369" y="34583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7401369" y="31774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507165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980513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453861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927208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tx157"/>
            <p:cNvSpPr/>
            <p:nvPr/>
          </p:nvSpPr>
          <p:spPr>
            <a:xfrm>
              <a:off x="7426401" y="417717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7949435" y="417717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8391705" y="41771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8865053" y="41771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7489355" y="432461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162" name="tx162"/>
            <p:cNvSpPr/>
            <p:nvPr/>
          </p:nvSpPr>
          <p:spPr>
            <a:xfrm rot="-5400000">
              <a:off x="6267837" y="3468925"/>
              <a:ext cx="1746932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pTau217 - Alamar Z</a:t>
              </a:r>
            </a:p>
          </p:txBody>
        </p:sp>
        <p:sp>
          <p:nvSpPr>
            <p:cNvPr id="163" name="rc163"/>
            <p:cNvSpPr/>
            <p:nvPr/>
          </p:nvSpPr>
          <p:spPr>
            <a:xfrm>
              <a:off x="9067800" y="2880201"/>
              <a:ext cx="3047999" cy="1645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9563413" y="2949790"/>
              <a:ext cx="2482797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9563413" y="3954553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9563413" y="3694092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9563413" y="3433632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9563413" y="3173172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0052449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804812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1557175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9563413" y="4084783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9563413" y="3824323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9563413" y="3563862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9563413" y="3303402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9563413" y="3042941"/>
              <a:ext cx="2482797" cy="0"/>
            </a:xfrm>
            <a:custGeom>
              <a:avLst/>
              <a:pathLst>
                <a:path w="2482797" h="0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9676268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10428630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11180993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11933356" y="294979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10466249" y="3494937"/>
              <a:ext cx="1467107" cy="522015"/>
            </a:xfrm>
            <a:custGeom>
              <a:avLst/>
              <a:pathLst>
                <a:path w="1467107" h="522015">
                  <a:moveTo>
                    <a:pt x="0" y="522015"/>
                  </a:moveTo>
                  <a:lnTo>
                    <a:pt x="37618" y="507862"/>
                  </a:lnTo>
                  <a:lnTo>
                    <a:pt x="75236" y="491005"/>
                  </a:lnTo>
                  <a:lnTo>
                    <a:pt x="112854" y="473974"/>
                  </a:lnTo>
                  <a:lnTo>
                    <a:pt x="150472" y="454081"/>
                  </a:lnTo>
                  <a:lnTo>
                    <a:pt x="188090" y="433430"/>
                  </a:lnTo>
                  <a:lnTo>
                    <a:pt x="225708" y="411423"/>
                  </a:lnTo>
                  <a:lnTo>
                    <a:pt x="263326" y="389336"/>
                  </a:lnTo>
                  <a:lnTo>
                    <a:pt x="300945" y="369270"/>
                  </a:lnTo>
                  <a:lnTo>
                    <a:pt x="338563" y="347204"/>
                  </a:lnTo>
                  <a:lnTo>
                    <a:pt x="376181" y="322613"/>
                  </a:lnTo>
                  <a:lnTo>
                    <a:pt x="413799" y="298763"/>
                  </a:lnTo>
                  <a:lnTo>
                    <a:pt x="451417" y="275062"/>
                  </a:lnTo>
                  <a:lnTo>
                    <a:pt x="489035" y="257692"/>
                  </a:lnTo>
                  <a:lnTo>
                    <a:pt x="526653" y="237778"/>
                  </a:lnTo>
                  <a:lnTo>
                    <a:pt x="564272" y="212265"/>
                  </a:lnTo>
                  <a:lnTo>
                    <a:pt x="601890" y="190673"/>
                  </a:lnTo>
                  <a:lnTo>
                    <a:pt x="639508" y="170252"/>
                  </a:lnTo>
                  <a:lnTo>
                    <a:pt x="677126" y="147856"/>
                  </a:lnTo>
                  <a:lnTo>
                    <a:pt x="714744" y="123717"/>
                  </a:lnTo>
                  <a:lnTo>
                    <a:pt x="752362" y="106608"/>
                  </a:lnTo>
                  <a:lnTo>
                    <a:pt x="789980" y="89883"/>
                  </a:lnTo>
                  <a:lnTo>
                    <a:pt x="827599" y="73059"/>
                  </a:lnTo>
                  <a:lnTo>
                    <a:pt x="865217" y="57323"/>
                  </a:lnTo>
                  <a:lnTo>
                    <a:pt x="902835" y="43952"/>
                  </a:lnTo>
                  <a:lnTo>
                    <a:pt x="940453" y="37867"/>
                  </a:lnTo>
                  <a:lnTo>
                    <a:pt x="978071" y="32461"/>
                  </a:lnTo>
                  <a:lnTo>
                    <a:pt x="1015689" y="27995"/>
                  </a:lnTo>
                  <a:lnTo>
                    <a:pt x="1053307" y="21479"/>
                  </a:lnTo>
                  <a:lnTo>
                    <a:pt x="1090926" y="19226"/>
                  </a:lnTo>
                  <a:lnTo>
                    <a:pt x="1128544" y="12361"/>
                  </a:lnTo>
                  <a:lnTo>
                    <a:pt x="1166162" y="9615"/>
                  </a:lnTo>
                  <a:lnTo>
                    <a:pt x="1203780" y="7344"/>
                  </a:lnTo>
                  <a:lnTo>
                    <a:pt x="1241398" y="10064"/>
                  </a:lnTo>
                  <a:lnTo>
                    <a:pt x="1279016" y="6739"/>
                  </a:lnTo>
                  <a:lnTo>
                    <a:pt x="1316634" y="243"/>
                  </a:lnTo>
                  <a:lnTo>
                    <a:pt x="1354252" y="77"/>
                  </a:lnTo>
                  <a:lnTo>
                    <a:pt x="1391871" y="0"/>
                  </a:lnTo>
                  <a:lnTo>
                    <a:pt x="1429489" y="1854"/>
                  </a:lnTo>
                  <a:lnTo>
                    <a:pt x="1467107" y="65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10466249" y="3002810"/>
              <a:ext cx="1467107" cy="1060401"/>
            </a:xfrm>
            <a:custGeom>
              <a:avLst/>
              <a:pathLst>
                <a:path w="1467107" h="1060401">
                  <a:moveTo>
                    <a:pt x="0" y="967882"/>
                  </a:moveTo>
                  <a:lnTo>
                    <a:pt x="37618" y="942139"/>
                  </a:lnTo>
                  <a:lnTo>
                    <a:pt x="75236" y="911862"/>
                  </a:lnTo>
                  <a:lnTo>
                    <a:pt x="112854" y="879497"/>
                  </a:lnTo>
                  <a:lnTo>
                    <a:pt x="150472" y="844418"/>
                  </a:lnTo>
                  <a:lnTo>
                    <a:pt x="188090" y="807552"/>
                  </a:lnTo>
                  <a:lnTo>
                    <a:pt x="225708" y="772851"/>
                  </a:lnTo>
                  <a:lnTo>
                    <a:pt x="263326" y="734178"/>
                  </a:lnTo>
                  <a:lnTo>
                    <a:pt x="300945" y="694344"/>
                  </a:lnTo>
                  <a:lnTo>
                    <a:pt x="338563" y="655544"/>
                  </a:lnTo>
                  <a:lnTo>
                    <a:pt x="376181" y="618339"/>
                  </a:lnTo>
                  <a:lnTo>
                    <a:pt x="413799" y="576338"/>
                  </a:lnTo>
                  <a:lnTo>
                    <a:pt x="451417" y="527294"/>
                  </a:lnTo>
                  <a:lnTo>
                    <a:pt x="489035" y="490755"/>
                  </a:lnTo>
                  <a:lnTo>
                    <a:pt x="526653" y="446662"/>
                  </a:lnTo>
                  <a:lnTo>
                    <a:pt x="564272" y="404094"/>
                  </a:lnTo>
                  <a:lnTo>
                    <a:pt x="601890" y="368603"/>
                  </a:lnTo>
                  <a:lnTo>
                    <a:pt x="639508" y="333470"/>
                  </a:lnTo>
                  <a:lnTo>
                    <a:pt x="677126" y="296799"/>
                  </a:lnTo>
                  <a:lnTo>
                    <a:pt x="714744" y="262534"/>
                  </a:lnTo>
                  <a:lnTo>
                    <a:pt x="752362" y="244123"/>
                  </a:lnTo>
                  <a:lnTo>
                    <a:pt x="789980" y="219221"/>
                  </a:lnTo>
                  <a:lnTo>
                    <a:pt x="827599" y="192599"/>
                  </a:lnTo>
                  <a:lnTo>
                    <a:pt x="865217" y="164442"/>
                  </a:lnTo>
                  <a:lnTo>
                    <a:pt x="902835" y="151753"/>
                  </a:lnTo>
                  <a:lnTo>
                    <a:pt x="940453" y="149622"/>
                  </a:lnTo>
                  <a:lnTo>
                    <a:pt x="978071" y="138327"/>
                  </a:lnTo>
                  <a:lnTo>
                    <a:pt x="1015689" y="130752"/>
                  </a:lnTo>
                  <a:lnTo>
                    <a:pt x="1053307" y="132518"/>
                  </a:lnTo>
                  <a:lnTo>
                    <a:pt x="1090926" y="134001"/>
                  </a:lnTo>
                  <a:lnTo>
                    <a:pt x="1128544" y="107922"/>
                  </a:lnTo>
                  <a:lnTo>
                    <a:pt x="1166162" y="102018"/>
                  </a:lnTo>
                  <a:lnTo>
                    <a:pt x="1203780" y="86075"/>
                  </a:lnTo>
                  <a:lnTo>
                    <a:pt x="1241398" y="93816"/>
                  </a:lnTo>
                  <a:lnTo>
                    <a:pt x="1279016" y="77685"/>
                  </a:lnTo>
                  <a:lnTo>
                    <a:pt x="1316634" y="45366"/>
                  </a:lnTo>
                  <a:lnTo>
                    <a:pt x="1354252" y="28986"/>
                  </a:lnTo>
                  <a:lnTo>
                    <a:pt x="1391871" y="20154"/>
                  </a:lnTo>
                  <a:lnTo>
                    <a:pt x="1429489" y="18411"/>
                  </a:lnTo>
                  <a:lnTo>
                    <a:pt x="1467107" y="0"/>
                  </a:lnTo>
                  <a:lnTo>
                    <a:pt x="1467107" y="985569"/>
                  </a:lnTo>
                  <a:lnTo>
                    <a:pt x="1429489" y="969549"/>
                  </a:lnTo>
                  <a:lnTo>
                    <a:pt x="1391871" y="964098"/>
                  </a:lnTo>
                  <a:lnTo>
                    <a:pt x="1354252" y="955421"/>
                  </a:lnTo>
                  <a:lnTo>
                    <a:pt x="1316634" y="939374"/>
                  </a:lnTo>
                  <a:lnTo>
                    <a:pt x="1279016" y="920047"/>
                  </a:lnTo>
                  <a:lnTo>
                    <a:pt x="1241398" y="910564"/>
                  </a:lnTo>
                  <a:lnTo>
                    <a:pt x="1203780" y="912866"/>
                  </a:lnTo>
                  <a:lnTo>
                    <a:pt x="1166162" y="901465"/>
                  </a:lnTo>
                  <a:lnTo>
                    <a:pt x="1128544" y="901052"/>
                  </a:lnTo>
                  <a:lnTo>
                    <a:pt x="1090926" y="888703"/>
                  </a:lnTo>
                  <a:lnTo>
                    <a:pt x="1053307" y="894694"/>
                  </a:lnTo>
                  <a:lnTo>
                    <a:pt x="1015689" y="909491"/>
                  </a:lnTo>
                  <a:lnTo>
                    <a:pt x="978071" y="910847"/>
                  </a:lnTo>
                  <a:lnTo>
                    <a:pt x="940453" y="910364"/>
                  </a:lnTo>
                  <a:lnTo>
                    <a:pt x="902835" y="920403"/>
                  </a:lnTo>
                  <a:lnTo>
                    <a:pt x="865217" y="934456"/>
                  </a:lnTo>
                  <a:lnTo>
                    <a:pt x="827599" y="937773"/>
                  </a:lnTo>
                  <a:lnTo>
                    <a:pt x="789980" y="944798"/>
                  </a:lnTo>
                  <a:lnTo>
                    <a:pt x="752362" y="953346"/>
                  </a:lnTo>
                  <a:lnTo>
                    <a:pt x="714744" y="969154"/>
                  </a:lnTo>
                  <a:lnTo>
                    <a:pt x="677126" y="983166"/>
                  </a:lnTo>
                  <a:lnTo>
                    <a:pt x="639508" y="991288"/>
                  </a:lnTo>
                  <a:lnTo>
                    <a:pt x="601890" y="996995"/>
                  </a:lnTo>
                  <a:lnTo>
                    <a:pt x="564272" y="1004690"/>
                  </a:lnTo>
                  <a:lnTo>
                    <a:pt x="526653" y="1013147"/>
                  </a:lnTo>
                  <a:lnTo>
                    <a:pt x="489035" y="1008882"/>
                  </a:lnTo>
                  <a:lnTo>
                    <a:pt x="451417" y="1007083"/>
                  </a:lnTo>
                  <a:lnTo>
                    <a:pt x="413799" y="1005442"/>
                  </a:lnTo>
                  <a:lnTo>
                    <a:pt x="376181" y="1011140"/>
                  </a:lnTo>
                  <a:lnTo>
                    <a:pt x="338563" y="1023118"/>
                  </a:lnTo>
                  <a:lnTo>
                    <a:pt x="300945" y="1028449"/>
                  </a:lnTo>
                  <a:lnTo>
                    <a:pt x="263326" y="1028748"/>
                  </a:lnTo>
                  <a:lnTo>
                    <a:pt x="225708" y="1034248"/>
                  </a:lnTo>
                  <a:lnTo>
                    <a:pt x="188090" y="1043561"/>
                  </a:lnTo>
                  <a:lnTo>
                    <a:pt x="150472" y="1047997"/>
                  </a:lnTo>
                  <a:lnTo>
                    <a:pt x="112854" y="1052703"/>
                  </a:lnTo>
                  <a:lnTo>
                    <a:pt x="75236" y="1054401"/>
                  </a:lnTo>
                  <a:lnTo>
                    <a:pt x="37618" y="1057839"/>
                  </a:lnTo>
                  <a:lnTo>
                    <a:pt x="0" y="1060401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10466249" y="3002810"/>
              <a:ext cx="1467107" cy="967882"/>
            </a:xfrm>
            <a:custGeom>
              <a:avLst/>
              <a:pathLst>
                <a:path w="1467107" h="967882">
                  <a:moveTo>
                    <a:pt x="0" y="967882"/>
                  </a:moveTo>
                  <a:lnTo>
                    <a:pt x="37618" y="942139"/>
                  </a:lnTo>
                  <a:lnTo>
                    <a:pt x="75236" y="911862"/>
                  </a:lnTo>
                  <a:lnTo>
                    <a:pt x="112854" y="879497"/>
                  </a:lnTo>
                  <a:lnTo>
                    <a:pt x="150472" y="844418"/>
                  </a:lnTo>
                  <a:lnTo>
                    <a:pt x="188090" y="807552"/>
                  </a:lnTo>
                  <a:lnTo>
                    <a:pt x="225708" y="772851"/>
                  </a:lnTo>
                  <a:lnTo>
                    <a:pt x="263326" y="734178"/>
                  </a:lnTo>
                  <a:lnTo>
                    <a:pt x="300945" y="694344"/>
                  </a:lnTo>
                  <a:lnTo>
                    <a:pt x="338563" y="655544"/>
                  </a:lnTo>
                  <a:lnTo>
                    <a:pt x="376181" y="618339"/>
                  </a:lnTo>
                  <a:lnTo>
                    <a:pt x="413799" y="576338"/>
                  </a:lnTo>
                  <a:lnTo>
                    <a:pt x="451417" y="527294"/>
                  </a:lnTo>
                  <a:lnTo>
                    <a:pt x="489035" y="490755"/>
                  </a:lnTo>
                  <a:lnTo>
                    <a:pt x="526653" y="446662"/>
                  </a:lnTo>
                  <a:lnTo>
                    <a:pt x="564272" y="404094"/>
                  </a:lnTo>
                  <a:lnTo>
                    <a:pt x="601890" y="368603"/>
                  </a:lnTo>
                  <a:lnTo>
                    <a:pt x="639508" y="333470"/>
                  </a:lnTo>
                  <a:lnTo>
                    <a:pt x="677126" y="296799"/>
                  </a:lnTo>
                  <a:lnTo>
                    <a:pt x="714744" y="262534"/>
                  </a:lnTo>
                  <a:lnTo>
                    <a:pt x="752362" y="244123"/>
                  </a:lnTo>
                  <a:lnTo>
                    <a:pt x="789980" y="219221"/>
                  </a:lnTo>
                  <a:lnTo>
                    <a:pt x="827599" y="192599"/>
                  </a:lnTo>
                  <a:lnTo>
                    <a:pt x="865217" y="164442"/>
                  </a:lnTo>
                  <a:lnTo>
                    <a:pt x="902835" y="151753"/>
                  </a:lnTo>
                  <a:lnTo>
                    <a:pt x="940453" y="149622"/>
                  </a:lnTo>
                  <a:lnTo>
                    <a:pt x="978071" y="138327"/>
                  </a:lnTo>
                  <a:lnTo>
                    <a:pt x="1015689" y="130752"/>
                  </a:lnTo>
                  <a:lnTo>
                    <a:pt x="1053307" y="132518"/>
                  </a:lnTo>
                  <a:lnTo>
                    <a:pt x="1090926" y="134001"/>
                  </a:lnTo>
                  <a:lnTo>
                    <a:pt x="1128544" y="107922"/>
                  </a:lnTo>
                  <a:lnTo>
                    <a:pt x="1166162" y="102018"/>
                  </a:lnTo>
                  <a:lnTo>
                    <a:pt x="1203780" y="86075"/>
                  </a:lnTo>
                  <a:lnTo>
                    <a:pt x="1241398" y="93816"/>
                  </a:lnTo>
                  <a:lnTo>
                    <a:pt x="1279016" y="77685"/>
                  </a:lnTo>
                  <a:lnTo>
                    <a:pt x="1316634" y="45366"/>
                  </a:lnTo>
                  <a:lnTo>
                    <a:pt x="1354252" y="28986"/>
                  </a:lnTo>
                  <a:lnTo>
                    <a:pt x="1391871" y="20154"/>
                  </a:lnTo>
                  <a:lnTo>
                    <a:pt x="1429489" y="18411"/>
                  </a:lnTo>
                  <a:lnTo>
                    <a:pt x="146710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10466249" y="3891514"/>
              <a:ext cx="1467107" cy="171698"/>
            </a:xfrm>
            <a:custGeom>
              <a:avLst/>
              <a:pathLst>
                <a:path w="1467107" h="171698">
                  <a:moveTo>
                    <a:pt x="1467107" y="96865"/>
                  </a:moveTo>
                  <a:lnTo>
                    <a:pt x="1429489" y="80845"/>
                  </a:lnTo>
                  <a:lnTo>
                    <a:pt x="1391871" y="75394"/>
                  </a:lnTo>
                  <a:lnTo>
                    <a:pt x="1354252" y="66718"/>
                  </a:lnTo>
                  <a:lnTo>
                    <a:pt x="1316634" y="50670"/>
                  </a:lnTo>
                  <a:lnTo>
                    <a:pt x="1279016" y="31343"/>
                  </a:lnTo>
                  <a:lnTo>
                    <a:pt x="1241398" y="21861"/>
                  </a:lnTo>
                  <a:lnTo>
                    <a:pt x="1203780" y="24163"/>
                  </a:lnTo>
                  <a:lnTo>
                    <a:pt x="1166162" y="12762"/>
                  </a:lnTo>
                  <a:lnTo>
                    <a:pt x="1128544" y="12348"/>
                  </a:lnTo>
                  <a:lnTo>
                    <a:pt x="1090926" y="0"/>
                  </a:lnTo>
                  <a:lnTo>
                    <a:pt x="1053307" y="5990"/>
                  </a:lnTo>
                  <a:lnTo>
                    <a:pt x="1015689" y="20788"/>
                  </a:lnTo>
                  <a:lnTo>
                    <a:pt x="978071" y="22143"/>
                  </a:lnTo>
                  <a:lnTo>
                    <a:pt x="940453" y="21660"/>
                  </a:lnTo>
                  <a:lnTo>
                    <a:pt x="902835" y="31700"/>
                  </a:lnTo>
                  <a:lnTo>
                    <a:pt x="865217" y="45753"/>
                  </a:lnTo>
                  <a:lnTo>
                    <a:pt x="827599" y="49069"/>
                  </a:lnTo>
                  <a:lnTo>
                    <a:pt x="789980" y="56095"/>
                  </a:lnTo>
                  <a:lnTo>
                    <a:pt x="752362" y="64642"/>
                  </a:lnTo>
                  <a:lnTo>
                    <a:pt x="714744" y="80450"/>
                  </a:lnTo>
                  <a:lnTo>
                    <a:pt x="677126" y="94462"/>
                  </a:lnTo>
                  <a:lnTo>
                    <a:pt x="639508" y="102585"/>
                  </a:lnTo>
                  <a:lnTo>
                    <a:pt x="601890" y="108291"/>
                  </a:lnTo>
                  <a:lnTo>
                    <a:pt x="564272" y="115986"/>
                  </a:lnTo>
                  <a:lnTo>
                    <a:pt x="526653" y="124443"/>
                  </a:lnTo>
                  <a:lnTo>
                    <a:pt x="489035" y="120178"/>
                  </a:lnTo>
                  <a:lnTo>
                    <a:pt x="451417" y="118379"/>
                  </a:lnTo>
                  <a:lnTo>
                    <a:pt x="413799" y="116738"/>
                  </a:lnTo>
                  <a:lnTo>
                    <a:pt x="376181" y="122436"/>
                  </a:lnTo>
                  <a:lnTo>
                    <a:pt x="338563" y="134414"/>
                  </a:lnTo>
                  <a:lnTo>
                    <a:pt x="300945" y="139746"/>
                  </a:lnTo>
                  <a:lnTo>
                    <a:pt x="263326" y="140044"/>
                  </a:lnTo>
                  <a:lnTo>
                    <a:pt x="225708" y="145545"/>
                  </a:lnTo>
                  <a:lnTo>
                    <a:pt x="188090" y="154857"/>
                  </a:lnTo>
                  <a:lnTo>
                    <a:pt x="150472" y="159294"/>
                  </a:lnTo>
                  <a:lnTo>
                    <a:pt x="112854" y="164000"/>
                  </a:lnTo>
                  <a:lnTo>
                    <a:pt x="75236" y="165697"/>
                  </a:lnTo>
                  <a:lnTo>
                    <a:pt x="37618" y="169135"/>
                  </a:lnTo>
                  <a:lnTo>
                    <a:pt x="0" y="1716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9563413" y="2949790"/>
              <a:ext cx="2482797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tx186"/>
            <p:cNvSpPr/>
            <p:nvPr/>
          </p:nvSpPr>
          <p:spPr>
            <a:xfrm>
              <a:off x="9438628" y="404309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9376472" y="37826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9376472" y="35221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9376472" y="3263074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9314316" y="3001250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91" name="pl191"/>
            <p:cNvSpPr/>
            <p:nvPr/>
          </p:nvSpPr>
          <p:spPr>
            <a:xfrm>
              <a:off x="9528619" y="40847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9528619" y="38243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528619" y="356386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9528619" y="33034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9528619" y="30429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9676268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10428630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1180993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11933356" y="411623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tx200"/>
            <p:cNvSpPr/>
            <p:nvPr/>
          </p:nvSpPr>
          <p:spPr>
            <a:xfrm>
              <a:off x="9595504" y="417717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0397553" y="417717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11118838" y="41771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11871200" y="417717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10076980" y="432461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205" name="tx205"/>
            <p:cNvSpPr/>
            <p:nvPr/>
          </p:nvSpPr>
          <p:spPr>
            <a:xfrm rot="-5400000">
              <a:off x="8381351" y="3468925"/>
              <a:ext cx="1583903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pTau217 - Nico Z</a:t>
              </a:r>
            </a:p>
          </p:txBody>
        </p:sp>
        <p:sp>
          <p:nvSpPr>
            <p:cNvPr id="206" name="rc206"/>
            <p:cNvSpPr/>
            <p:nvPr/>
          </p:nvSpPr>
          <p:spPr>
            <a:xfrm>
              <a:off x="2971800" y="4526121"/>
              <a:ext cx="3047999" cy="1645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3400738" y="4595710"/>
              <a:ext cx="2549472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400738" y="5598673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400738" y="534442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400738" y="5090168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3400738" y="483591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902907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4675474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5448042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400738" y="572580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00738" y="5471547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400738" y="521729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3400738" y="4963041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400738" y="4708788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516623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289191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5061758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5834325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598218" y="5069510"/>
              <a:ext cx="1236107" cy="507625"/>
            </a:xfrm>
            <a:custGeom>
              <a:avLst/>
              <a:pathLst>
                <a:path w="1236107" h="507625">
                  <a:moveTo>
                    <a:pt x="0" y="507625"/>
                  </a:moveTo>
                  <a:lnTo>
                    <a:pt x="38628" y="496412"/>
                  </a:lnTo>
                  <a:lnTo>
                    <a:pt x="77256" y="485001"/>
                  </a:lnTo>
                  <a:lnTo>
                    <a:pt x="115885" y="472587"/>
                  </a:lnTo>
                  <a:lnTo>
                    <a:pt x="154513" y="459786"/>
                  </a:lnTo>
                  <a:lnTo>
                    <a:pt x="193141" y="446272"/>
                  </a:lnTo>
                  <a:lnTo>
                    <a:pt x="231770" y="432902"/>
                  </a:lnTo>
                  <a:lnTo>
                    <a:pt x="270398" y="419568"/>
                  </a:lnTo>
                  <a:lnTo>
                    <a:pt x="309026" y="405247"/>
                  </a:lnTo>
                  <a:lnTo>
                    <a:pt x="347655" y="390778"/>
                  </a:lnTo>
                  <a:lnTo>
                    <a:pt x="386283" y="375842"/>
                  </a:lnTo>
                  <a:lnTo>
                    <a:pt x="424912" y="360577"/>
                  </a:lnTo>
                  <a:lnTo>
                    <a:pt x="463540" y="344731"/>
                  </a:lnTo>
                  <a:lnTo>
                    <a:pt x="502168" y="328599"/>
                  </a:lnTo>
                  <a:lnTo>
                    <a:pt x="540797" y="311711"/>
                  </a:lnTo>
                  <a:lnTo>
                    <a:pt x="579425" y="294417"/>
                  </a:lnTo>
                  <a:lnTo>
                    <a:pt x="618053" y="277214"/>
                  </a:lnTo>
                  <a:lnTo>
                    <a:pt x="656682" y="260463"/>
                  </a:lnTo>
                  <a:lnTo>
                    <a:pt x="695310" y="243372"/>
                  </a:lnTo>
                  <a:lnTo>
                    <a:pt x="733938" y="224949"/>
                  </a:lnTo>
                  <a:lnTo>
                    <a:pt x="772567" y="206898"/>
                  </a:lnTo>
                  <a:lnTo>
                    <a:pt x="811195" y="188193"/>
                  </a:lnTo>
                  <a:lnTo>
                    <a:pt x="849824" y="170395"/>
                  </a:lnTo>
                  <a:lnTo>
                    <a:pt x="888452" y="151493"/>
                  </a:lnTo>
                  <a:lnTo>
                    <a:pt x="927080" y="133940"/>
                  </a:lnTo>
                  <a:lnTo>
                    <a:pt x="965709" y="118186"/>
                  </a:lnTo>
                  <a:lnTo>
                    <a:pt x="1004337" y="104031"/>
                  </a:lnTo>
                  <a:lnTo>
                    <a:pt x="1042965" y="88757"/>
                  </a:lnTo>
                  <a:lnTo>
                    <a:pt x="1081594" y="74871"/>
                  </a:lnTo>
                  <a:lnTo>
                    <a:pt x="1120222" y="59469"/>
                  </a:lnTo>
                  <a:lnTo>
                    <a:pt x="1158850" y="40989"/>
                  </a:lnTo>
                  <a:lnTo>
                    <a:pt x="1197479" y="21038"/>
                  </a:lnTo>
                  <a:lnTo>
                    <a:pt x="123610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598218" y="4648730"/>
              <a:ext cx="1236107" cy="1060401"/>
            </a:xfrm>
            <a:custGeom>
              <a:avLst/>
              <a:pathLst>
                <a:path w="1236107" h="1060401">
                  <a:moveTo>
                    <a:pt x="0" y="796408"/>
                  </a:moveTo>
                  <a:lnTo>
                    <a:pt x="38628" y="779428"/>
                  </a:lnTo>
                  <a:lnTo>
                    <a:pt x="77256" y="761114"/>
                  </a:lnTo>
                  <a:lnTo>
                    <a:pt x="115885" y="741920"/>
                  </a:lnTo>
                  <a:lnTo>
                    <a:pt x="154513" y="722678"/>
                  </a:lnTo>
                  <a:lnTo>
                    <a:pt x="193141" y="701953"/>
                  </a:lnTo>
                  <a:lnTo>
                    <a:pt x="231770" y="681004"/>
                  </a:lnTo>
                  <a:lnTo>
                    <a:pt x="270398" y="660886"/>
                  </a:lnTo>
                  <a:lnTo>
                    <a:pt x="309026" y="639026"/>
                  </a:lnTo>
                  <a:lnTo>
                    <a:pt x="347655" y="617586"/>
                  </a:lnTo>
                  <a:lnTo>
                    <a:pt x="386283" y="594456"/>
                  </a:lnTo>
                  <a:lnTo>
                    <a:pt x="424912" y="572329"/>
                  </a:lnTo>
                  <a:lnTo>
                    <a:pt x="463540" y="549179"/>
                  </a:lnTo>
                  <a:lnTo>
                    <a:pt x="502168" y="525109"/>
                  </a:lnTo>
                  <a:lnTo>
                    <a:pt x="540797" y="500318"/>
                  </a:lnTo>
                  <a:lnTo>
                    <a:pt x="579425" y="474724"/>
                  </a:lnTo>
                  <a:lnTo>
                    <a:pt x="618053" y="450142"/>
                  </a:lnTo>
                  <a:lnTo>
                    <a:pt x="656682" y="423726"/>
                  </a:lnTo>
                  <a:lnTo>
                    <a:pt x="695310" y="397870"/>
                  </a:lnTo>
                  <a:lnTo>
                    <a:pt x="733938" y="371933"/>
                  </a:lnTo>
                  <a:lnTo>
                    <a:pt x="772567" y="349047"/>
                  </a:lnTo>
                  <a:lnTo>
                    <a:pt x="811195" y="323735"/>
                  </a:lnTo>
                  <a:lnTo>
                    <a:pt x="849824" y="297461"/>
                  </a:lnTo>
                  <a:lnTo>
                    <a:pt x="888452" y="272577"/>
                  </a:lnTo>
                  <a:lnTo>
                    <a:pt x="927080" y="245964"/>
                  </a:lnTo>
                  <a:lnTo>
                    <a:pt x="965709" y="222786"/>
                  </a:lnTo>
                  <a:lnTo>
                    <a:pt x="1004337" y="198241"/>
                  </a:lnTo>
                  <a:lnTo>
                    <a:pt x="1042965" y="171232"/>
                  </a:lnTo>
                  <a:lnTo>
                    <a:pt x="1081594" y="144425"/>
                  </a:lnTo>
                  <a:lnTo>
                    <a:pt x="1120222" y="113095"/>
                  </a:lnTo>
                  <a:lnTo>
                    <a:pt x="1158850" y="78010"/>
                  </a:lnTo>
                  <a:lnTo>
                    <a:pt x="1197479" y="39896"/>
                  </a:lnTo>
                  <a:lnTo>
                    <a:pt x="1236107" y="0"/>
                  </a:lnTo>
                  <a:lnTo>
                    <a:pt x="1236107" y="841559"/>
                  </a:lnTo>
                  <a:lnTo>
                    <a:pt x="1197479" y="843740"/>
                  </a:lnTo>
                  <a:lnTo>
                    <a:pt x="1158850" y="845528"/>
                  </a:lnTo>
                  <a:lnTo>
                    <a:pt x="1120222" y="847402"/>
                  </a:lnTo>
                  <a:lnTo>
                    <a:pt x="1081594" y="846877"/>
                  </a:lnTo>
                  <a:lnTo>
                    <a:pt x="1042965" y="847842"/>
                  </a:lnTo>
                  <a:lnTo>
                    <a:pt x="1004337" y="851381"/>
                  </a:lnTo>
                  <a:lnTo>
                    <a:pt x="965709" y="855147"/>
                  </a:lnTo>
                  <a:lnTo>
                    <a:pt x="927080" y="863476"/>
                  </a:lnTo>
                  <a:lnTo>
                    <a:pt x="888452" y="871969"/>
                  </a:lnTo>
                  <a:lnTo>
                    <a:pt x="849824" y="884889"/>
                  </a:lnTo>
                  <a:lnTo>
                    <a:pt x="811195" y="894210"/>
                  </a:lnTo>
                  <a:lnTo>
                    <a:pt x="772567" y="906308"/>
                  </a:lnTo>
                  <a:lnTo>
                    <a:pt x="733938" y="919523"/>
                  </a:lnTo>
                  <a:lnTo>
                    <a:pt x="695310" y="930434"/>
                  </a:lnTo>
                  <a:lnTo>
                    <a:pt x="656682" y="938760"/>
                  </a:lnTo>
                  <a:lnTo>
                    <a:pt x="618053" y="945845"/>
                  </a:lnTo>
                  <a:lnTo>
                    <a:pt x="579425" y="955670"/>
                  </a:lnTo>
                  <a:lnTo>
                    <a:pt x="540797" y="964663"/>
                  </a:lnTo>
                  <a:lnTo>
                    <a:pt x="502168" y="973649"/>
                  </a:lnTo>
                  <a:lnTo>
                    <a:pt x="463540" y="981842"/>
                  </a:lnTo>
                  <a:lnTo>
                    <a:pt x="424912" y="990384"/>
                  </a:lnTo>
                  <a:lnTo>
                    <a:pt x="386283" y="998788"/>
                  </a:lnTo>
                  <a:lnTo>
                    <a:pt x="347655" y="1005530"/>
                  </a:lnTo>
                  <a:lnTo>
                    <a:pt x="309026" y="1013027"/>
                  </a:lnTo>
                  <a:lnTo>
                    <a:pt x="270398" y="1019810"/>
                  </a:lnTo>
                  <a:lnTo>
                    <a:pt x="231770" y="1026359"/>
                  </a:lnTo>
                  <a:lnTo>
                    <a:pt x="193141" y="1032151"/>
                  </a:lnTo>
                  <a:lnTo>
                    <a:pt x="154513" y="1038454"/>
                  </a:lnTo>
                  <a:lnTo>
                    <a:pt x="115885" y="1044814"/>
                  </a:lnTo>
                  <a:lnTo>
                    <a:pt x="77256" y="1050446"/>
                  </a:lnTo>
                  <a:lnTo>
                    <a:pt x="38628" y="1054957"/>
                  </a:lnTo>
                  <a:lnTo>
                    <a:pt x="0" y="1060401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4598218" y="4648730"/>
              <a:ext cx="1236107" cy="796408"/>
            </a:xfrm>
            <a:custGeom>
              <a:avLst/>
              <a:pathLst>
                <a:path w="1236107" h="796408">
                  <a:moveTo>
                    <a:pt x="0" y="796408"/>
                  </a:moveTo>
                  <a:lnTo>
                    <a:pt x="38628" y="779428"/>
                  </a:lnTo>
                  <a:lnTo>
                    <a:pt x="77256" y="761114"/>
                  </a:lnTo>
                  <a:lnTo>
                    <a:pt x="115885" y="741920"/>
                  </a:lnTo>
                  <a:lnTo>
                    <a:pt x="154513" y="722678"/>
                  </a:lnTo>
                  <a:lnTo>
                    <a:pt x="193141" y="701953"/>
                  </a:lnTo>
                  <a:lnTo>
                    <a:pt x="231770" y="681004"/>
                  </a:lnTo>
                  <a:lnTo>
                    <a:pt x="270398" y="660886"/>
                  </a:lnTo>
                  <a:lnTo>
                    <a:pt x="309026" y="639026"/>
                  </a:lnTo>
                  <a:lnTo>
                    <a:pt x="347655" y="617586"/>
                  </a:lnTo>
                  <a:lnTo>
                    <a:pt x="386283" y="594456"/>
                  </a:lnTo>
                  <a:lnTo>
                    <a:pt x="424912" y="572329"/>
                  </a:lnTo>
                  <a:lnTo>
                    <a:pt x="463540" y="549179"/>
                  </a:lnTo>
                  <a:lnTo>
                    <a:pt x="502168" y="525109"/>
                  </a:lnTo>
                  <a:lnTo>
                    <a:pt x="540797" y="500318"/>
                  </a:lnTo>
                  <a:lnTo>
                    <a:pt x="579425" y="474724"/>
                  </a:lnTo>
                  <a:lnTo>
                    <a:pt x="618053" y="450142"/>
                  </a:lnTo>
                  <a:lnTo>
                    <a:pt x="656682" y="423726"/>
                  </a:lnTo>
                  <a:lnTo>
                    <a:pt x="695310" y="397870"/>
                  </a:lnTo>
                  <a:lnTo>
                    <a:pt x="733938" y="371933"/>
                  </a:lnTo>
                  <a:lnTo>
                    <a:pt x="772567" y="349047"/>
                  </a:lnTo>
                  <a:lnTo>
                    <a:pt x="811195" y="323735"/>
                  </a:lnTo>
                  <a:lnTo>
                    <a:pt x="849824" y="297461"/>
                  </a:lnTo>
                  <a:lnTo>
                    <a:pt x="888452" y="272577"/>
                  </a:lnTo>
                  <a:lnTo>
                    <a:pt x="927080" y="245964"/>
                  </a:lnTo>
                  <a:lnTo>
                    <a:pt x="965709" y="222786"/>
                  </a:lnTo>
                  <a:lnTo>
                    <a:pt x="1004337" y="198241"/>
                  </a:lnTo>
                  <a:lnTo>
                    <a:pt x="1042965" y="171232"/>
                  </a:lnTo>
                  <a:lnTo>
                    <a:pt x="1081594" y="144425"/>
                  </a:lnTo>
                  <a:lnTo>
                    <a:pt x="1120222" y="113095"/>
                  </a:lnTo>
                  <a:lnTo>
                    <a:pt x="1158850" y="78010"/>
                  </a:lnTo>
                  <a:lnTo>
                    <a:pt x="1197479" y="39896"/>
                  </a:lnTo>
                  <a:lnTo>
                    <a:pt x="123610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4598218" y="5490289"/>
              <a:ext cx="1236107" cy="218842"/>
            </a:xfrm>
            <a:custGeom>
              <a:avLst/>
              <a:pathLst>
                <a:path w="1236107" h="218842">
                  <a:moveTo>
                    <a:pt x="1236107" y="0"/>
                  </a:moveTo>
                  <a:lnTo>
                    <a:pt x="1197479" y="2181"/>
                  </a:lnTo>
                  <a:lnTo>
                    <a:pt x="1158850" y="3969"/>
                  </a:lnTo>
                  <a:lnTo>
                    <a:pt x="1120222" y="5843"/>
                  </a:lnTo>
                  <a:lnTo>
                    <a:pt x="1081594" y="5318"/>
                  </a:lnTo>
                  <a:lnTo>
                    <a:pt x="1042965" y="6282"/>
                  </a:lnTo>
                  <a:lnTo>
                    <a:pt x="1004337" y="9822"/>
                  </a:lnTo>
                  <a:lnTo>
                    <a:pt x="965709" y="13587"/>
                  </a:lnTo>
                  <a:lnTo>
                    <a:pt x="927080" y="21916"/>
                  </a:lnTo>
                  <a:lnTo>
                    <a:pt x="888452" y="30410"/>
                  </a:lnTo>
                  <a:lnTo>
                    <a:pt x="849824" y="43329"/>
                  </a:lnTo>
                  <a:lnTo>
                    <a:pt x="811195" y="52650"/>
                  </a:lnTo>
                  <a:lnTo>
                    <a:pt x="772567" y="64748"/>
                  </a:lnTo>
                  <a:lnTo>
                    <a:pt x="733938" y="77964"/>
                  </a:lnTo>
                  <a:lnTo>
                    <a:pt x="695310" y="88875"/>
                  </a:lnTo>
                  <a:lnTo>
                    <a:pt x="656682" y="97201"/>
                  </a:lnTo>
                  <a:lnTo>
                    <a:pt x="618053" y="104286"/>
                  </a:lnTo>
                  <a:lnTo>
                    <a:pt x="579425" y="114111"/>
                  </a:lnTo>
                  <a:lnTo>
                    <a:pt x="540797" y="123104"/>
                  </a:lnTo>
                  <a:lnTo>
                    <a:pt x="502168" y="132090"/>
                  </a:lnTo>
                  <a:lnTo>
                    <a:pt x="463540" y="140283"/>
                  </a:lnTo>
                  <a:lnTo>
                    <a:pt x="424912" y="148825"/>
                  </a:lnTo>
                  <a:lnTo>
                    <a:pt x="386283" y="157229"/>
                  </a:lnTo>
                  <a:lnTo>
                    <a:pt x="347655" y="163970"/>
                  </a:lnTo>
                  <a:lnTo>
                    <a:pt x="309026" y="171468"/>
                  </a:lnTo>
                  <a:lnTo>
                    <a:pt x="270398" y="178251"/>
                  </a:lnTo>
                  <a:lnTo>
                    <a:pt x="231770" y="184800"/>
                  </a:lnTo>
                  <a:lnTo>
                    <a:pt x="193141" y="190592"/>
                  </a:lnTo>
                  <a:lnTo>
                    <a:pt x="154513" y="196894"/>
                  </a:lnTo>
                  <a:lnTo>
                    <a:pt x="115885" y="203254"/>
                  </a:lnTo>
                  <a:lnTo>
                    <a:pt x="77256" y="208887"/>
                  </a:lnTo>
                  <a:lnTo>
                    <a:pt x="38628" y="213397"/>
                  </a:lnTo>
                  <a:lnTo>
                    <a:pt x="0" y="2188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3400738" y="4595710"/>
              <a:ext cx="2549472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tx229"/>
            <p:cNvSpPr/>
            <p:nvPr/>
          </p:nvSpPr>
          <p:spPr>
            <a:xfrm>
              <a:off x="3275953" y="568410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3275953" y="543127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3213797" y="517560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3213797" y="49213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3213797" y="466709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34" name="pl234"/>
            <p:cNvSpPr/>
            <p:nvPr/>
          </p:nvSpPr>
          <p:spPr>
            <a:xfrm>
              <a:off x="3365944" y="57258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3365944" y="54715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365944" y="52172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3365944" y="49630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3365944" y="47087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516623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4289191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5061758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5834325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tx243"/>
            <p:cNvSpPr/>
            <p:nvPr/>
          </p:nvSpPr>
          <p:spPr>
            <a:xfrm>
              <a:off x="3435859" y="582309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4258113" y="582309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4999602" y="58230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5772170" y="58230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3947643" y="597053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248" name="tx248"/>
            <p:cNvSpPr/>
            <p:nvPr/>
          </p:nvSpPr>
          <p:spPr>
            <a:xfrm rot="-5400000">
              <a:off x="2377916" y="5114197"/>
              <a:ext cx="1397477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pTau181 - Nico Z</a:t>
              </a:r>
            </a:p>
          </p:txBody>
        </p:sp>
        <p:sp>
          <p:nvSpPr>
            <p:cNvPr id="249" name="rc249"/>
            <p:cNvSpPr/>
            <p:nvPr/>
          </p:nvSpPr>
          <p:spPr>
            <a:xfrm>
              <a:off x="6019799" y="4526121"/>
              <a:ext cx="3047999" cy="1645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6420163" y="4595710"/>
              <a:ext cx="2578047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6420163" y="5647715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6420163" y="538445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6420163" y="512120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6420163" y="4857945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6927960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7709187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8490413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6420163" y="5516087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6420163" y="5252830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6420163" y="4989573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6420163" y="472631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6537347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7318574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8099800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8881026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6574065" y="4906675"/>
              <a:ext cx="2109311" cy="292765"/>
            </a:xfrm>
            <a:custGeom>
              <a:avLst/>
              <a:pathLst>
                <a:path w="2109311" h="292765">
                  <a:moveTo>
                    <a:pt x="0" y="292765"/>
                  </a:moveTo>
                  <a:lnTo>
                    <a:pt x="39061" y="281278"/>
                  </a:lnTo>
                  <a:lnTo>
                    <a:pt x="78122" y="268987"/>
                  </a:lnTo>
                  <a:lnTo>
                    <a:pt x="117183" y="256999"/>
                  </a:lnTo>
                  <a:lnTo>
                    <a:pt x="156245" y="246152"/>
                  </a:lnTo>
                  <a:lnTo>
                    <a:pt x="195306" y="235528"/>
                  </a:lnTo>
                  <a:lnTo>
                    <a:pt x="234367" y="225243"/>
                  </a:lnTo>
                  <a:lnTo>
                    <a:pt x="273429" y="215441"/>
                  </a:lnTo>
                  <a:lnTo>
                    <a:pt x="312490" y="207150"/>
                  </a:lnTo>
                  <a:lnTo>
                    <a:pt x="351551" y="199086"/>
                  </a:lnTo>
                  <a:lnTo>
                    <a:pt x="390613" y="190387"/>
                  </a:lnTo>
                  <a:lnTo>
                    <a:pt x="429674" y="182006"/>
                  </a:lnTo>
                  <a:lnTo>
                    <a:pt x="468735" y="173757"/>
                  </a:lnTo>
                  <a:lnTo>
                    <a:pt x="507797" y="165278"/>
                  </a:lnTo>
                  <a:lnTo>
                    <a:pt x="546858" y="156433"/>
                  </a:lnTo>
                  <a:lnTo>
                    <a:pt x="585919" y="144822"/>
                  </a:lnTo>
                  <a:lnTo>
                    <a:pt x="624981" y="132348"/>
                  </a:lnTo>
                  <a:lnTo>
                    <a:pt x="664042" y="119357"/>
                  </a:lnTo>
                  <a:lnTo>
                    <a:pt x="703103" y="106303"/>
                  </a:lnTo>
                  <a:lnTo>
                    <a:pt x="742165" y="93711"/>
                  </a:lnTo>
                  <a:lnTo>
                    <a:pt x="781226" y="82541"/>
                  </a:lnTo>
                  <a:lnTo>
                    <a:pt x="820287" y="69316"/>
                  </a:lnTo>
                  <a:lnTo>
                    <a:pt x="859349" y="54744"/>
                  </a:lnTo>
                  <a:lnTo>
                    <a:pt x="898410" y="40509"/>
                  </a:lnTo>
                  <a:lnTo>
                    <a:pt x="937471" y="31854"/>
                  </a:lnTo>
                  <a:lnTo>
                    <a:pt x="976533" y="23320"/>
                  </a:lnTo>
                  <a:lnTo>
                    <a:pt x="1015594" y="17966"/>
                  </a:lnTo>
                  <a:lnTo>
                    <a:pt x="1054655" y="15049"/>
                  </a:lnTo>
                  <a:lnTo>
                    <a:pt x="1093716" y="8952"/>
                  </a:lnTo>
                  <a:lnTo>
                    <a:pt x="1132778" y="2716"/>
                  </a:lnTo>
                  <a:lnTo>
                    <a:pt x="1171839" y="0"/>
                  </a:lnTo>
                  <a:lnTo>
                    <a:pt x="1210900" y="887"/>
                  </a:lnTo>
                  <a:lnTo>
                    <a:pt x="1249962" y="4814"/>
                  </a:lnTo>
                  <a:lnTo>
                    <a:pt x="1289023" y="18753"/>
                  </a:lnTo>
                  <a:lnTo>
                    <a:pt x="1328084" y="30960"/>
                  </a:lnTo>
                  <a:lnTo>
                    <a:pt x="1367146" y="34891"/>
                  </a:lnTo>
                  <a:lnTo>
                    <a:pt x="1406207" y="34558"/>
                  </a:lnTo>
                  <a:lnTo>
                    <a:pt x="1445268" y="38259"/>
                  </a:lnTo>
                  <a:lnTo>
                    <a:pt x="1484330" y="37759"/>
                  </a:lnTo>
                  <a:lnTo>
                    <a:pt x="1523391" y="32399"/>
                  </a:lnTo>
                  <a:lnTo>
                    <a:pt x="1562452" y="27192"/>
                  </a:lnTo>
                  <a:lnTo>
                    <a:pt x="1601514" y="27838"/>
                  </a:lnTo>
                  <a:lnTo>
                    <a:pt x="1640575" y="24207"/>
                  </a:lnTo>
                  <a:lnTo>
                    <a:pt x="1679636" y="27993"/>
                  </a:lnTo>
                  <a:lnTo>
                    <a:pt x="1718698" y="29793"/>
                  </a:lnTo>
                  <a:lnTo>
                    <a:pt x="1757759" y="33380"/>
                  </a:lnTo>
                  <a:lnTo>
                    <a:pt x="1796820" y="42889"/>
                  </a:lnTo>
                  <a:lnTo>
                    <a:pt x="1835882" y="38731"/>
                  </a:lnTo>
                  <a:lnTo>
                    <a:pt x="1874943" y="40625"/>
                  </a:lnTo>
                  <a:lnTo>
                    <a:pt x="1914004" y="57681"/>
                  </a:lnTo>
                  <a:lnTo>
                    <a:pt x="1953066" y="63330"/>
                  </a:lnTo>
                  <a:lnTo>
                    <a:pt x="1992127" y="64603"/>
                  </a:lnTo>
                  <a:lnTo>
                    <a:pt x="2031188" y="68840"/>
                  </a:lnTo>
                  <a:lnTo>
                    <a:pt x="2070249" y="62936"/>
                  </a:lnTo>
                  <a:lnTo>
                    <a:pt x="2109311" y="5527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574065" y="4648730"/>
              <a:ext cx="2109311" cy="754352"/>
            </a:xfrm>
            <a:custGeom>
              <a:avLst/>
              <a:pathLst>
                <a:path w="2109311" h="754352">
                  <a:moveTo>
                    <a:pt x="0" y="347069"/>
                  </a:moveTo>
                  <a:lnTo>
                    <a:pt x="39061" y="335510"/>
                  </a:lnTo>
                  <a:lnTo>
                    <a:pt x="78122" y="327908"/>
                  </a:lnTo>
                  <a:lnTo>
                    <a:pt x="117183" y="317455"/>
                  </a:lnTo>
                  <a:lnTo>
                    <a:pt x="156245" y="312533"/>
                  </a:lnTo>
                  <a:lnTo>
                    <a:pt x="195306" y="302524"/>
                  </a:lnTo>
                  <a:lnTo>
                    <a:pt x="234367" y="290447"/>
                  </a:lnTo>
                  <a:lnTo>
                    <a:pt x="273429" y="285953"/>
                  </a:lnTo>
                  <a:lnTo>
                    <a:pt x="312490" y="280500"/>
                  </a:lnTo>
                  <a:lnTo>
                    <a:pt x="351551" y="270072"/>
                  </a:lnTo>
                  <a:lnTo>
                    <a:pt x="390613" y="265415"/>
                  </a:lnTo>
                  <a:lnTo>
                    <a:pt x="429674" y="260785"/>
                  </a:lnTo>
                  <a:lnTo>
                    <a:pt x="468735" y="258402"/>
                  </a:lnTo>
                  <a:lnTo>
                    <a:pt x="507797" y="254196"/>
                  </a:lnTo>
                  <a:lnTo>
                    <a:pt x="546858" y="244011"/>
                  </a:lnTo>
                  <a:lnTo>
                    <a:pt x="585919" y="230128"/>
                  </a:lnTo>
                  <a:lnTo>
                    <a:pt x="624981" y="217864"/>
                  </a:lnTo>
                  <a:lnTo>
                    <a:pt x="664042" y="204919"/>
                  </a:lnTo>
                  <a:lnTo>
                    <a:pt x="703103" y="190291"/>
                  </a:lnTo>
                  <a:lnTo>
                    <a:pt x="742165" y="173750"/>
                  </a:lnTo>
                  <a:lnTo>
                    <a:pt x="781226" y="154827"/>
                  </a:lnTo>
                  <a:lnTo>
                    <a:pt x="820287" y="133634"/>
                  </a:lnTo>
                  <a:lnTo>
                    <a:pt x="859349" y="105164"/>
                  </a:lnTo>
                  <a:lnTo>
                    <a:pt x="898410" y="77907"/>
                  </a:lnTo>
                  <a:lnTo>
                    <a:pt x="937471" y="61739"/>
                  </a:lnTo>
                  <a:lnTo>
                    <a:pt x="976533" y="44745"/>
                  </a:lnTo>
                  <a:lnTo>
                    <a:pt x="1015594" y="35303"/>
                  </a:lnTo>
                  <a:lnTo>
                    <a:pt x="1054655" y="30082"/>
                  </a:lnTo>
                  <a:lnTo>
                    <a:pt x="1093716" y="22986"/>
                  </a:lnTo>
                  <a:lnTo>
                    <a:pt x="1132778" y="13063"/>
                  </a:lnTo>
                  <a:lnTo>
                    <a:pt x="1171839" y="8264"/>
                  </a:lnTo>
                  <a:lnTo>
                    <a:pt x="1210900" y="2108"/>
                  </a:lnTo>
                  <a:lnTo>
                    <a:pt x="1249962" y="124"/>
                  </a:lnTo>
                  <a:lnTo>
                    <a:pt x="1289023" y="15718"/>
                  </a:lnTo>
                  <a:lnTo>
                    <a:pt x="1328084" y="28685"/>
                  </a:lnTo>
                  <a:lnTo>
                    <a:pt x="1367146" y="30350"/>
                  </a:lnTo>
                  <a:lnTo>
                    <a:pt x="1406207" y="32499"/>
                  </a:lnTo>
                  <a:lnTo>
                    <a:pt x="1445268" y="35551"/>
                  </a:lnTo>
                  <a:lnTo>
                    <a:pt x="1484330" y="36083"/>
                  </a:lnTo>
                  <a:lnTo>
                    <a:pt x="1523391" y="37116"/>
                  </a:lnTo>
                  <a:lnTo>
                    <a:pt x="1562452" y="17879"/>
                  </a:lnTo>
                  <a:lnTo>
                    <a:pt x="1601514" y="22486"/>
                  </a:lnTo>
                  <a:lnTo>
                    <a:pt x="1640575" y="0"/>
                  </a:lnTo>
                  <a:lnTo>
                    <a:pt x="1679636" y="89"/>
                  </a:lnTo>
                  <a:lnTo>
                    <a:pt x="1718698" y="4697"/>
                  </a:lnTo>
                  <a:lnTo>
                    <a:pt x="1757759" y="5813"/>
                  </a:lnTo>
                  <a:lnTo>
                    <a:pt x="1796820" y="20580"/>
                  </a:lnTo>
                  <a:lnTo>
                    <a:pt x="1835882" y="8015"/>
                  </a:lnTo>
                  <a:lnTo>
                    <a:pt x="1874943" y="11024"/>
                  </a:lnTo>
                  <a:lnTo>
                    <a:pt x="1914004" y="30190"/>
                  </a:lnTo>
                  <a:lnTo>
                    <a:pt x="1953066" y="32111"/>
                  </a:lnTo>
                  <a:lnTo>
                    <a:pt x="1992127" y="40921"/>
                  </a:lnTo>
                  <a:lnTo>
                    <a:pt x="2031188" y="53031"/>
                  </a:lnTo>
                  <a:lnTo>
                    <a:pt x="2070249" y="40872"/>
                  </a:lnTo>
                  <a:lnTo>
                    <a:pt x="2109311" y="28763"/>
                  </a:lnTo>
                  <a:lnTo>
                    <a:pt x="2109311" y="597675"/>
                  </a:lnTo>
                  <a:lnTo>
                    <a:pt x="2070249" y="600891"/>
                  </a:lnTo>
                  <a:lnTo>
                    <a:pt x="2031188" y="600540"/>
                  </a:lnTo>
                  <a:lnTo>
                    <a:pt x="1992127" y="604175"/>
                  </a:lnTo>
                  <a:lnTo>
                    <a:pt x="1953066" y="610439"/>
                  </a:lnTo>
                  <a:lnTo>
                    <a:pt x="1914004" y="601062"/>
                  </a:lnTo>
                  <a:lnTo>
                    <a:pt x="1874943" y="586116"/>
                  </a:lnTo>
                  <a:lnTo>
                    <a:pt x="1835882" y="585337"/>
                  </a:lnTo>
                  <a:lnTo>
                    <a:pt x="1796820" y="581089"/>
                  </a:lnTo>
                  <a:lnTo>
                    <a:pt x="1757759" y="576838"/>
                  </a:lnTo>
                  <a:lnTo>
                    <a:pt x="1718698" y="570779"/>
                  </a:lnTo>
                  <a:lnTo>
                    <a:pt x="1679636" y="571789"/>
                  </a:lnTo>
                  <a:lnTo>
                    <a:pt x="1640575" y="564305"/>
                  </a:lnTo>
                  <a:lnTo>
                    <a:pt x="1601514" y="549081"/>
                  </a:lnTo>
                  <a:lnTo>
                    <a:pt x="1562452" y="552396"/>
                  </a:lnTo>
                  <a:lnTo>
                    <a:pt x="1523391" y="543572"/>
                  </a:lnTo>
                  <a:lnTo>
                    <a:pt x="1484330" y="555325"/>
                  </a:lnTo>
                  <a:lnTo>
                    <a:pt x="1445268" y="556858"/>
                  </a:lnTo>
                  <a:lnTo>
                    <a:pt x="1406207" y="552508"/>
                  </a:lnTo>
                  <a:lnTo>
                    <a:pt x="1367146" y="555324"/>
                  </a:lnTo>
                  <a:lnTo>
                    <a:pt x="1328084" y="549126"/>
                  </a:lnTo>
                  <a:lnTo>
                    <a:pt x="1289023" y="537679"/>
                  </a:lnTo>
                  <a:lnTo>
                    <a:pt x="1249962" y="525394"/>
                  </a:lnTo>
                  <a:lnTo>
                    <a:pt x="1210900" y="515557"/>
                  </a:lnTo>
                  <a:lnTo>
                    <a:pt x="1171839" y="507625"/>
                  </a:lnTo>
                  <a:lnTo>
                    <a:pt x="1132778" y="508260"/>
                  </a:lnTo>
                  <a:lnTo>
                    <a:pt x="1093716" y="510809"/>
                  </a:lnTo>
                  <a:lnTo>
                    <a:pt x="1054655" y="515906"/>
                  </a:lnTo>
                  <a:lnTo>
                    <a:pt x="1015594" y="516520"/>
                  </a:lnTo>
                  <a:lnTo>
                    <a:pt x="976533" y="517786"/>
                  </a:lnTo>
                  <a:lnTo>
                    <a:pt x="937471" y="517861"/>
                  </a:lnTo>
                  <a:lnTo>
                    <a:pt x="898410" y="519001"/>
                  </a:lnTo>
                  <a:lnTo>
                    <a:pt x="859349" y="520214"/>
                  </a:lnTo>
                  <a:lnTo>
                    <a:pt x="820287" y="520889"/>
                  </a:lnTo>
                  <a:lnTo>
                    <a:pt x="781226" y="526145"/>
                  </a:lnTo>
                  <a:lnTo>
                    <a:pt x="742165" y="529562"/>
                  </a:lnTo>
                  <a:lnTo>
                    <a:pt x="703103" y="538204"/>
                  </a:lnTo>
                  <a:lnTo>
                    <a:pt x="664042" y="549684"/>
                  </a:lnTo>
                  <a:lnTo>
                    <a:pt x="624981" y="562722"/>
                  </a:lnTo>
                  <a:lnTo>
                    <a:pt x="585919" y="575406"/>
                  </a:lnTo>
                  <a:lnTo>
                    <a:pt x="546858" y="584745"/>
                  </a:lnTo>
                  <a:lnTo>
                    <a:pt x="507797" y="592251"/>
                  </a:lnTo>
                  <a:lnTo>
                    <a:pt x="468735" y="605002"/>
                  </a:lnTo>
                  <a:lnTo>
                    <a:pt x="429674" y="619117"/>
                  </a:lnTo>
                  <a:lnTo>
                    <a:pt x="390613" y="631250"/>
                  </a:lnTo>
                  <a:lnTo>
                    <a:pt x="351551" y="643991"/>
                  </a:lnTo>
                  <a:lnTo>
                    <a:pt x="312490" y="649691"/>
                  </a:lnTo>
                  <a:lnTo>
                    <a:pt x="273429" y="660819"/>
                  </a:lnTo>
                  <a:lnTo>
                    <a:pt x="234367" y="675929"/>
                  </a:lnTo>
                  <a:lnTo>
                    <a:pt x="195306" y="684422"/>
                  </a:lnTo>
                  <a:lnTo>
                    <a:pt x="156245" y="695662"/>
                  </a:lnTo>
                  <a:lnTo>
                    <a:pt x="117183" y="712433"/>
                  </a:lnTo>
                  <a:lnTo>
                    <a:pt x="78122" y="725957"/>
                  </a:lnTo>
                  <a:lnTo>
                    <a:pt x="39061" y="742938"/>
                  </a:lnTo>
                  <a:lnTo>
                    <a:pt x="0" y="754352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6574065" y="4648730"/>
              <a:ext cx="2109311" cy="347069"/>
            </a:xfrm>
            <a:custGeom>
              <a:avLst/>
              <a:pathLst>
                <a:path w="2109311" h="347069">
                  <a:moveTo>
                    <a:pt x="0" y="347069"/>
                  </a:moveTo>
                  <a:lnTo>
                    <a:pt x="39061" y="335510"/>
                  </a:lnTo>
                  <a:lnTo>
                    <a:pt x="78122" y="327908"/>
                  </a:lnTo>
                  <a:lnTo>
                    <a:pt x="117183" y="317455"/>
                  </a:lnTo>
                  <a:lnTo>
                    <a:pt x="156245" y="312533"/>
                  </a:lnTo>
                  <a:lnTo>
                    <a:pt x="195306" y="302524"/>
                  </a:lnTo>
                  <a:lnTo>
                    <a:pt x="234367" y="290447"/>
                  </a:lnTo>
                  <a:lnTo>
                    <a:pt x="273429" y="285953"/>
                  </a:lnTo>
                  <a:lnTo>
                    <a:pt x="312490" y="280500"/>
                  </a:lnTo>
                  <a:lnTo>
                    <a:pt x="351551" y="270072"/>
                  </a:lnTo>
                  <a:lnTo>
                    <a:pt x="390613" y="265415"/>
                  </a:lnTo>
                  <a:lnTo>
                    <a:pt x="429674" y="260785"/>
                  </a:lnTo>
                  <a:lnTo>
                    <a:pt x="468735" y="258402"/>
                  </a:lnTo>
                  <a:lnTo>
                    <a:pt x="507797" y="254196"/>
                  </a:lnTo>
                  <a:lnTo>
                    <a:pt x="546858" y="244011"/>
                  </a:lnTo>
                  <a:lnTo>
                    <a:pt x="585919" y="230128"/>
                  </a:lnTo>
                  <a:lnTo>
                    <a:pt x="624981" y="217864"/>
                  </a:lnTo>
                  <a:lnTo>
                    <a:pt x="664042" y="204919"/>
                  </a:lnTo>
                  <a:lnTo>
                    <a:pt x="703103" y="190291"/>
                  </a:lnTo>
                  <a:lnTo>
                    <a:pt x="742165" y="173750"/>
                  </a:lnTo>
                  <a:lnTo>
                    <a:pt x="781226" y="154827"/>
                  </a:lnTo>
                  <a:lnTo>
                    <a:pt x="820287" y="133634"/>
                  </a:lnTo>
                  <a:lnTo>
                    <a:pt x="859349" y="105164"/>
                  </a:lnTo>
                  <a:lnTo>
                    <a:pt x="898410" y="77907"/>
                  </a:lnTo>
                  <a:lnTo>
                    <a:pt x="937471" y="61739"/>
                  </a:lnTo>
                  <a:lnTo>
                    <a:pt x="976533" y="44745"/>
                  </a:lnTo>
                  <a:lnTo>
                    <a:pt x="1015594" y="35303"/>
                  </a:lnTo>
                  <a:lnTo>
                    <a:pt x="1054655" y="30082"/>
                  </a:lnTo>
                  <a:lnTo>
                    <a:pt x="1093716" y="22986"/>
                  </a:lnTo>
                  <a:lnTo>
                    <a:pt x="1132778" y="13063"/>
                  </a:lnTo>
                  <a:lnTo>
                    <a:pt x="1171839" y="8264"/>
                  </a:lnTo>
                  <a:lnTo>
                    <a:pt x="1210900" y="2108"/>
                  </a:lnTo>
                  <a:lnTo>
                    <a:pt x="1249962" y="124"/>
                  </a:lnTo>
                  <a:lnTo>
                    <a:pt x="1289023" y="15718"/>
                  </a:lnTo>
                  <a:lnTo>
                    <a:pt x="1328084" y="28685"/>
                  </a:lnTo>
                  <a:lnTo>
                    <a:pt x="1367146" y="30350"/>
                  </a:lnTo>
                  <a:lnTo>
                    <a:pt x="1406207" y="32499"/>
                  </a:lnTo>
                  <a:lnTo>
                    <a:pt x="1445268" y="35551"/>
                  </a:lnTo>
                  <a:lnTo>
                    <a:pt x="1484330" y="36083"/>
                  </a:lnTo>
                  <a:lnTo>
                    <a:pt x="1523391" y="37116"/>
                  </a:lnTo>
                  <a:lnTo>
                    <a:pt x="1562452" y="17879"/>
                  </a:lnTo>
                  <a:lnTo>
                    <a:pt x="1601514" y="22486"/>
                  </a:lnTo>
                  <a:lnTo>
                    <a:pt x="1640575" y="0"/>
                  </a:lnTo>
                  <a:lnTo>
                    <a:pt x="1679636" y="89"/>
                  </a:lnTo>
                  <a:lnTo>
                    <a:pt x="1718698" y="4697"/>
                  </a:lnTo>
                  <a:lnTo>
                    <a:pt x="1757759" y="5813"/>
                  </a:lnTo>
                  <a:lnTo>
                    <a:pt x="1796820" y="20580"/>
                  </a:lnTo>
                  <a:lnTo>
                    <a:pt x="1835882" y="8015"/>
                  </a:lnTo>
                  <a:lnTo>
                    <a:pt x="1874943" y="11024"/>
                  </a:lnTo>
                  <a:lnTo>
                    <a:pt x="1914004" y="30190"/>
                  </a:lnTo>
                  <a:lnTo>
                    <a:pt x="1953066" y="32111"/>
                  </a:lnTo>
                  <a:lnTo>
                    <a:pt x="1992127" y="40921"/>
                  </a:lnTo>
                  <a:lnTo>
                    <a:pt x="2031188" y="53031"/>
                  </a:lnTo>
                  <a:lnTo>
                    <a:pt x="2070249" y="40872"/>
                  </a:lnTo>
                  <a:lnTo>
                    <a:pt x="2109311" y="287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6574065" y="5156356"/>
              <a:ext cx="2109311" cy="246726"/>
            </a:xfrm>
            <a:custGeom>
              <a:avLst/>
              <a:pathLst>
                <a:path w="2109311" h="246726">
                  <a:moveTo>
                    <a:pt x="2109311" y="90049"/>
                  </a:moveTo>
                  <a:lnTo>
                    <a:pt x="2070249" y="93265"/>
                  </a:lnTo>
                  <a:lnTo>
                    <a:pt x="2031188" y="92914"/>
                  </a:lnTo>
                  <a:lnTo>
                    <a:pt x="1992127" y="96549"/>
                  </a:lnTo>
                  <a:lnTo>
                    <a:pt x="1953066" y="102813"/>
                  </a:lnTo>
                  <a:lnTo>
                    <a:pt x="1914004" y="93436"/>
                  </a:lnTo>
                  <a:lnTo>
                    <a:pt x="1874943" y="78490"/>
                  </a:lnTo>
                  <a:lnTo>
                    <a:pt x="1835882" y="77712"/>
                  </a:lnTo>
                  <a:lnTo>
                    <a:pt x="1796820" y="73463"/>
                  </a:lnTo>
                  <a:lnTo>
                    <a:pt x="1757759" y="69212"/>
                  </a:lnTo>
                  <a:lnTo>
                    <a:pt x="1718698" y="63153"/>
                  </a:lnTo>
                  <a:lnTo>
                    <a:pt x="1679636" y="64163"/>
                  </a:lnTo>
                  <a:lnTo>
                    <a:pt x="1640575" y="56679"/>
                  </a:lnTo>
                  <a:lnTo>
                    <a:pt x="1601514" y="41455"/>
                  </a:lnTo>
                  <a:lnTo>
                    <a:pt x="1562452" y="44770"/>
                  </a:lnTo>
                  <a:lnTo>
                    <a:pt x="1523391" y="35946"/>
                  </a:lnTo>
                  <a:lnTo>
                    <a:pt x="1484330" y="47699"/>
                  </a:lnTo>
                  <a:lnTo>
                    <a:pt x="1445268" y="49232"/>
                  </a:lnTo>
                  <a:lnTo>
                    <a:pt x="1406207" y="44882"/>
                  </a:lnTo>
                  <a:lnTo>
                    <a:pt x="1367146" y="47698"/>
                  </a:lnTo>
                  <a:lnTo>
                    <a:pt x="1328084" y="41500"/>
                  </a:lnTo>
                  <a:lnTo>
                    <a:pt x="1289023" y="30053"/>
                  </a:lnTo>
                  <a:lnTo>
                    <a:pt x="1249962" y="17768"/>
                  </a:lnTo>
                  <a:lnTo>
                    <a:pt x="1210900" y="7931"/>
                  </a:lnTo>
                  <a:lnTo>
                    <a:pt x="1171839" y="0"/>
                  </a:lnTo>
                  <a:lnTo>
                    <a:pt x="1132778" y="634"/>
                  </a:lnTo>
                  <a:lnTo>
                    <a:pt x="1093716" y="3183"/>
                  </a:lnTo>
                  <a:lnTo>
                    <a:pt x="1054655" y="8280"/>
                  </a:lnTo>
                  <a:lnTo>
                    <a:pt x="1015594" y="8894"/>
                  </a:lnTo>
                  <a:lnTo>
                    <a:pt x="976533" y="10160"/>
                  </a:lnTo>
                  <a:lnTo>
                    <a:pt x="937471" y="10235"/>
                  </a:lnTo>
                  <a:lnTo>
                    <a:pt x="898410" y="11375"/>
                  </a:lnTo>
                  <a:lnTo>
                    <a:pt x="859349" y="12588"/>
                  </a:lnTo>
                  <a:lnTo>
                    <a:pt x="820287" y="13263"/>
                  </a:lnTo>
                  <a:lnTo>
                    <a:pt x="781226" y="18519"/>
                  </a:lnTo>
                  <a:lnTo>
                    <a:pt x="742165" y="21936"/>
                  </a:lnTo>
                  <a:lnTo>
                    <a:pt x="703103" y="30578"/>
                  </a:lnTo>
                  <a:lnTo>
                    <a:pt x="664042" y="42058"/>
                  </a:lnTo>
                  <a:lnTo>
                    <a:pt x="624981" y="55096"/>
                  </a:lnTo>
                  <a:lnTo>
                    <a:pt x="585919" y="67780"/>
                  </a:lnTo>
                  <a:lnTo>
                    <a:pt x="546858" y="77119"/>
                  </a:lnTo>
                  <a:lnTo>
                    <a:pt x="507797" y="84625"/>
                  </a:lnTo>
                  <a:lnTo>
                    <a:pt x="468735" y="97376"/>
                  </a:lnTo>
                  <a:lnTo>
                    <a:pt x="429674" y="111491"/>
                  </a:lnTo>
                  <a:lnTo>
                    <a:pt x="390613" y="123624"/>
                  </a:lnTo>
                  <a:lnTo>
                    <a:pt x="351551" y="136365"/>
                  </a:lnTo>
                  <a:lnTo>
                    <a:pt x="312490" y="142065"/>
                  </a:lnTo>
                  <a:lnTo>
                    <a:pt x="273429" y="153193"/>
                  </a:lnTo>
                  <a:lnTo>
                    <a:pt x="234367" y="168303"/>
                  </a:lnTo>
                  <a:lnTo>
                    <a:pt x="195306" y="176796"/>
                  </a:lnTo>
                  <a:lnTo>
                    <a:pt x="156245" y="188036"/>
                  </a:lnTo>
                  <a:lnTo>
                    <a:pt x="117183" y="204807"/>
                  </a:lnTo>
                  <a:lnTo>
                    <a:pt x="78122" y="218331"/>
                  </a:lnTo>
                  <a:lnTo>
                    <a:pt x="39061" y="235312"/>
                  </a:lnTo>
                  <a:lnTo>
                    <a:pt x="0" y="24672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6420163" y="4595710"/>
              <a:ext cx="2578047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tx271"/>
            <p:cNvSpPr/>
            <p:nvPr/>
          </p:nvSpPr>
          <p:spPr>
            <a:xfrm>
              <a:off x="6258161" y="5475759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6295378" y="521113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6295378" y="4949246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6295378" y="4685989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75" name="pl275"/>
            <p:cNvSpPr/>
            <p:nvPr/>
          </p:nvSpPr>
          <p:spPr>
            <a:xfrm>
              <a:off x="6385369" y="55160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6385369" y="52528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6385369" y="49895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6385369" y="472631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6537347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318574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8099800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8881026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3"/>
            <p:cNvSpPr/>
            <p:nvPr/>
          </p:nvSpPr>
          <p:spPr>
            <a:xfrm>
              <a:off x="6456583" y="582309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7287496" y="582309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8037644" y="58230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8818871" y="58230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6981355" y="597053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288" name="tx288"/>
            <p:cNvSpPr/>
            <p:nvPr/>
          </p:nvSpPr>
          <p:spPr>
            <a:xfrm rot="-5400000">
              <a:off x="5344401" y="5114197"/>
              <a:ext cx="1560506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pTau181 - Alamar Z</a:t>
              </a:r>
            </a:p>
          </p:txBody>
        </p:sp>
        <p:sp>
          <p:nvSpPr>
            <p:cNvPr id="289" name="rc289"/>
            <p:cNvSpPr/>
            <p:nvPr/>
          </p:nvSpPr>
          <p:spPr>
            <a:xfrm>
              <a:off x="9067800" y="4526121"/>
              <a:ext cx="3047999" cy="1645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9430063" y="4595710"/>
              <a:ext cx="2616147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9430063" y="5579021"/>
              <a:ext cx="2616147" cy="0"/>
            </a:xfrm>
            <a:custGeom>
              <a:avLst/>
              <a:pathLst>
                <a:path w="2616147" h="0">
                  <a:moveTo>
                    <a:pt x="0" y="0"/>
                  </a:moveTo>
                  <a:lnTo>
                    <a:pt x="2616147" y="0"/>
                  </a:lnTo>
                  <a:lnTo>
                    <a:pt x="2616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9430063" y="5309425"/>
              <a:ext cx="2616147" cy="0"/>
            </a:xfrm>
            <a:custGeom>
              <a:avLst/>
              <a:pathLst>
                <a:path w="2616147" h="0">
                  <a:moveTo>
                    <a:pt x="0" y="0"/>
                  </a:moveTo>
                  <a:lnTo>
                    <a:pt x="2616147" y="0"/>
                  </a:lnTo>
                  <a:lnTo>
                    <a:pt x="2616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9430063" y="5039830"/>
              <a:ext cx="2616147" cy="0"/>
            </a:xfrm>
            <a:custGeom>
              <a:avLst/>
              <a:pathLst>
                <a:path w="2616147" h="0">
                  <a:moveTo>
                    <a:pt x="0" y="0"/>
                  </a:moveTo>
                  <a:lnTo>
                    <a:pt x="2616147" y="0"/>
                  </a:lnTo>
                  <a:lnTo>
                    <a:pt x="2616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9430063" y="4770234"/>
              <a:ext cx="2616147" cy="0"/>
            </a:xfrm>
            <a:custGeom>
              <a:avLst/>
              <a:pathLst>
                <a:path w="2616147" h="0">
                  <a:moveTo>
                    <a:pt x="0" y="0"/>
                  </a:moveTo>
                  <a:lnTo>
                    <a:pt x="2616147" y="0"/>
                  </a:lnTo>
                  <a:lnTo>
                    <a:pt x="2616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9945365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10738137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11530909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9430063" y="5713819"/>
              <a:ext cx="2616147" cy="0"/>
            </a:xfrm>
            <a:custGeom>
              <a:avLst/>
              <a:pathLst>
                <a:path w="2616147" h="0">
                  <a:moveTo>
                    <a:pt x="0" y="0"/>
                  </a:moveTo>
                  <a:lnTo>
                    <a:pt x="2616147" y="0"/>
                  </a:lnTo>
                  <a:lnTo>
                    <a:pt x="2616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9430063" y="5444223"/>
              <a:ext cx="2616147" cy="0"/>
            </a:xfrm>
            <a:custGeom>
              <a:avLst/>
              <a:pathLst>
                <a:path w="2616147" h="0">
                  <a:moveTo>
                    <a:pt x="0" y="0"/>
                  </a:moveTo>
                  <a:lnTo>
                    <a:pt x="2616147" y="0"/>
                  </a:lnTo>
                  <a:lnTo>
                    <a:pt x="2616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9430063" y="5174627"/>
              <a:ext cx="2616147" cy="0"/>
            </a:xfrm>
            <a:custGeom>
              <a:avLst/>
              <a:pathLst>
                <a:path w="2616147" h="0">
                  <a:moveTo>
                    <a:pt x="0" y="0"/>
                  </a:moveTo>
                  <a:lnTo>
                    <a:pt x="2616147" y="0"/>
                  </a:lnTo>
                  <a:lnTo>
                    <a:pt x="2616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9430063" y="4905032"/>
              <a:ext cx="2616147" cy="0"/>
            </a:xfrm>
            <a:custGeom>
              <a:avLst/>
              <a:pathLst>
                <a:path w="2616147" h="0">
                  <a:moveTo>
                    <a:pt x="0" y="0"/>
                  </a:moveTo>
                  <a:lnTo>
                    <a:pt x="2616147" y="0"/>
                  </a:lnTo>
                  <a:lnTo>
                    <a:pt x="2616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9430063" y="4635436"/>
              <a:ext cx="2616147" cy="0"/>
            </a:xfrm>
            <a:custGeom>
              <a:avLst/>
              <a:pathLst>
                <a:path w="2616147" h="0">
                  <a:moveTo>
                    <a:pt x="0" y="0"/>
                  </a:moveTo>
                  <a:lnTo>
                    <a:pt x="2616147" y="0"/>
                  </a:lnTo>
                  <a:lnTo>
                    <a:pt x="2616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9548979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10341751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11134523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11927295" y="459571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10183197" y="4898921"/>
              <a:ext cx="1744098" cy="648144"/>
            </a:xfrm>
            <a:custGeom>
              <a:avLst/>
              <a:pathLst>
                <a:path w="1744098" h="648144">
                  <a:moveTo>
                    <a:pt x="0" y="648144"/>
                  </a:moveTo>
                  <a:lnTo>
                    <a:pt x="39638" y="587854"/>
                  </a:lnTo>
                  <a:lnTo>
                    <a:pt x="79277" y="519908"/>
                  </a:lnTo>
                  <a:lnTo>
                    <a:pt x="118915" y="447037"/>
                  </a:lnTo>
                  <a:lnTo>
                    <a:pt x="158554" y="362983"/>
                  </a:lnTo>
                  <a:lnTo>
                    <a:pt x="198192" y="308713"/>
                  </a:lnTo>
                  <a:lnTo>
                    <a:pt x="237831" y="245579"/>
                  </a:lnTo>
                  <a:lnTo>
                    <a:pt x="277470" y="179493"/>
                  </a:lnTo>
                  <a:lnTo>
                    <a:pt x="317108" y="143441"/>
                  </a:lnTo>
                  <a:lnTo>
                    <a:pt x="356747" y="113445"/>
                  </a:lnTo>
                  <a:lnTo>
                    <a:pt x="396385" y="83955"/>
                  </a:lnTo>
                  <a:lnTo>
                    <a:pt x="436024" y="55893"/>
                  </a:lnTo>
                  <a:lnTo>
                    <a:pt x="475663" y="32451"/>
                  </a:lnTo>
                  <a:lnTo>
                    <a:pt x="515301" y="18178"/>
                  </a:lnTo>
                  <a:lnTo>
                    <a:pt x="554940" y="6397"/>
                  </a:lnTo>
                  <a:lnTo>
                    <a:pt x="594578" y="0"/>
                  </a:lnTo>
                  <a:lnTo>
                    <a:pt x="634217" y="13630"/>
                  </a:lnTo>
                  <a:lnTo>
                    <a:pt x="673856" y="24757"/>
                  </a:lnTo>
                  <a:lnTo>
                    <a:pt x="713494" y="33133"/>
                  </a:lnTo>
                  <a:lnTo>
                    <a:pt x="753133" y="40741"/>
                  </a:lnTo>
                  <a:lnTo>
                    <a:pt x="792771" y="35712"/>
                  </a:lnTo>
                  <a:lnTo>
                    <a:pt x="832410" y="44950"/>
                  </a:lnTo>
                  <a:lnTo>
                    <a:pt x="872049" y="52833"/>
                  </a:lnTo>
                  <a:lnTo>
                    <a:pt x="911687" y="52535"/>
                  </a:lnTo>
                  <a:lnTo>
                    <a:pt x="951326" y="58511"/>
                  </a:lnTo>
                  <a:lnTo>
                    <a:pt x="990964" y="50713"/>
                  </a:lnTo>
                  <a:lnTo>
                    <a:pt x="1030603" y="56845"/>
                  </a:lnTo>
                  <a:lnTo>
                    <a:pt x="1070242" y="48801"/>
                  </a:lnTo>
                  <a:lnTo>
                    <a:pt x="1109880" y="43972"/>
                  </a:lnTo>
                  <a:lnTo>
                    <a:pt x="1149519" y="66866"/>
                  </a:lnTo>
                  <a:lnTo>
                    <a:pt x="1189157" y="96105"/>
                  </a:lnTo>
                  <a:lnTo>
                    <a:pt x="1228796" y="92860"/>
                  </a:lnTo>
                  <a:lnTo>
                    <a:pt x="1268434" y="95172"/>
                  </a:lnTo>
                  <a:lnTo>
                    <a:pt x="1308073" y="92246"/>
                  </a:lnTo>
                  <a:lnTo>
                    <a:pt x="1347712" y="90113"/>
                  </a:lnTo>
                  <a:lnTo>
                    <a:pt x="1387350" y="87296"/>
                  </a:lnTo>
                  <a:lnTo>
                    <a:pt x="1426989" y="84479"/>
                  </a:lnTo>
                  <a:lnTo>
                    <a:pt x="1466627" y="81663"/>
                  </a:lnTo>
                  <a:lnTo>
                    <a:pt x="1506266" y="78846"/>
                  </a:lnTo>
                  <a:lnTo>
                    <a:pt x="1545905" y="85938"/>
                  </a:lnTo>
                  <a:lnTo>
                    <a:pt x="1585543" y="90184"/>
                  </a:lnTo>
                  <a:lnTo>
                    <a:pt x="1625182" y="83897"/>
                  </a:lnTo>
                  <a:lnTo>
                    <a:pt x="1664820" y="77610"/>
                  </a:lnTo>
                  <a:lnTo>
                    <a:pt x="1704459" y="71324"/>
                  </a:lnTo>
                  <a:lnTo>
                    <a:pt x="1744098" y="6503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10183197" y="4648730"/>
              <a:ext cx="1744098" cy="1060401"/>
            </a:xfrm>
            <a:custGeom>
              <a:avLst/>
              <a:pathLst>
                <a:path w="1744098" h="1060401">
                  <a:moveTo>
                    <a:pt x="0" y="736268"/>
                  </a:moveTo>
                  <a:lnTo>
                    <a:pt x="39638" y="683892"/>
                  </a:lnTo>
                  <a:lnTo>
                    <a:pt x="79277" y="636056"/>
                  </a:lnTo>
                  <a:lnTo>
                    <a:pt x="118915" y="576389"/>
                  </a:lnTo>
                  <a:lnTo>
                    <a:pt x="158554" y="495693"/>
                  </a:lnTo>
                  <a:lnTo>
                    <a:pt x="198192" y="428969"/>
                  </a:lnTo>
                  <a:lnTo>
                    <a:pt x="237831" y="345990"/>
                  </a:lnTo>
                  <a:lnTo>
                    <a:pt x="277470" y="268029"/>
                  </a:lnTo>
                  <a:lnTo>
                    <a:pt x="317108" y="225686"/>
                  </a:lnTo>
                  <a:lnTo>
                    <a:pt x="356747" y="180264"/>
                  </a:lnTo>
                  <a:lnTo>
                    <a:pt x="396385" y="150392"/>
                  </a:lnTo>
                  <a:lnTo>
                    <a:pt x="436024" y="126538"/>
                  </a:lnTo>
                  <a:lnTo>
                    <a:pt x="475663" y="106968"/>
                  </a:lnTo>
                  <a:lnTo>
                    <a:pt x="515301" y="71738"/>
                  </a:lnTo>
                  <a:lnTo>
                    <a:pt x="554940" y="52955"/>
                  </a:lnTo>
                  <a:lnTo>
                    <a:pt x="594578" y="33451"/>
                  </a:lnTo>
                  <a:lnTo>
                    <a:pt x="634217" y="29282"/>
                  </a:lnTo>
                  <a:lnTo>
                    <a:pt x="673856" y="24709"/>
                  </a:lnTo>
                  <a:lnTo>
                    <a:pt x="713494" y="18651"/>
                  </a:lnTo>
                  <a:lnTo>
                    <a:pt x="753133" y="12848"/>
                  </a:lnTo>
                  <a:lnTo>
                    <a:pt x="792771" y="5092"/>
                  </a:lnTo>
                  <a:lnTo>
                    <a:pt x="832410" y="15321"/>
                  </a:lnTo>
                  <a:lnTo>
                    <a:pt x="872049" y="15688"/>
                  </a:lnTo>
                  <a:lnTo>
                    <a:pt x="911687" y="10234"/>
                  </a:lnTo>
                  <a:lnTo>
                    <a:pt x="951326" y="13958"/>
                  </a:lnTo>
                  <a:lnTo>
                    <a:pt x="990964" y="8986"/>
                  </a:lnTo>
                  <a:lnTo>
                    <a:pt x="1030603" y="13434"/>
                  </a:lnTo>
                  <a:lnTo>
                    <a:pt x="1070242" y="7399"/>
                  </a:lnTo>
                  <a:lnTo>
                    <a:pt x="1109880" y="0"/>
                  </a:lnTo>
                  <a:lnTo>
                    <a:pt x="1149519" y="16063"/>
                  </a:lnTo>
                  <a:lnTo>
                    <a:pt x="1189157" y="43835"/>
                  </a:lnTo>
                  <a:lnTo>
                    <a:pt x="1228796" y="53968"/>
                  </a:lnTo>
                  <a:lnTo>
                    <a:pt x="1268434" y="80562"/>
                  </a:lnTo>
                  <a:lnTo>
                    <a:pt x="1308073" y="97548"/>
                  </a:lnTo>
                  <a:lnTo>
                    <a:pt x="1347712" y="111615"/>
                  </a:lnTo>
                  <a:lnTo>
                    <a:pt x="1387350" y="123769"/>
                  </a:lnTo>
                  <a:lnTo>
                    <a:pt x="1426989" y="133141"/>
                  </a:lnTo>
                  <a:lnTo>
                    <a:pt x="1466627" y="140787"/>
                  </a:lnTo>
                  <a:lnTo>
                    <a:pt x="1506266" y="146410"/>
                  </a:lnTo>
                  <a:lnTo>
                    <a:pt x="1545905" y="155431"/>
                  </a:lnTo>
                  <a:lnTo>
                    <a:pt x="1585543" y="173012"/>
                  </a:lnTo>
                  <a:lnTo>
                    <a:pt x="1625182" y="168590"/>
                  </a:lnTo>
                  <a:lnTo>
                    <a:pt x="1664820" y="163752"/>
                  </a:lnTo>
                  <a:lnTo>
                    <a:pt x="1704459" y="158485"/>
                  </a:lnTo>
                  <a:lnTo>
                    <a:pt x="1744098" y="152783"/>
                  </a:lnTo>
                  <a:lnTo>
                    <a:pt x="1744098" y="477673"/>
                  </a:lnTo>
                  <a:lnTo>
                    <a:pt x="1704459" y="484544"/>
                  </a:lnTo>
                  <a:lnTo>
                    <a:pt x="1664820" y="491851"/>
                  </a:lnTo>
                  <a:lnTo>
                    <a:pt x="1625182" y="499586"/>
                  </a:lnTo>
                  <a:lnTo>
                    <a:pt x="1585543" y="507737"/>
                  </a:lnTo>
                  <a:lnTo>
                    <a:pt x="1545905" y="516827"/>
                  </a:lnTo>
                  <a:lnTo>
                    <a:pt x="1506266" y="511664"/>
                  </a:lnTo>
                  <a:lnTo>
                    <a:pt x="1466627" y="522920"/>
                  </a:lnTo>
                  <a:lnTo>
                    <a:pt x="1426989" y="536199"/>
                  </a:lnTo>
                  <a:lnTo>
                    <a:pt x="1387350" y="551205"/>
                  </a:lnTo>
                  <a:lnTo>
                    <a:pt x="1347712" y="568992"/>
                  </a:lnTo>
                  <a:lnTo>
                    <a:pt x="1308073" y="587326"/>
                  </a:lnTo>
                  <a:lnTo>
                    <a:pt x="1268434" y="610164"/>
                  </a:lnTo>
                  <a:lnTo>
                    <a:pt x="1228796" y="632135"/>
                  </a:lnTo>
                  <a:lnTo>
                    <a:pt x="1189157" y="648756"/>
                  </a:lnTo>
                  <a:lnTo>
                    <a:pt x="1149519" y="618051"/>
                  </a:lnTo>
                  <a:lnTo>
                    <a:pt x="1109880" y="588327"/>
                  </a:lnTo>
                  <a:lnTo>
                    <a:pt x="1070242" y="590585"/>
                  </a:lnTo>
                  <a:lnTo>
                    <a:pt x="1030603" y="600639"/>
                  </a:lnTo>
                  <a:lnTo>
                    <a:pt x="990964" y="592821"/>
                  </a:lnTo>
                  <a:lnTo>
                    <a:pt x="951326" y="603445"/>
                  </a:lnTo>
                  <a:lnTo>
                    <a:pt x="911687" y="595218"/>
                  </a:lnTo>
                  <a:lnTo>
                    <a:pt x="872049" y="590360"/>
                  </a:lnTo>
                  <a:lnTo>
                    <a:pt x="832410" y="574962"/>
                  </a:lnTo>
                  <a:lnTo>
                    <a:pt x="792771" y="566713"/>
                  </a:lnTo>
                  <a:lnTo>
                    <a:pt x="753133" y="569016"/>
                  </a:lnTo>
                  <a:lnTo>
                    <a:pt x="713494" y="547998"/>
                  </a:lnTo>
                  <a:lnTo>
                    <a:pt x="673856" y="525188"/>
                  </a:lnTo>
                  <a:lnTo>
                    <a:pt x="634217" y="498361"/>
                  </a:lnTo>
                  <a:lnTo>
                    <a:pt x="594578" y="466930"/>
                  </a:lnTo>
                  <a:lnTo>
                    <a:pt x="554940" y="460221"/>
                  </a:lnTo>
                  <a:lnTo>
                    <a:pt x="515301" y="465000"/>
                  </a:lnTo>
                  <a:lnTo>
                    <a:pt x="475663" y="458317"/>
                  </a:lnTo>
                  <a:lnTo>
                    <a:pt x="436024" y="485630"/>
                  </a:lnTo>
                  <a:lnTo>
                    <a:pt x="396385" y="517900"/>
                  </a:lnTo>
                  <a:lnTo>
                    <a:pt x="356747" y="547007"/>
                  </a:lnTo>
                  <a:lnTo>
                    <a:pt x="317108" y="561579"/>
                  </a:lnTo>
                  <a:lnTo>
                    <a:pt x="277470" y="591340"/>
                  </a:lnTo>
                  <a:lnTo>
                    <a:pt x="237831" y="645551"/>
                  </a:lnTo>
                  <a:lnTo>
                    <a:pt x="198192" y="688839"/>
                  </a:lnTo>
                  <a:lnTo>
                    <a:pt x="158554" y="730655"/>
                  </a:lnTo>
                  <a:lnTo>
                    <a:pt x="118915" y="818067"/>
                  </a:lnTo>
                  <a:lnTo>
                    <a:pt x="79277" y="904143"/>
                  </a:lnTo>
                  <a:lnTo>
                    <a:pt x="39638" y="992199"/>
                  </a:lnTo>
                  <a:lnTo>
                    <a:pt x="0" y="1060401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10183197" y="4648730"/>
              <a:ext cx="1744098" cy="736268"/>
            </a:xfrm>
            <a:custGeom>
              <a:avLst/>
              <a:pathLst>
                <a:path w="1744098" h="736268">
                  <a:moveTo>
                    <a:pt x="0" y="736268"/>
                  </a:moveTo>
                  <a:lnTo>
                    <a:pt x="39638" y="683892"/>
                  </a:lnTo>
                  <a:lnTo>
                    <a:pt x="79277" y="636056"/>
                  </a:lnTo>
                  <a:lnTo>
                    <a:pt x="118915" y="576389"/>
                  </a:lnTo>
                  <a:lnTo>
                    <a:pt x="158554" y="495693"/>
                  </a:lnTo>
                  <a:lnTo>
                    <a:pt x="198192" y="428969"/>
                  </a:lnTo>
                  <a:lnTo>
                    <a:pt x="237831" y="345990"/>
                  </a:lnTo>
                  <a:lnTo>
                    <a:pt x="277470" y="268029"/>
                  </a:lnTo>
                  <a:lnTo>
                    <a:pt x="317108" y="225686"/>
                  </a:lnTo>
                  <a:lnTo>
                    <a:pt x="356747" y="180264"/>
                  </a:lnTo>
                  <a:lnTo>
                    <a:pt x="396385" y="150392"/>
                  </a:lnTo>
                  <a:lnTo>
                    <a:pt x="436024" y="126538"/>
                  </a:lnTo>
                  <a:lnTo>
                    <a:pt x="475663" y="106968"/>
                  </a:lnTo>
                  <a:lnTo>
                    <a:pt x="515301" y="71738"/>
                  </a:lnTo>
                  <a:lnTo>
                    <a:pt x="554940" y="52955"/>
                  </a:lnTo>
                  <a:lnTo>
                    <a:pt x="594578" y="33451"/>
                  </a:lnTo>
                  <a:lnTo>
                    <a:pt x="634217" y="29282"/>
                  </a:lnTo>
                  <a:lnTo>
                    <a:pt x="673856" y="24709"/>
                  </a:lnTo>
                  <a:lnTo>
                    <a:pt x="713494" y="18651"/>
                  </a:lnTo>
                  <a:lnTo>
                    <a:pt x="753133" y="12848"/>
                  </a:lnTo>
                  <a:lnTo>
                    <a:pt x="792771" y="5092"/>
                  </a:lnTo>
                  <a:lnTo>
                    <a:pt x="832410" y="15321"/>
                  </a:lnTo>
                  <a:lnTo>
                    <a:pt x="872049" y="15688"/>
                  </a:lnTo>
                  <a:lnTo>
                    <a:pt x="911687" y="10234"/>
                  </a:lnTo>
                  <a:lnTo>
                    <a:pt x="951326" y="13958"/>
                  </a:lnTo>
                  <a:lnTo>
                    <a:pt x="990964" y="8986"/>
                  </a:lnTo>
                  <a:lnTo>
                    <a:pt x="1030603" y="13434"/>
                  </a:lnTo>
                  <a:lnTo>
                    <a:pt x="1070242" y="7399"/>
                  </a:lnTo>
                  <a:lnTo>
                    <a:pt x="1109880" y="0"/>
                  </a:lnTo>
                  <a:lnTo>
                    <a:pt x="1149519" y="16063"/>
                  </a:lnTo>
                  <a:lnTo>
                    <a:pt x="1189157" y="43835"/>
                  </a:lnTo>
                  <a:lnTo>
                    <a:pt x="1228796" y="53968"/>
                  </a:lnTo>
                  <a:lnTo>
                    <a:pt x="1268434" y="80562"/>
                  </a:lnTo>
                  <a:lnTo>
                    <a:pt x="1308073" y="97548"/>
                  </a:lnTo>
                  <a:lnTo>
                    <a:pt x="1347712" y="111615"/>
                  </a:lnTo>
                  <a:lnTo>
                    <a:pt x="1387350" y="123769"/>
                  </a:lnTo>
                  <a:lnTo>
                    <a:pt x="1426989" y="133141"/>
                  </a:lnTo>
                  <a:lnTo>
                    <a:pt x="1466627" y="140787"/>
                  </a:lnTo>
                  <a:lnTo>
                    <a:pt x="1506266" y="146410"/>
                  </a:lnTo>
                  <a:lnTo>
                    <a:pt x="1545905" y="155431"/>
                  </a:lnTo>
                  <a:lnTo>
                    <a:pt x="1585543" y="173012"/>
                  </a:lnTo>
                  <a:lnTo>
                    <a:pt x="1625182" y="168590"/>
                  </a:lnTo>
                  <a:lnTo>
                    <a:pt x="1664820" y="163752"/>
                  </a:lnTo>
                  <a:lnTo>
                    <a:pt x="1704459" y="158485"/>
                  </a:lnTo>
                  <a:lnTo>
                    <a:pt x="1744098" y="1527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10183197" y="5107047"/>
              <a:ext cx="1744098" cy="602084"/>
            </a:xfrm>
            <a:custGeom>
              <a:avLst/>
              <a:pathLst>
                <a:path w="1744098" h="602084">
                  <a:moveTo>
                    <a:pt x="1744098" y="19356"/>
                  </a:moveTo>
                  <a:lnTo>
                    <a:pt x="1704459" y="26227"/>
                  </a:lnTo>
                  <a:lnTo>
                    <a:pt x="1664820" y="33534"/>
                  </a:lnTo>
                  <a:lnTo>
                    <a:pt x="1625182" y="41268"/>
                  </a:lnTo>
                  <a:lnTo>
                    <a:pt x="1585543" y="49420"/>
                  </a:lnTo>
                  <a:lnTo>
                    <a:pt x="1545905" y="58510"/>
                  </a:lnTo>
                  <a:lnTo>
                    <a:pt x="1506266" y="53347"/>
                  </a:lnTo>
                  <a:lnTo>
                    <a:pt x="1466627" y="64603"/>
                  </a:lnTo>
                  <a:lnTo>
                    <a:pt x="1426989" y="77882"/>
                  </a:lnTo>
                  <a:lnTo>
                    <a:pt x="1387350" y="92888"/>
                  </a:lnTo>
                  <a:lnTo>
                    <a:pt x="1347712" y="110675"/>
                  </a:lnTo>
                  <a:lnTo>
                    <a:pt x="1308073" y="129009"/>
                  </a:lnTo>
                  <a:lnTo>
                    <a:pt x="1268434" y="151847"/>
                  </a:lnTo>
                  <a:lnTo>
                    <a:pt x="1228796" y="173818"/>
                  </a:lnTo>
                  <a:lnTo>
                    <a:pt x="1189157" y="190439"/>
                  </a:lnTo>
                  <a:lnTo>
                    <a:pt x="1149519" y="159734"/>
                  </a:lnTo>
                  <a:lnTo>
                    <a:pt x="1109880" y="130010"/>
                  </a:lnTo>
                  <a:lnTo>
                    <a:pt x="1070242" y="132268"/>
                  </a:lnTo>
                  <a:lnTo>
                    <a:pt x="1030603" y="142322"/>
                  </a:lnTo>
                  <a:lnTo>
                    <a:pt x="990964" y="134504"/>
                  </a:lnTo>
                  <a:lnTo>
                    <a:pt x="951326" y="145128"/>
                  </a:lnTo>
                  <a:lnTo>
                    <a:pt x="911687" y="136901"/>
                  </a:lnTo>
                  <a:lnTo>
                    <a:pt x="872049" y="132043"/>
                  </a:lnTo>
                  <a:lnTo>
                    <a:pt x="832410" y="116645"/>
                  </a:lnTo>
                  <a:lnTo>
                    <a:pt x="792771" y="108396"/>
                  </a:lnTo>
                  <a:lnTo>
                    <a:pt x="753133" y="110699"/>
                  </a:lnTo>
                  <a:lnTo>
                    <a:pt x="713494" y="89681"/>
                  </a:lnTo>
                  <a:lnTo>
                    <a:pt x="673856" y="66871"/>
                  </a:lnTo>
                  <a:lnTo>
                    <a:pt x="634217" y="40044"/>
                  </a:lnTo>
                  <a:lnTo>
                    <a:pt x="594578" y="8613"/>
                  </a:lnTo>
                  <a:lnTo>
                    <a:pt x="554940" y="1904"/>
                  </a:lnTo>
                  <a:lnTo>
                    <a:pt x="515301" y="6682"/>
                  </a:lnTo>
                  <a:lnTo>
                    <a:pt x="475663" y="0"/>
                  </a:lnTo>
                  <a:lnTo>
                    <a:pt x="436024" y="27313"/>
                  </a:lnTo>
                  <a:lnTo>
                    <a:pt x="396385" y="59583"/>
                  </a:lnTo>
                  <a:lnTo>
                    <a:pt x="356747" y="88690"/>
                  </a:lnTo>
                  <a:lnTo>
                    <a:pt x="317108" y="103262"/>
                  </a:lnTo>
                  <a:lnTo>
                    <a:pt x="277470" y="133023"/>
                  </a:lnTo>
                  <a:lnTo>
                    <a:pt x="237831" y="187234"/>
                  </a:lnTo>
                  <a:lnTo>
                    <a:pt x="198192" y="230522"/>
                  </a:lnTo>
                  <a:lnTo>
                    <a:pt x="158554" y="272338"/>
                  </a:lnTo>
                  <a:lnTo>
                    <a:pt x="118915" y="359750"/>
                  </a:lnTo>
                  <a:lnTo>
                    <a:pt x="79277" y="445826"/>
                  </a:lnTo>
                  <a:lnTo>
                    <a:pt x="39638" y="533882"/>
                  </a:lnTo>
                  <a:lnTo>
                    <a:pt x="0" y="6020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9430063" y="4595710"/>
              <a:ext cx="2616147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tx312"/>
            <p:cNvSpPr/>
            <p:nvPr/>
          </p:nvSpPr>
          <p:spPr>
            <a:xfrm>
              <a:off x="9305278" y="56721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9305278" y="54038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14" name="tx314"/>
            <p:cNvSpPr/>
            <p:nvPr/>
          </p:nvSpPr>
          <p:spPr>
            <a:xfrm>
              <a:off x="9305278" y="513430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9305278" y="4863285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9305278" y="4595436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17" name="pl317"/>
            <p:cNvSpPr/>
            <p:nvPr/>
          </p:nvSpPr>
          <p:spPr>
            <a:xfrm>
              <a:off x="9395269" y="57138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9395269" y="5444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9395269" y="51746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9395269" y="49050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9395269" y="46354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9548979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10341751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11134523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11927295" y="576215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tx326"/>
            <p:cNvSpPr/>
            <p:nvPr/>
          </p:nvSpPr>
          <p:spPr>
            <a:xfrm>
              <a:off x="9468215" y="582309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10310673" y="582309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8" name="tx328"/>
            <p:cNvSpPr/>
            <p:nvPr/>
          </p:nvSpPr>
          <p:spPr>
            <a:xfrm>
              <a:off x="11072367" y="58230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29" name="tx329"/>
            <p:cNvSpPr/>
            <p:nvPr/>
          </p:nvSpPr>
          <p:spPr>
            <a:xfrm>
              <a:off x="11865139" y="582309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10010305" y="597053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331" name="tx331"/>
            <p:cNvSpPr/>
            <p:nvPr/>
          </p:nvSpPr>
          <p:spPr>
            <a:xfrm rot="-5400000">
              <a:off x="8299837" y="5114845"/>
              <a:ext cx="1746932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pTau181 - Alamar Z</a:t>
              </a:r>
            </a:p>
          </p:txBody>
        </p:sp>
        <p:sp>
          <p:nvSpPr>
            <p:cNvPr id="332" name="rc332"/>
            <p:cNvSpPr/>
            <p:nvPr/>
          </p:nvSpPr>
          <p:spPr>
            <a:xfrm>
              <a:off x="2971800" y="6172041"/>
              <a:ext cx="3047999" cy="1645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3400738" y="6241630"/>
              <a:ext cx="2549472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3400738" y="7247382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3400738" y="699669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3400738" y="6745998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3400738" y="6495306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3400738" y="624461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3902907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4675474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5448042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3400738" y="7372728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3400738" y="7122036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3400738" y="6871344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3400738" y="6620652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3400738" y="636996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516623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4289191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5061758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5834325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4173306" y="6562358"/>
              <a:ext cx="1661019" cy="773683"/>
            </a:xfrm>
            <a:custGeom>
              <a:avLst/>
              <a:pathLst>
                <a:path w="1661019" h="773683">
                  <a:moveTo>
                    <a:pt x="0" y="773683"/>
                  </a:moveTo>
                  <a:lnTo>
                    <a:pt x="38628" y="769589"/>
                  </a:lnTo>
                  <a:lnTo>
                    <a:pt x="77256" y="765288"/>
                  </a:lnTo>
                  <a:lnTo>
                    <a:pt x="115885" y="760685"/>
                  </a:lnTo>
                  <a:lnTo>
                    <a:pt x="154513" y="755032"/>
                  </a:lnTo>
                  <a:lnTo>
                    <a:pt x="193141" y="748901"/>
                  </a:lnTo>
                  <a:lnTo>
                    <a:pt x="231770" y="742402"/>
                  </a:lnTo>
                  <a:lnTo>
                    <a:pt x="270398" y="735555"/>
                  </a:lnTo>
                  <a:lnTo>
                    <a:pt x="309026" y="728543"/>
                  </a:lnTo>
                  <a:lnTo>
                    <a:pt x="347655" y="721252"/>
                  </a:lnTo>
                  <a:lnTo>
                    <a:pt x="386283" y="713484"/>
                  </a:lnTo>
                  <a:lnTo>
                    <a:pt x="424912" y="705498"/>
                  </a:lnTo>
                  <a:lnTo>
                    <a:pt x="463540" y="696767"/>
                  </a:lnTo>
                  <a:lnTo>
                    <a:pt x="502168" y="687006"/>
                  </a:lnTo>
                  <a:lnTo>
                    <a:pt x="540797" y="677178"/>
                  </a:lnTo>
                  <a:lnTo>
                    <a:pt x="579425" y="666796"/>
                  </a:lnTo>
                  <a:lnTo>
                    <a:pt x="618053" y="655873"/>
                  </a:lnTo>
                  <a:lnTo>
                    <a:pt x="656682" y="643597"/>
                  </a:lnTo>
                  <a:lnTo>
                    <a:pt x="695310" y="630691"/>
                  </a:lnTo>
                  <a:lnTo>
                    <a:pt x="733938" y="616352"/>
                  </a:lnTo>
                  <a:lnTo>
                    <a:pt x="772567" y="603519"/>
                  </a:lnTo>
                  <a:lnTo>
                    <a:pt x="811195" y="587755"/>
                  </a:lnTo>
                  <a:lnTo>
                    <a:pt x="849824" y="571065"/>
                  </a:lnTo>
                  <a:lnTo>
                    <a:pt x="888452" y="554035"/>
                  </a:lnTo>
                  <a:lnTo>
                    <a:pt x="927080" y="535648"/>
                  </a:lnTo>
                  <a:lnTo>
                    <a:pt x="965709" y="515804"/>
                  </a:lnTo>
                  <a:lnTo>
                    <a:pt x="1004337" y="496103"/>
                  </a:lnTo>
                  <a:lnTo>
                    <a:pt x="1042965" y="474990"/>
                  </a:lnTo>
                  <a:lnTo>
                    <a:pt x="1081594" y="452311"/>
                  </a:lnTo>
                  <a:lnTo>
                    <a:pt x="1120222" y="427908"/>
                  </a:lnTo>
                  <a:lnTo>
                    <a:pt x="1158850" y="402329"/>
                  </a:lnTo>
                  <a:lnTo>
                    <a:pt x="1197479" y="375712"/>
                  </a:lnTo>
                  <a:lnTo>
                    <a:pt x="1236107" y="344914"/>
                  </a:lnTo>
                  <a:lnTo>
                    <a:pt x="1274736" y="315380"/>
                  </a:lnTo>
                  <a:lnTo>
                    <a:pt x="1313364" y="283541"/>
                  </a:lnTo>
                  <a:lnTo>
                    <a:pt x="1351992" y="251051"/>
                  </a:lnTo>
                  <a:lnTo>
                    <a:pt x="1390621" y="218573"/>
                  </a:lnTo>
                  <a:lnTo>
                    <a:pt x="1429249" y="184129"/>
                  </a:lnTo>
                  <a:lnTo>
                    <a:pt x="1467877" y="151160"/>
                  </a:lnTo>
                  <a:lnTo>
                    <a:pt x="1506506" y="118867"/>
                  </a:lnTo>
                  <a:lnTo>
                    <a:pt x="1545134" y="87821"/>
                  </a:lnTo>
                  <a:lnTo>
                    <a:pt x="1583763" y="57541"/>
                  </a:lnTo>
                  <a:lnTo>
                    <a:pt x="1622391" y="29504"/>
                  </a:lnTo>
                  <a:lnTo>
                    <a:pt x="166101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173306" y="6294650"/>
              <a:ext cx="1661019" cy="1060401"/>
            </a:xfrm>
            <a:custGeom>
              <a:avLst/>
              <a:pathLst>
                <a:path w="1661019" h="1060401">
                  <a:moveTo>
                    <a:pt x="0" y="1022381"/>
                  </a:moveTo>
                  <a:lnTo>
                    <a:pt x="38628" y="1017272"/>
                  </a:lnTo>
                  <a:lnTo>
                    <a:pt x="77256" y="1011470"/>
                  </a:lnTo>
                  <a:lnTo>
                    <a:pt x="115885" y="1004390"/>
                  </a:lnTo>
                  <a:lnTo>
                    <a:pt x="154513" y="998631"/>
                  </a:lnTo>
                  <a:lnTo>
                    <a:pt x="193141" y="991003"/>
                  </a:lnTo>
                  <a:lnTo>
                    <a:pt x="231770" y="984800"/>
                  </a:lnTo>
                  <a:lnTo>
                    <a:pt x="270398" y="974386"/>
                  </a:lnTo>
                  <a:lnTo>
                    <a:pt x="309026" y="963654"/>
                  </a:lnTo>
                  <a:lnTo>
                    <a:pt x="347655" y="956808"/>
                  </a:lnTo>
                  <a:lnTo>
                    <a:pt x="386283" y="944764"/>
                  </a:lnTo>
                  <a:lnTo>
                    <a:pt x="424912" y="930892"/>
                  </a:lnTo>
                  <a:lnTo>
                    <a:pt x="463540" y="920529"/>
                  </a:lnTo>
                  <a:lnTo>
                    <a:pt x="502168" y="905570"/>
                  </a:lnTo>
                  <a:lnTo>
                    <a:pt x="540797" y="893420"/>
                  </a:lnTo>
                  <a:lnTo>
                    <a:pt x="579425" y="877251"/>
                  </a:lnTo>
                  <a:lnTo>
                    <a:pt x="618053" y="861245"/>
                  </a:lnTo>
                  <a:lnTo>
                    <a:pt x="656682" y="843956"/>
                  </a:lnTo>
                  <a:lnTo>
                    <a:pt x="695310" y="827147"/>
                  </a:lnTo>
                  <a:lnTo>
                    <a:pt x="733938" y="811293"/>
                  </a:lnTo>
                  <a:lnTo>
                    <a:pt x="772567" y="785761"/>
                  </a:lnTo>
                  <a:lnTo>
                    <a:pt x="811195" y="765195"/>
                  </a:lnTo>
                  <a:lnTo>
                    <a:pt x="849824" y="743207"/>
                  </a:lnTo>
                  <a:lnTo>
                    <a:pt x="888452" y="718385"/>
                  </a:lnTo>
                  <a:lnTo>
                    <a:pt x="927080" y="693787"/>
                  </a:lnTo>
                  <a:lnTo>
                    <a:pt x="965709" y="668513"/>
                  </a:lnTo>
                  <a:lnTo>
                    <a:pt x="1004337" y="640454"/>
                  </a:lnTo>
                  <a:lnTo>
                    <a:pt x="1042965" y="605576"/>
                  </a:lnTo>
                  <a:lnTo>
                    <a:pt x="1081594" y="570653"/>
                  </a:lnTo>
                  <a:lnTo>
                    <a:pt x="1120222" y="532010"/>
                  </a:lnTo>
                  <a:lnTo>
                    <a:pt x="1158850" y="500704"/>
                  </a:lnTo>
                  <a:lnTo>
                    <a:pt x="1197479" y="463966"/>
                  </a:lnTo>
                  <a:lnTo>
                    <a:pt x="1236107" y="420539"/>
                  </a:lnTo>
                  <a:lnTo>
                    <a:pt x="1274736" y="382229"/>
                  </a:lnTo>
                  <a:lnTo>
                    <a:pt x="1313364" y="336245"/>
                  </a:lnTo>
                  <a:lnTo>
                    <a:pt x="1351992" y="286763"/>
                  </a:lnTo>
                  <a:lnTo>
                    <a:pt x="1390621" y="246868"/>
                  </a:lnTo>
                  <a:lnTo>
                    <a:pt x="1429249" y="215345"/>
                  </a:lnTo>
                  <a:lnTo>
                    <a:pt x="1467877" y="178630"/>
                  </a:lnTo>
                  <a:lnTo>
                    <a:pt x="1506506" y="135409"/>
                  </a:lnTo>
                  <a:lnTo>
                    <a:pt x="1545134" y="98075"/>
                  </a:lnTo>
                  <a:lnTo>
                    <a:pt x="1583763" y="68621"/>
                  </a:lnTo>
                  <a:lnTo>
                    <a:pt x="1622391" y="35660"/>
                  </a:lnTo>
                  <a:lnTo>
                    <a:pt x="1661019" y="0"/>
                  </a:lnTo>
                  <a:lnTo>
                    <a:pt x="1661019" y="535415"/>
                  </a:lnTo>
                  <a:lnTo>
                    <a:pt x="1622391" y="558763"/>
                  </a:lnTo>
                  <a:lnTo>
                    <a:pt x="1583763" y="581877"/>
                  </a:lnTo>
                  <a:lnTo>
                    <a:pt x="1545134" y="612983"/>
                  </a:lnTo>
                  <a:lnTo>
                    <a:pt x="1506506" y="637740"/>
                  </a:lnTo>
                  <a:lnTo>
                    <a:pt x="1467877" y="659107"/>
                  </a:lnTo>
                  <a:lnTo>
                    <a:pt x="1429249" y="688330"/>
                  </a:lnTo>
                  <a:lnTo>
                    <a:pt x="1390621" y="725693"/>
                  </a:lnTo>
                  <a:lnTo>
                    <a:pt x="1351992" y="750754"/>
                  </a:lnTo>
                  <a:lnTo>
                    <a:pt x="1313364" y="766254"/>
                  </a:lnTo>
                  <a:lnTo>
                    <a:pt x="1274736" y="783946"/>
                  </a:lnTo>
                  <a:lnTo>
                    <a:pt x="1236107" y="804705"/>
                  </a:lnTo>
                  <a:lnTo>
                    <a:pt x="1197479" y="822873"/>
                  </a:lnTo>
                  <a:lnTo>
                    <a:pt x="1158850" y="839371"/>
                  </a:lnTo>
                  <a:lnTo>
                    <a:pt x="1120222" y="859222"/>
                  </a:lnTo>
                  <a:lnTo>
                    <a:pt x="1081594" y="869384"/>
                  </a:lnTo>
                  <a:lnTo>
                    <a:pt x="1042965" y="879820"/>
                  </a:lnTo>
                  <a:lnTo>
                    <a:pt x="1004337" y="887169"/>
                  </a:lnTo>
                  <a:lnTo>
                    <a:pt x="965709" y="898510"/>
                  </a:lnTo>
                  <a:lnTo>
                    <a:pt x="927080" y="912925"/>
                  </a:lnTo>
                  <a:lnTo>
                    <a:pt x="888452" y="925101"/>
                  </a:lnTo>
                  <a:lnTo>
                    <a:pt x="849824" y="934338"/>
                  </a:lnTo>
                  <a:lnTo>
                    <a:pt x="811195" y="945731"/>
                  </a:lnTo>
                  <a:lnTo>
                    <a:pt x="772567" y="956693"/>
                  </a:lnTo>
                  <a:lnTo>
                    <a:pt x="733938" y="956828"/>
                  </a:lnTo>
                  <a:lnTo>
                    <a:pt x="695310" y="969651"/>
                  </a:lnTo>
                  <a:lnTo>
                    <a:pt x="656682" y="978654"/>
                  </a:lnTo>
                  <a:lnTo>
                    <a:pt x="618053" y="985918"/>
                  </a:lnTo>
                  <a:lnTo>
                    <a:pt x="579425" y="991758"/>
                  </a:lnTo>
                  <a:lnTo>
                    <a:pt x="540797" y="996352"/>
                  </a:lnTo>
                  <a:lnTo>
                    <a:pt x="502168" y="1003857"/>
                  </a:lnTo>
                  <a:lnTo>
                    <a:pt x="463540" y="1008421"/>
                  </a:lnTo>
                  <a:lnTo>
                    <a:pt x="424912" y="1015519"/>
                  </a:lnTo>
                  <a:lnTo>
                    <a:pt x="386283" y="1017619"/>
                  </a:lnTo>
                  <a:lnTo>
                    <a:pt x="347655" y="1021112"/>
                  </a:lnTo>
                  <a:lnTo>
                    <a:pt x="309026" y="1028849"/>
                  </a:lnTo>
                  <a:lnTo>
                    <a:pt x="270398" y="1032139"/>
                  </a:lnTo>
                  <a:lnTo>
                    <a:pt x="231770" y="1035421"/>
                  </a:lnTo>
                  <a:lnTo>
                    <a:pt x="193141" y="1042214"/>
                  </a:lnTo>
                  <a:lnTo>
                    <a:pt x="154513" y="1046848"/>
                  </a:lnTo>
                  <a:lnTo>
                    <a:pt x="115885" y="1052396"/>
                  </a:lnTo>
                  <a:lnTo>
                    <a:pt x="77256" y="1054521"/>
                  </a:lnTo>
                  <a:lnTo>
                    <a:pt x="38628" y="1057322"/>
                  </a:lnTo>
                  <a:lnTo>
                    <a:pt x="0" y="1060401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4173306" y="6294650"/>
              <a:ext cx="1661019" cy="1022381"/>
            </a:xfrm>
            <a:custGeom>
              <a:avLst/>
              <a:pathLst>
                <a:path w="1661019" h="1022381">
                  <a:moveTo>
                    <a:pt x="0" y="1022381"/>
                  </a:moveTo>
                  <a:lnTo>
                    <a:pt x="38628" y="1017272"/>
                  </a:lnTo>
                  <a:lnTo>
                    <a:pt x="77256" y="1011470"/>
                  </a:lnTo>
                  <a:lnTo>
                    <a:pt x="115885" y="1004390"/>
                  </a:lnTo>
                  <a:lnTo>
                    <a:pt x="154513" y="998631"/>
                  </a:lnTo>
                  <a:lnTo>
                    <a:pt x="193141" y="991003"/>
                  </a:lnTo>
                  <a:lnTo>
                    <a:pt x="231770" y="984800"/>
                  </a:lnTo>
                  <a:lnTo>
                    <a:pt x="270398" y="974386"/>
                  </a:lnTo>
                  <a:lnTo>
                    <a:pt x="309026" y="963654"/>
                  </a:lnTo>
                  <a:lnTo>
                    <a:pt x="347655" y="956808"/>
                  </a:lnTo>
                  <a:lnTo>
                    <a:pt x="386283" y="944764"/>
                  </a:lnTo>
                  <a:lnTo>
                    <a:pt x="424912" y="930892"/>
                  </a:lnTo>
                  <a:lnTo>
                    <a:pt x="463540" y="920529"/>
                  </a:lnTo>
                  <a:lnTo>
                    <a:pt x="502168" y="905570"/>
                  </a:lnTo>
                  <a:lnTo>
                    <a:pt x="540797" y="893420"/>
                  </a:lnTo>
                  <a:lnTo>
                    <a:pt x="579425" y="877251"/>
                  </a:lnTo>
                  <a:lnTo>
                    <a:pt x="618053" y="861245"/>
                  </a:lnTo>
                  <a:lnTo>
                    <a:pt x="656682" y="843956"/>
                  </a:lnTo>
                  <a:lnTo>
                    <a:pt x="695310" y="827147"/>
                  </a:lnTo>
                  <a:lnTo>
                    <a:pt x="733938" y="811293"/>
                  </a:lnTo>
                  <a:lnTo>
                    <a:pt x="772567" y="785761"/>
                  </a:lnTo>
                  <a:lnTo>
                    <a:pt x="811195" y="765195"/>
                  </a:lnTo>
                  <a:lnTo>
                    <a:pt x="849824" y="743207"/>
                  </a:lnTo>
                  <a:lnTo>
                    <a:pt x="888452" y="718385"/>
                  </a:lnTo>
                  <a:lnTo>
                    <a:pt x="927080" y="693787"/>
                  </a:lnTo>
                  <a:lnTo>
                    <a:pt x="965709" y="668513"/>
                  </a:lnTo>
                  <a:lnTo>
                    <a:pt x="1004337" y="640454"/>
                  </a:lnTo>
                  <a:lnTo>
                    <a:pt x="1042965" y="605576"/>
                  </a:lnTo>
                  <a:lnTo>
                    <a:pt x="1081594" y="570653"/>
                  </a:lnTo>
                  <a:lnTo>
                    <a:pt x="1120222" y="532010"/>
                  </a:lnTo>
                  <a:lnTo>
                    <a:pt x="1158850" y="500704"/>
                  </a:lnTo>
                  <a:lnTo>
                    <a:pt x="1197479" y="463966"/>
                  </a:lnTo>
                  <a:lnTo>
                    <a:pt x="1236107" y="420539"/>
                  </a:lnTo>
                  <a:lnTo>
                    <a:pt x="1274736" y="382229"/>
                  </a:lnTo>
                  <a:lnTo>
                    <a:pt x="1313364" y="336245"/>
                  </a:lnTo>
                  <a:lnTo>
                    <a:pt x="1351992" y="286763"/>
                  </a:lnTo>
                  <a:lnTo>
                    <a:pt x="1390621" y="246868"/>
                  </a:lnTo>
                  <a:lnTo>
                    <a:pt x="1429249" y="215345"/>
                  </a:lnTo>
                  <a:lnTo>
                    <a:pt x="1467877" y="178630"/>
                  </a:lnTo>
                  <a:lnTo>
                    <a:pt x="1506506" y="135409"/>
                  </a:lnTo>
                  <a:lnTo>
                    <a:pt x="1545134" y="98075"/>
                  </a:lnTo>
                  <a:lnTo>
                    <a:pt x="1583763" y="68621"/>
                  </a:lnTo>
                  <a:lnTo>
                    <a:pt x="1622391" y="35660"/>
                  </a:lnTo>
                  <a:lnTo>
                    <a:pt x="166101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4173306" y="6830066"/>
              <a:ext cx="1661019" cy="524986"/>
            </a:xfrm>
            <a:custGeom>
              <a:avLst/>
              <a:pathLst>
                <a:path w="1661019" h="524986">
                  <a:moveTo>
                    <a:pt x="1661019" y="0"/>
                  </a:moveTo>
                  <a:lnTo>
                    <a:pt x="1622391" y="23347"/>
                  </a:lnTo>
                  <a:lnTo>
                    <a:pt x="1583763" y="46461"/>
                  </a:lnTo>
                  <a:lnTo>
                    <a:pt x="1545134" y="77567"/>
                  </a:lnTo>
                  <a:lnTo>
                    <a:pt x="1506506" y="102324"/>
                  </a:lnTo>
                  <a:lnTo>
                    <a:pt x="1467877" y="123691"/>
                  </a:lnTo>
                  <a:lnTo>
                    <a:pt x="1429249" y="152914"/>
                  </a:lnTo>
                  <a:lnTo>
                    <a:pt x="1390621" y="190277"/>
                  </a:lnTo>
                  <a:lnTo>
                    <a:pt x="1351992" y="215339"/>
                  </a:lnTo>
                  <a:lnTo>
                    <a:pt x="1313364" y="230838"/>
                  </a:lnTo>
                  <a:lnTo>
                    <a:pt x="1274736" y="248530"/>
                  </a:lnTo>
                  <a:lnTo>
                    <a:pt x="1236107" y="269290"/>
                  </a:lnTo>
                  <a:lnTo>
                    <a:pt x="1197479" y="287457"/>
                  </a:lnTo>
                  <a:lnTo>
                    <a:pt x="1158850" y="303955"/>
                  </a:lnTo>
                  <a:lnTo>
                    <a:pt x="1120222" y="323806"/>
                  </a:lnTo>
                  <a:lnTo>
                    <a:pt x="1081594" y="333968"/>
                  </a:lnTo>
                  <a:lnTo>
                    <a:pt x="1042965" y="344404"/>
                  </a:lnTo>
                  <a:lnTo>
                    <a:pt x="1004337" y="351753"/>
                  </a:lnTo>
                  <a:lnTo>
                    <a:pt x="965709" y="363094"/>
                  </a:lnTo>
                  <a:lnTo>
                    <a:pt x="927080" y="377509"/>
                  </a:lnTo>
                  <a:lnTo>
                    <a:pt x="888452" y="389685"/>
                  </a:lnTo>
                  <a:lnTo>
                    <a:pt x="849824" y="398922"/>
                  </a:lnTo>
                  <a:lnTo>
                    <a:pt x="811195" y="410315"/>
                  </a:lnTo>
                  <a:lnTo>
                    <a:pt x="772567" y="421277"/>
                  </a:lnTo>
                  <a:lnTo>
                    <a:pt x="733938" y="421412"/>
                  </a:lnTo>
                  <a:lnTo>
                    <a:pt x="695310" y="434235"/>
                  </a:lnTo>
                  <a:lnTo>
                    <a:pt x="656682" y="443238"/>
                  </a:lnTo>
                  <a:lnTo>
                    <a:pt x="618053" y="450502"/>
                  </a:lnTo>
                  <a:lnTo>
                    <a:pt x="579425" y="456342"/>
                  </a:lnTo>
                  <a:lnTo>
                    <a:pt x="540797" y="460936"/>
                  </a:lnTo>
                  <a:lnTo>
                    <a:pt x="502168" y="468441"/>
                  </a:lnTo>
                  <a:lnTo>
                    <a:pt x="463540" y="473005"/>
                  </a:lnTo>
                  <a:lnTo>
                    <a:pt x="424912" y="480103"/>
                  </a:lnTo>
                  <a:lnTo>
                    <a:pt x="386283" y="482203"/>
                  </a:lnTo>
                  <a:lnTo>
                    <a:pt x="347655" y="485696"/>
                  </a:lnTo>
                  <a:lnTo>
                    <a:pt x="309026" y="493433"/>
                  </a:lnTo>
                  <a:lnTo>
                    <a:pt x="270398" y="496723"/>
                  </a:lnTo>
                  <a:lnTo>
                    <a:pt x="231770" y="500005"/>
                  </a:lnTo>
                  <a:lnTo>
                    <a:pt x="193141" y="506798"/>
                  </a:lnTo>
                  <a:lnTo>
                    <a:pt x="154513" y="511432"/>
                  </a:lnTo>
                  <a:lnTo>
                    <a:pt x="115885" y="516980"/>
                  </a:lnTo>
                  <a:lnTo>
                    <a:pt x="77256" y="519105"/>
                  </a:lnTo>
                  <a:lnTo>
                    <a:pt x="38628" y="521907"/>
                  </a:lnTo>
                  <a:lnTo>
                    <a:pt x="0" y="52498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3400738" y="6241630"/>
              <a:ext cx="2549472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tx356"/>
            <p:cNvSpPr/>
            <p:nvPr/>
          </p:nvSpPr>
          <p:spPr>
            <a:xfrm>
              <a:off x="3275953" y="733103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3275953" y="7081763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3213797" y="682965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3213797" y="657896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3213797" y="632826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61" name="pl361"/>
            <p:cNvSpPr/>
            <p:nvPr/>
          </p:nvSpPr>
          <p:spPr>
            <a:xfrm>
              <a:off x="3365944" y="73727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3365944" y="71220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3365944" y="68713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3365944" y="66206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3365944" y="63699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3516623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4289191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5061758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5834325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tx370"/>
            <p:cNvSpPr/>
            <p:nvPr/>
          </p:nvSpPr>
          <p:spPr>
            <a:xfrm>
              <a:off x="3435859" y="746901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4258113" y="746901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4999602" y="746901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5772170" y="746901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3947643" y="761645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375" name="tx375"/>
            <p:cNvSpPr/>
            <p:nvPr/>
          </p:nvSpPr>
          <p:spPr>
            <a:xfrm rot="-5400000">
              <a:off x="2199266" y="6760117"/>
              <a:ext cx="1754776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pTau181 - Lumipulse Z</a:t>
              </a:r>
            </a:p>
          </p:txBody>
        </p:sp>
        <p:sp>
          <p:nvSpPr>
            <p:cNvPr id="376" name="rc376"/>
            <p:cNvSpPr/>
            <p:nvPr/>
          </p:nvSpPr>
          <p:spPr>
            <a:xfrm>
              <a:off x="6019799" y="6172041"/>
              <a:ext cx="3047999" cy="1645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6420163" y="6241630"/>
              <a:ext cx="2578047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6420163" y="722187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6420163" y="694174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6420163" y="666160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6420163" y="638147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6927960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7709187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8490413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6420163" y="7361943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6420163" y="708180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6420163" y="6801673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6420163" y="652153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6537347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318574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8099800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8881026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7592003" y="6734369"/>
              <a:ext cx="898410" cy="223282"/>
            </a:xfrm>
            <a:custGeom>
              <a:avLst/>
              <a:pathLst>
                <a:path w="898410" h="223282">
                  <a:moveTo>
                    <a:pt x="0" y="223282"/>
                  </a:moveTo>
                  <a:lnTo>
                    <a:pt x="39061" y="208758"/>
                  </a:lnTo>
                  <a:lnTo>
                    <a:pt x="78122" y="192028"/>
                  </a:lnTo>
                  <a:lnTo>
                    <a:pt x="117183" y="175102"/>
                  </a:lnTo>
                  <a:lnTo>
                    <a:pt x="156245" y="158291"/>
                  </a:lnTo>
                  <a:lnTo>
                    <a:pt x="195306" y="143610"/>
                  </a:lnTo>
                  <a:lnTo>
                    <a:pt x="234367" y="128296"/>
                  </a:lnTo>
                  <a:lnTo>
                    <a:pt x="273429" y="109446"/>
                  </a:lnTo>
                  <a:lnTo>
                    <a:pt x="312490" y="93557"/>
                  </a:lnTo>
                  <a:lnTo>
                    <a:pt x="351551" y="74039"/>
                  </a:lnTo>
                  <a:lnTo>
                    <a:pt x="390613" y="58414"/>
                  </a:lnTo>
                  <a:lnTo>
                    <a:pt x="429674" y="41332"/>
                  </a:lnTo>
                  <a:lnTo>
                    <a:pt x="468735" y="28098"/>
                  </a:lnTo>
                  <a:lnTo>
                    <a:pt x="507797" y="16919"/>
                  </a:lnTo>
                  <a:lnTo>
                    <a:pt x="546858" y="12579"/>
                  </a:lnTo>
                  <a:lnTo>
                    <a:pt x="585919" y="5853"/>
                  </a:lnTo>
                  <a:lnTo>
                    <a:pt x="624981" y="0"/>
                  </a:lnTo>
                  <a:lnTo>
                    <a:pt x="664042" y="2519"/>
                  </a:lnTo>
                  <a:lnTo>
                    <a:pt x="703103" y="685"/>
                  </a:lnTo>
                  <a:lnTo>
                    <a:pt x="742165" y="13702"/>
                  </a:lnTo>
                  <a:lnTo>
                    <a:pt x="781226" y="34000"/>
                  </a:lnTo>
                  <a:lnTo>
                    <a:pt x="820287" y="49012"/>
                  </a:lnTo>
                  <a:lnTo>
                    <a:pt x="859349" y="74478"/>
                  </a:lnTo>
                  <a:lnTo>
                    <a:pt x="898410" y="13617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7592003" y="6294650"/>
              <a:ext cx="898410" cy="1060401"/>
            </a:xfrm>
            <a:custGeom>
              <a:avLst/>
              <a:pathLst>
                <a:path w="898410" h="1060401">
                  <a:moveTo>
                    <a:pt x="0" y="571874"/>
                  </a:moveTo>
                  <a:lnTo>
                    <a:pt x="39061" y="546695"/>
                  </a:lnTo>
                  <a:lnTo>
                    <a:pt x="78122" y="518084"/>
                  </a:lnTo>
                  <a:lnTo>
                    <a:pt x="117183" y="486256"/>
                  </a:lnTo>
                  <a:lnTo>
                    <a:pt x="156245" y="451926"/>
                  </a:lnTo>
                  <a:lnTo>
                    <a:pt x="195306" y="418961"/>
                  </a:lnTo>
                  <a:lnTo>
                    <a:pt x="234367" y="383560"/>
                  </a:lnTo>
                  <a:lnTo>
                    <a:pt x="273429" y="346886"/>
                  </a:lnTo>
                  <a:lnTo>
                    <a:pt x="312490" y="319435"/>
                  </a:lnTo>
                  <a:lnTo>
                    <a:pt x="351551" y="277970"/>
                  </a:lnTo>
                  <a:lnTo>
                    <a:pt x="390613" y="238993"/>
                  </a:lnTo>
                  <a:lnTo>
                    <a:pt x="429674" y="193598"/>
                  </a:lnTo>
                  <a:lnTo>
                    <a:pt x="468735" y="162770"/>
                  </a:lnTo>
                  <a:lnTo>
                    <a:pt x="507797" y="126819"/>
                  </a:lnTo>
                  <a:lnTo>
                    <a:pt x="546858" y="98923"/>
                  </a:lnTo>
                  <a:lnTo>
                    <a:pt x="585919" y="68843"/>
                  </a:lnTo>
                  <a:lnTo>
                    <a:pt x="624981" y="45354"/>
                  </a:lnTo>
                  <a:lnTo>
                    <a:pt x="664042" y="24299"/>
                  </a:lnTo>
                  <a:lnTo>
                    <a:pt x="703103" y="9410"/>
                  </a:lnTo>
                  <a:lnTo>
                    <a:pt x="742165" y="0"/>
                  </a:lnTo>
                  <a:lnTo>
                    <a:pt x="781226" y="7455"/>
                  </a:lnTo>
                  <a:lnTo>
                    <a:pt x="820287" y="14655"/>
                  </a:lnTo>
                  <a:lnTo>
                    <a:pt x="859349" y="39382"/>
                  </a:lnTo>
                  <a:lnTo>
                    <a:pt x="898410" y="91379"/>
                  </a:lnTo>
                  <a:lnTo>
                    <a:pt x="898410" y="1060401"/>
                  </a:lnTo>
                  <a:lnTo>
                    <a:pt x="859349" y="989011"/>
                  </a:lnTo>
                  <a:lnTo>
                    <a:pt x="820287" y="962806"/>
                  </a:lnTo>
                  <a:lnTo>
                    <a:pt x="781226" y="939982"/>
                  </a:lnTo>
                  <a:lnTo>
                    <a:pt x="742165" y="906843"/>
                  </a:lnTo>
                  <a:lnTo>
                    <a:pt x="703103" y="871398"/>
                  </a:lnTo>
                  <a:lnTo>
                    <a:pt x="664042" y="860177"/>
                  </a:lnTo>
                  <a:lnTo>
                    <a:pt x="624981" y="834082"/>
                  </a:lnTo>
                  <a:lnTo>
                    <a:pt x="585919" y="822300"/>
                  </a:lnTo>
                  <a:lnTo>
                    <a:pt x="546858" y="805672"/>
                  </a:lnTo>
                  <a:lnTo>
                    <a:pt x="507797" y="786456"/>
                  </a:lnTo>
                  <a:lnTo>
                    <a:pt x="468735" y="772864"/>
                  </a:lnTo>
                  <a:lnTo>
                    <a:pt x="429674" y="768504"/>
                  </a:lnTo>
                  <a:lnTo>
                    <a:pt x="390613" y="757272"/>
                  </a:lnTo>
                  <a:lnTo>
                    <a:pt x="351551" y="749546"/>
                  </a:lnTo>
                  <a:lnTo>
                    <a:pt x="312490" y="747117"/>
                  </a:lnTo>
                  <a:lnTo>
                    <a:pt x="273429" y="751443"/>
                  </a:lnTo>
                  <a:lnTo>
                    <a:pt x="234367" y="752471"/>
                  </a:lnTo>
                  <a:lnTo>
                    <a:pt x="195306" y="747696"/>
                  </a:lnTo>
                  <a:lnTo>
                    <a:pt x="156245" y="744094"/>
                  </a:lnTo>
                  <a:lnTo>
                    <a:pt x="117183" y="743385"/>
                  </a:lnTo>
                  <a:lnTo>
                    <a:pt x="78122" y="745408"/>
                  </a:lnTo>
                  <a:lnTo>
                    <a:pt x="39061" y="750259"/>
                  </a:lnTo>
                  <a:lnTo>
                    <a:pt x="0" y="754128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7592003" y="6294650"/>
              <a:ext cx="898410" cy="571874"/>
            </a:xfrm>
            <a:custGeom>
              <a:avLst/>
              <a:pathLst>
                <a:path w="898410" h="571874">
                  <a:moveTo>
                    <a:pt x="0" y="571874"/>
                  </a:moveTo>
                  <a:lnTo>
                    <a:pt x="39061" y="546695"/>
                  </a:lnTo>
                  <a:lnTo>
                    <a:pt x="78122" y="518084"/>
                  </a:lnTo>
                  <a:lnTo>
                    <a:pt x="117183" y="486256"/>
                  </a:lnTo>
                  <a:lnTo>
                    <a:pt x="156245" y="451926"/>
                  </a:lnTo>
                  <a:lnTo>
                    <a:pt x="195306" y="418961"/>
                  </a:lnTo>
                  <a:lnTo>
                    <a:pt x="234367" y="383560"/>
                  </a:lnTo>
                  <a:lnTo>
                    <a:pt x="273429" y="346886"/>
                  </a:lnTo>
                  <a:lnTo>
                    <a:pt x="312490" y="319435"/>
                  </a:lnTo>
                  <a:lnTo>
                    <a:pt x="351551" y="277970"/>
                  </a:lnTo>
                  <a:lnTo>
                    <a:pt x="390613" y="238993"/>
                  </a:lnTo>
                  <a:lnTo>
                    <a:pt x="429674" y="193598"/>
                  </a:lnTo>
                  <a:lnTo>
                    <a:pt x="468735" y="162770"/>
                  </a:lnTo>
                  <a:lnTo>
                    <a:pt x="507797" y="126819"/>
                  </a:lnTo>
                  <a:lnTo>
                    <a:pt x="546858" y="98923"/>
                  </a:lnTo>
                  <a:lnTo>
                    <a:pt x="585919" y="68843"/>
                  </a:lnTo>
                  <a:lnTo>
                    <a:pt x="624981" y="45354"/>
                  </a:lnTo>
                  <a:lnTo>
                    <a:pt x="664042" y="24299"/>
                  </a:lnTo>
                  <a:lnTo>
                    <a:pt x="703103" y="9410"/>
                  </a:lnTo>
                  <a:lnTo>
                    <a:pt x="742165" y="0"/>
                  </a:lnTo>
                  <a:lnTo>
                    <a:pt x="781226" y="7455"/>
                  </a:lnTo>
                  <a:lnTo>
                    <a:pt x="820287" y="14655"/>
                  </a:lnTo>
                  <a:lnTo>
                    <a:pt x="859349" y="39382"/>
                  </a:lnTo>
                  <a:lnTo>
                    <a:pt x="898410" y="913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7592003" y="7038036"/>
              <a:ext cx="898410" cy="317016"/>
            </a:xfrm>
            <a:custGeom>
              <a:avLst/>
              <a:pathLst>
                <a:path w="898410" h="317016">
                  <a:moveTo>
                    <a:pt x="898410" y="317016"/>
                  </a:moveTo>
                  <a:lnTo>
                    <a:pt x="859349" y="245625"/>
                  </a:lnTo>
                  <a:lnTo>
                    <a:pt x="820287" y="219420"/>
                  </a:lnTo>
                  <a:lnTo>
                    <a:pt x="781226" y="196596"/>
                  </a:lnTo>
                  <a:lnTo>
                    <a:pt x="742165" y="163457"/>
                  </a:lnTo>
                  <a:lnTo>
                    <a:pt x="703103" y="128012"/>
                  </a:lnTo>
                  <a:lnTo>
                    <a:pt x="664042" y="116792"/>
                  </a:lnTo>
                  <a:lnTo>
                    <a:pt x="624981" y="90696"/>
                  </a:lnTo>
                  <a:lnTo>
                    <a:pt x="585919" y="78914"/>
                  </a:lnTo>
                  <a:lnTo>
                    <a:pt x="546858" y="62286"/>
                  </a:lnTo>
                  <a:lnTo>
                    <a:pt x="507797" y="43071"/>
                  </a:lnTo>
                  <a:lnTo>
                    <a:pt x="468735" y="29479"/>
                  </a:lnTo>
                  <a:lnTo>
                    <a:pt x="429674" y="25118"/>
                  </a:lnTo>
                  <a:lnTo>
                    <a:pt x="390613" y="13886"/>
                  </a:lnTo>
                  <a:lnTo>
                    <a:pt x="351551" y="6160"/>
                  </a:lnTo>
                  <a:lnTo>
                    <a:pt x="312490" y="3731"/>
                  </a:lnTo>
                  <a:lnTo>
                    <a:pt x="273429" y="8058"/>
                  </a:lnTo>
                  <a:lnTo>
                    <a:pt x="234367" y="9085"/>
                  </a:lnTo>
                  <a:lnTo>
                    <a:pt x="195306" y="4310"/>
                  </a:lnTo>
                  <a:lnTo>
                    <a:pt x="156245" y="708"/>
                  </a:lnTo>
                  <a:lnTo>
                    <a:pt x="117183" y="0"/>
                  </a:lnTo>
                  <a:lnTo>
                    <a:pt x="78122" y="2023"/>
                  </a:lnTo>
                  <a:lnTo>
                    <a:pt x="39061" y="6874"/>
                  </a:lnTo>
                  <a:lnTo>
                    <a:pt x="0" y="107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6420163" y="6241630"/>
              <a:ext cx="2578047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tx398"/>
            <p:cNvSpPr/>
            <p:nvPr/>
          </p:nvSpPr>
          <p:spPr>
            <a:xfrm>
              <a:off x="6258161" y="7321943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6295378" y="704011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6295378" y="6761673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01" name="tx401"/>
            <p:cNvSpPr/>
            <p:nvPr/>
          </p:nvSpPr>
          <p:spPr>
            <a:xfrm>
              <a:off x="6295378" y="647984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02" name="pl402"/>
            <p:cNvSpPr/>
            <p:nvPr/>
          </p:nvSpPr>
          <p:spPr>
            <a:xfrm>
              <a:off x="6385369" y="73619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6385369" y="70818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6385369" y="68016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6385369" y="65215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6537347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7318574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8099800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8881026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tx410"/>
            <p:cNvSpPr/>
            <p:nvPr/>
          </p:nvSpPr>
          <p:spPr>
            <a:xfrm>
              <a:off x="6456583" y="746901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7287496" y="746901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2" name="tx412"/>
            <p:cNvSpPr/>
            <p:nvPr/>
          </p:nvSpPr>
          <p:spPr>
            <a:xfrm>
              <a:off x="8037644" y="746901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8818871" y="746901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6981355" y="761645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415" name="tx415"/>
            <p:cNvSpPr/>
            <p:nvPr/>
          </p:nvSpPr>
          <p:spPr>
            <a:xfrm rot="-5400000">
              <a:off x="5333351" y="6760765"/>
              <a:ext cx="1583903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pTau181 - Nico Z</a:t>
              </a:r>
            </a:p>
          </p:txBody>
        </p:sp>
        <p:sp>
          <p:nvSpPr>
            <p:cNvPr id="416" name="rc416"/>
            <p:cNvSpPr/>
            <p:nvPr/>
          </p:nvSpPr>
          <p:spPr>
            <a:xfrm>
              <a:off x="9067800" y="6172041"/>
              <a:ext cx="3047999" cy="16459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9496738" y="6241630"/>
              <a:ext cx="2549472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9496738" y="723927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9496738" y="691753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9496738" y="6595785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9496738" y="6274040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9998907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10771474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11544042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9496738" y="7400147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9496738" y="7078402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9496738" y="6756657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9496738" y="6434912"/>
              <a:ext cx="2549472" cy="0"/>
            </a:xfrm>
            <a:custGeom>
              <a:avLst/>
              <a:pathLst>
                <a:path w="2549472" h="0">
                  <a:moveTo>
                    <a:pt x="0" y="0"/>
                  </a:moveTo>
                  <a:lnTo>
                    <a:pt x="2549472" y="0"/>
                  </a:lnTo>
                  <a:lnTo>
                    <a:pt x="2549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9612623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10385191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11157758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11930325" y="624163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10694218" y="6579789"/>
              <a:ext cx="1236107" cy="734930"/>
            </a:xfrm>
            <a:custGeom>
              <a:avLst/>
              <a:pathLst>
                <a:path w="1236107" h="734930">
                  <a:moveTo>
                    <a:pt x="0" y="734930"/>
                  </a:moveTo>
                  <a:lnTo>
                    <a:pt x="38628" y="724363"/>
                  </a:lnTo>
                  <a:lnTo>
                    <a:pt x="77256" y="713015"/>
                  </a:lnTo>
                  <a:lnTo>
                    <a:pt x="115885" y="701401"/>
                  </a:lnTo>
                  <a:lnTo>
                    <a:pt x="154513" y="688787"/>
                  </a:lnTo>
                  <a:lnTo>
                    <a:pt x="193141" y="675737"/>
                  </a:lnTo>
                  <a:lnTo>
                    <a:pt x="231770" y="661036"/>
                  </a:lnTo>
                  <a:lnTo>
                    <a:pt x="270398" y="646580"/>
                  </a:lnTo>
                  <a:lnTo>
                    <a:pt x="309026" y="630575"/>
                  </a:lnTo>
                  <a:lnTo>
                    <a:pt x="347655" y="614230"/>
                  </a:lnTo>
                  <a:lnTo>
                    <a:pt x="386283" y="597160"/>
                  </a:lnTo>
                  <a:lnTo>
                    <a:pt x="424912" y="579259"/>
                  </a:lnTo>
                  <a:lnTo>
                    <a:pt x="463540" y="559837"/>
                  </a:lnTo>
                  <a:lnTo>
                    <a:pt x="502168" y="539515"/>
                  </a:lnTo>
                  <a:lnTo>
                    <a:pt x="540797" y="518635"/>
                  </a:lnTo>
                  <a:lnTo>
                    <a:pt x="579425" y="497571"/>
                  </a:lnTo>
                  <a:lnTo>
                    <a:pt x="618053" y="473533"/>
                  </a:lnTo>
                  <a:lnTo>
                    <a:pt x="656682" y="447243"/>
                  </a:lnTo>
                  <a:lnTo>
                    <a:pt x="695310" y="421659"/>
                  </a:lnTo>
                  <a:lnTo>
                    <a:pt x="733938" y="394714"/>
                  </a:lnTo>
                  <a:lnTo>
                    <a:pt x="772567" y="366075"/>
                  </a:lnTo>
                  <a:lnTo>
                    <a:pt x="811195" y="335999"/>
                  </a:lnTo>
                  <a:lnTo>
                    <a:pt x="849824" y="305873"/>
                  </a:lnTo>
                  <a:lnTo>
                    <a:pt x="888452" y="273684"/>
                  </a:lnTo>
                  <a:lnTo>
                    <a:pt x="927080" y="241597"/>
                  </a:lnTo>
                  <a:lnTo>
                    <a:pt x="965709" y="208456"/>
                  </a:lnTo>
                  <a:lnTo>
                    <a:pt x="1004337" y="175646"/>
                  </a:lnTo>
                  <a:lnTo>
                    <a:pt x="1042965" y="144367"/>
                  </a:lnTo>
                  <a:lnTo>
                    <a:pt x="1081594" y="110916"/>
                  </a:lnTo>
                  <a:lnTo>
                    <a:pt x="1120222" y="80542"/>
                  </a:lnTo>
                  <a:lnTo>
                    <a:pt x="1158850" y="48630"/>
                  </a:lnTo>
                  <a:lnTo>
                    <a:pt x="1197479" y="21983"/>
                  </a:lnTo>
                  <a:lnTo>
                    <a:pt x="123610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10694218" y="6294650"/>
              <a:ext cx="1236107" cy="1060401"/>
            </a:xfrm>
            <a:custGeom>
              <a:avLst/>
              <a:pathLst>
                <a:path w="1236107" h="1060401">
                  <a:moveTo>
                    <a:pt x="0" y="979736"/>
                  </a:moveTo>
                  <a:lnTo>
                    <a:pt x="38628" y="965518"/>
                  </a:lnTo>
                  <a:lnTo>
                    <a:pt x="77256" y="950128"/>
                  </a:lnTo>
                  <a:lnTo>
                    <a:pt x="115885" y="930143"/>
                  </a:lnTo>
                  <a:lnTo>
                    <a:pt x="154513" y="914653"/>
                  </a:lnTo>
                  <a:lnTo>
                    <a:pt x="193141" y="895781"/>
                  </a:lnTo>
                  <a:lnTo>
                    <a:pt x="231770" y="875935"/>
                  </a:lnTo>
                  <a:lnTo>
                    <a:pt x="270398" y="854887"/>
                  </a:lnTo>
                  <a:lnTo>
                    <a:pt x="309026" y="833194"/>
                  </a:lnTo>
                  <a:lnTo>
                    <a:pt x="347655" y="808757"/>
                  </a:lnTo>
                  <a:lnTo>
                    <a:pt x="386283" y="784597"/>
                  </a:lnTo>
                  <a:lnTo>
                    <a:pt x="424912" y="759280"/>
                  </a:lnTo>
                  <a:lnTo>
                    <a:pt x="463540" y="731840"/>
                  </a:lnTo>
                  <a:lnTo>
                    <a:pt x="502168" y="704017"/>
                  </a:lnTo>
                  <a:lnTo>
                    <a:pt x="540797" y="674804"/>
                  </a:lnTo>
                  <a:lnTo>
                    <a:pt x="579425" y="642108"/>
                  </a:lnTo>
                  <a:lnTo>
                    <a:pt x="618053" y="608239"/>
                  </a:lnTo>
                  <a:lnTo>
                    <a:pt x="656682" y="576748"/>
                  </a:lnTo>
                  <a:lnTo>
                    <a:pt x="695310" y="539160"/>
                  </a:lnTo>
                  <a:lnTo>
                    <a:pt x="733938" y="504890"/>
                  </a:lnTo>
                  <a:lnTo>
                    <a:pt x="772567" y="465283"/>
                  </a:lnTo>
                  <a:lnTo>
                    <a:pt x="811195" y="425411"/>
                  </a:lnTo>
                  <a:lnTo>
                    <a:pt x="849824" y="381500"/>
                  </a:lnTo>
                  <a:lnTo>
                    <a:pt x="888452" y="339330"/>
                  </a:lnTo>
                  <a:lnTo>
                    <a:pt x="927080" y="298653"/>
                  </a:lnTo>
                  <a:lnTo>
                    <a:pt x="965709" y="262212"/>
                  </a:lnTo>
                  <a:lnTo>
                    <a:pt x="1004337" y="220363"/>
                  </a:lnTo>
                  <a:lnTo>
                    <a:pt x="1042965" y="183871"/>
                  </a:lnTo>
                  <a:lnTo>
                    <a:pt x="1081594" y="143067"/>
                  </a:lnTo>
                  <a:lnTo>
                    <a:pt x="1120222" y="106350"/>
                  </a:lnTo>
                  <a:lnTo>
                    <a:pt x="1158850" y="62427"/>
                  </a:lnTo>
                  <a:lnTo>
                    <a:pt x="1197479" y="30793"/>
                  </a:lnTo>
                  <a:lnTo>
                    <a:pt x="1236107" y="0"/>
                  </a:lnTo>
                  <a:lnTo>
                    <a:pt x="1236107" y="570278"/>
                  </a:lnTo>
                  <a:lnTo>
                    <a:pt x="1197479" y="583452"/>
                  </a:lnTo>
                  <a:lnTo>
                    <a:pt x="1158850" y="605112"/>
                  </a:lnTo>
                  <a:lnTo>
                    <a:pt x="1120222" y="625012"/>
                  </a:lnTo>
                  <a:lnTo>
                    <a:pt x="1081594" y="649044"/>
                  </a:lnTo>
                  <a:lnTo>
                    <a:pt x="1042965" y="675142"/>
                  </a:lnTo>
                  <a:lnTo>
                    <a:pt x="1004337" y="701207"/>
                  </a:lnTo>
                  <a:lnTo>
                    <a:pt x="965709" y="724979"/>
                  </a:lnTo>
                  <a:lnTo>
                    <a:pt x="927080" y="754819"/>
                  </a:lnTo>
                  <a:lnTo>
                    <a:pt x="888452" y="778317"/>
                  </a:lnTo>
                  <a:lnTo>
                    <a:pt x="849824" y="800524"/>
                  </a:lnTo>
                  <a:lnTo>
                    <a:pt x="811195" y="816865"/>
                  </a:lnTo>
                  <a:lnTo>
                    <a:pt x="772567" y="837144"/>
                  </a:lnTo>
                  <a:lnTo>
                    <a:pt x="733938" y="854816"/>
                  </a:lnTo>
                  <a:lnTo>
                    <a:pt x="695310" y="874435"/>
                  </a:lnTo>
                  <a:lnTo>
                    <a:pt x="656682" y="888016"/>
                  </a:lnTo>
                  <a:lnTo>
                    <a:pt x="618053" y="909105"/>
                  </a:lnTo>
                  <a:lnTo>
                    <a:pt x="579425" y="923313"/>
                  </a:lnTo>
                  <a:lnTo>
                    <a:pt x="540797" y="932744"/>
                  </a:lnTo>
                  <a:lnTo>
                    <a:pt x="502168" y="945292"/>
                  </a:lnTo>
                  <a:lnTo>
                    <a:pt x="463540" y="958112"/>
                  </a:lnTo>
                  <a:lnTo>
                    <a:pt x="424912" y="969516"/>
                  </a:lnTo>
                  <a:lnTo>
                    <a:pt x="386283" y="980001"/>
                  </a:lnTo>
                  <a:lnTo>
                    <a:pt x="347655" y="989981"/>
                  </a:lnTo>
                  <a:lnTo>
                    <a:pt x="309026" y="998234"/>
                  </a:lnTo>
                  <a:lnTo>
                    <a:pt x="270398" y="1008551"/>
                  </a:lnTo>
                  <a:lnTo>
                    <a:pt x="231770" y="1016416"/>
                  </a:lnTo>
                  <a:lnTo>
                    <a:pt x="193141" y="1025970"/>
                  </a:lnTo>
                  <a:lnTo>
                    <a:pt x="154513" y="1033198"/>
                  </a:lnTo>
                  <a:lnTo>
                    <a:pt x="115885" y="1042936"/>
                  </a:lnTo>
                  <a:lnTo>
                    <a:pt x="77256" y="1046180"/>
                  </a:lnTo>
                  <a:lnTo>
                    <a:pt x="38628" y="1053487"/>
                  </a:lnTo>
                  <a:lnTo>
                    <a:pt x="0" y="1060401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10694218" y="6294650"/>
              <a:ext cx="1236107" cy="979736"/>
            </a:xfrm>
            <a:custGeom>
              <a:avLst/>
              <a:pathLst>
                <a:path w="1236107" h="979736">
                  <a:moveTo>
                    <a:pt x="0" y="979736"/>
                  </a:moveTo>
                  <a:lnTo>
                    <a:pt x="38628" y="965518"/>
                  </a:lnTo>
                  <a:lnTo>
                    <a:pt x="77256" y="950128"/>
                  </a:lnTo>
                  <a:lnTo>
                    <a:pt x="115885" y="930143"/>
                  </a:lnTo>
                  <a:lnTo>
                    <a:pt x="154513" y="914653"/>
                  </a:lnTo>
                  <a:lnTo>
                    <a:pt x="193141" y="895781"/>
                  </a:lnTo>
                  <a:lnTo>
                    <a:pt x="231770" y="875935"/>
                  </a:lnTo>
                  <a:lnTo>
                    <a:pt x="270398" y="854887"/>
                  </a:lnTo>
                  <a:lnTo>
                    <a:pt x="309026" y="833194"/>
                  </a:lnTo>
                  <a:lnTo>
                    <a:pt x="347655" y="808757"/>
                  </a:lnTo>
                  <a:lnTo>
                    <a:pt x="386283" y="784597"/>
                  </a:lnTo>
                  <a:lnTo>
                    <a:pt x="424912" y="759280"/>
                  </a:lnTo>
                  <a:lnTo>
                    <a:pt x="463540" y="731840"/>
                  </a:lnTo>
                  <a:lnTo>
                    <a:pt x="502168" y="704017"/>
                  </a:lnTo>
                  <a:lnTo>
                    <a:pt x="540797" y="674804"/>
                  </a:lnTo>
                  <a:lnTo>
                    <a:pt x="579425" y="642108"/>
                  </a:lnTo>
                  <a:lnTo>
                    <a:pt x="618053" y="608239"/>
                  </a:lnTo>
                  <a:lnTo>
                    <a:pt x="656682" y="576748"/>
                  </a:lnTo>
                  <a:lnTo>
                    <a:pt x="695310" y="539160"/>
                  </a:lnTo>
                  <a:lnTo>
                    <a:pt x="733938" y="504890"/>
                  </a:lnTo>
                  <a:lnTo>
                    <a:pt x="772567" y="465283"/>
                  </a:lnTo>
                  <a:lnTo>
                    <a:pt x="811195" y="425411"/>
                  </a:lnTo>
                  <a:lnTo>
                    <a:pt x="849824" y="381500"/>
                  </a:lnTo>
                  <a:lnTo>
                    <a:pt x="888452" y="339330"/>
                  </a:lnTo>
                  <a:lnTo>
                    <a:pt x="927080" y="298653"/>
                  </a:lnTo>
                  <a:lnTo>
                    <a:pt x="965709" y="262212"/>
                  </a:lnTo>
                  <a:lnTo>
                    <a:pt x="1004337" y="220363"/>
                  </a:lnTo>
                  <a:lnTo>
                    <a:pt x="1042965" y="183871"/>
                  </a:lnTo>
                  <a:lnTo>
                    <a:pt x="1081594" y="143067"/>
                  </a:lnTo>
                  <a:lnTo>
                    <a:pt x="1120222" y="106350"/>
                  </a:lnTo>
                  <a:lnTo>
                    <a:pt x="1158850" y="62427"/>
                  </a:lnTo>
                  <a:lnTo>
                    <a:pt x="1197479" y="30793"/>
                  </a:lnTo>
                  <a:lnTo>
                    <a:pt x="123610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10694218" y="6864928"/>
              <a:ext cx="1236107" cy="490123"/>
            </a:xfrm>
            <a:custGeom>
              <a:avLst/>
              <a:pathLst>
                <a:path w="1236107" h="490123">
                  <a:moveTo>
                    <a:pt x="1236107" y="0"/>
                  </a:moveTo>
                  <a:lnTo>
                    <a:pt x="1197479" y="13174"/>
                  </a:lnTo>
                  <a:lnTo>
                    <a:pt x="1158850" y="34833"/>
                  </a:lnTo>
                  <a:lnTo>
                    <a:pt x="1120222" y="54733"/>
                  </a:lnTo>
                  <a:lnTo>
                    <a:pt x="1081594" y="78766"/>
                  </a:lnTo>
                  <a:lnTo>
                    <a:pt x="1042965" y="104864"/>
                  </a:lnTo>
                  <a:lnTo>
                    <a:pt x="1004337" y="130929"/>
                  </a:lnTo>
                  <a:lnTo>
                    <a:pt x="965709" y="154700"/>
                  </a:lnTo>
                  <a:lnTo>
                    <a:pt x="927080" y="184541"/>
                  </a:lnTo>
                  <a:lnTo>
                    <a:pt x="888452" y="208039"/>
                  </a:lnTo>
                  <a:lnTo>
                    <a:pt x="849824" y="230246"/>
                  </a:lnTo>
                  <a:lnTo>
                    <a:pt x="811195" y="246586"/>
                  </a:lnTo>
                  <a:lnTo>
                    <a:pt x="772567" y="266866"/>
                  </a:lnTo>
                  <a:lnTo>
                    <a:pt x="733938" y="284537"/>
                  </a:lnTo>
                  <a:lnTo>
                    <a:pt x="695310" y="304157"/>
                  </a:lnTo>
                  <a:lnTo>
                    <a:pt x="656682" y="317738"/>
                  </a:lnTo>
                  <a:lnTo>
                    <a:pt x="618053" y="338827"/>
                  </a:lnTo>
                  <a:lnTo>
                    <a:pt x="579425" y="353034"/>
                  </a:lnTo>
                  <a:lnTo>
                    <a:pt x="540797" y="362466"/>
                  </a:lnTo>
                  <a:lnTo>
                    <a:pt x="502168" y="375013"/>
                  </a:lnTo>
                  <a:lnTo>
                    <a:pt x="463540" y="387834"/>
                  </a:lnTo>
                  <a:lnTo>
                    <a:pt x="424912" y="399238"/>
                  </a:lnTo>
                  <a:lnTo>
                    <a:pt x="386283" y="409723"/>
                  </a:lnTo>
                  <a:lnTo>
                    <a:pt x="347655" y="419702"/>
                  </a:lnTo>
                  <a:lnTo>
                    <a:pt x="309026" y="427956"/>
                  </a:lnTo>
                  <a:lnTo>
                    <a:pt x="270398" y="438273"/>
                  </a:lnTo>
                  <a:lnTo>
                    <a:pt x="231770" y="446137"/>
                  </a:lnTo>
                  <a:lnTo>
                    <a:pt x="193141" y="455692"/>
                  </a:lnTo>
                  <a:lnTo>
                    <a:pt x="154513" y="462920"/>
                  </a:lnTo>
                  <a:lnTo>
                    <a:pt x="115885" y="472658"/>
                  </a:lnTo>
                  <a:lnTo>
                    <a:pt x="77256" y="475901"/>
                  </a:lnTo>
                  <a:lnTo>
                    <a:pt x="38628" y="483208"/>
                  </a:lnTo>
                  <a:lnTo>
                    <a:pt x="0" y="4901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9496738" y="6241630"/>
              <a:ext cx="2549472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tx438"/>
            <p:cNvSpPr/>
            <p:nvPr/>
          </p:nvSpPr>
          <p:spPr>
            <a:xfrm>
              <a:off x="9371953" y="735845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9371953" y="703812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9309797" y="671496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9309797" y="639322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42" name="pl442"/>
            <p:cNvSpPr/>
            <p:nvPr/>
          </p:nvSpPr>
          <p:spPr>
            <a:xfrm>
              <a:off x="9461944" y="74001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9461944" y="70784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9461944" y="67566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9461944" y="64349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9612623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10385191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11157758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11930325" y="740807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tx450"/>
            <p:cNvSpPr/>
            <p:nvPr/>
          </p:nvSpPr>
          <p:spPr>
            <a:xfrm>
              <a:off x="9531859" y="746901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10354113" y="746901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11095602" y="746901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11868170" y="746901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10043643" y="761645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455" name="tx455"/>
            <p:cNvSpPr/>
            <p:nvPr/>
          </p:nvSpPr>
          <p:spPr>
            <a:xfrm rot="-5400000">
              <a:off x="8315355" y="6760765"/>
              <a:ext cx="1715895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pTau181 - Jucker Z</a:t>
              </a:r>
            </a:p>
          </p:txBody>
        </p:sp>
        <p:sp>
          <p:nvSpPr>
            <p:cNvPr id="456" name="rc456"/>
            <p:cNvSpPr/>
            <p:nvPr/>
          </p:nvSpPr>
          <p:spPr>
            <a:xfrm>
              <a:off x="2971800" y="7817961"/>
              <a:ext cx="4063999" cy="1645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3204758" y="7887550"/>
              <a:ext cx="3761452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3945650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5085484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6225318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3375733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4515567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5655401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6795235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3204758" y="7887550"/>
              <a:ext cx="3761452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3375733" y="9053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4515567" y="9053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5655401" y="9053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6795235" y="9053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tx470"/>
            <p:cNvSpPr/>
            <p:nvPr/>
          </p:nvSpPr>
          <p:spPr>
            <a:xfrm>
              <a:off x="3294969" y="911493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471" name="tx471"/>
            <p:cNvSpPr/>
            <p:nvPr/>
          </p:nvSpPr>
          <p:spPr>
            <a:xfrm>
              <a:off x="4484490" y="9114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72" name="tx472"/>
            <p:cNvSpPr/>
            <p:nvPr/>
          </p:nvSpPr>
          <p:spPr>
            <a:xfrm>
              <a:off x="5593246" y="9114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6733080" y="9114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4357653" y="926237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475" name="tx475"/>
            <p:cNvSpPr/>
            <p:nvPr/>
          </p:nvSpPr>
          <p:spPr>
            <a:xfrm rot="-5400000">
              <a:off x="2525358" y="8406037"/>
              <a:ext cx="1102593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BD pTau181</a:t>
              </a:r>
            </a:p>
          </p:txBody>
        </p:sp>
        <p:sp>
          <p:nvSpPr>
            <p:cNvPr id="476" name="rc476"/>
            <p:cNvSpPr/>
            <p:nvPr/>
          </p:nvSpPr>
          <p:spPr>
            <a:xfrm>
              <a:off x="7035799" y="7817961"/>
              <a:ext cx="5080000" cy="16459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7398063" y="7887550"/>
              <a:ext cx="4648147" cy="11664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398063" y="8826363"/>
              <a:ext cx="4648147" cy="0"/>
            </a:xfrm>
            <a:custGeom>
              <a:avLst/>
              <a:pathLst>
                <a:path w="4648147" h="0">
                  <a:moveTo>
                    <a:pt x="0" y="0"/>
                  </a:moveTo>
                  <a:lnTo>
                    <a:pt x="4648147" y="0"/>
                  </a:lnTo>
                  <a:lnTo>
                    <a:pt x="4648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7398063" y="8468829"/>
              <a:ext cx="4648147" cy="0"/>
            </a:xfrm>
            <a:custGeom>
              <a:avLst/>
              <a:pathLst>
                <a:path w="4648147" h="0">
                  <a:moveTo>
                    <a:pt x="0" y="0"/>
                  </a:moveTo>
                  <a:lnTo>
                    <a:pt x="4648147" y="0"/>
                  </a:lnTo>
                  <a:lnTo>
                    <a:pt x="4648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7398063" y="8111294"/>
              <a:ext cx="4648147" cy="0"/>
            </a:xfrm>
            <a:custGeom>
              <a:avLst/>
              <a:pathLst>
                <a:path w="4648147" h="0">
                  <a:moveTo>
                    <a:pt x="0" y="0"/>
                  </a:moveTo>
                  <a:lnTo>
                    <a:pt x="4648147" y="0"/>
                  </a:lnTo>
                  <a:lnTo>
                    <a:pt x="4648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8313607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9722137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11130666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7398063" y="9005131"/>
              <a:ext cx="4648147" cy="0"/>
            </a:xfrm>
            <a:custGeom>
              <a:avLst/>
              <a:pathLst>
                <a:path w="4648147" h="0">
                  <a:moveTo>
                    <a:pt x="0" y="0"/>
                  </a:moveTo>
                  <a:lnTo>
                    <a:pt x="4648147" y="0"/>
                  </a:lnTo>
                  <a:lnTo>
                    <a:pt x="4648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7398063" y="8647596"/>
              <a:ext cx="4648147" cy="0"/>
            </a:xfrm>
            <a:custGeom>
              <a:avLst/>
              <a:pathLst>
                <a:path w="4648147" h="0">
                  <a:moveTo>
                    <a:pt x="0" y="0"/>
                  </a:moveTo>
                  <a:lnTo>
                    <a:pt x="4648147" y="0"/>
                  </a:lnTo>
                  <a:lnTo>
                    <a:pt x="4648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7398063" y="8290061"/>
              <a:ext cx="4648147" cy="0"/>
            </a:xfrm>
            <a:custGeom>
              <a:avLst/>
              <a:pathLst>
                <a:path w="4648147" h="0">
                  <a:moveTo>
                    <a:pt x="0" y="0"/>
                  </a:moveTo>
                  <a:lnTo>
                    <a:pt x="4648147" y="0"/>
                  </a:lnTo>
                  <a:lnTo>
                    <a:pt x="4648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7398063" y="7932526"/>
              <a:ext cx="4648147" cy="0"/>
            </a:xfrm>
            <a:custGeom>
              <a:avLst/>
              <a:pathLst>
                <a:path w="4648147" h="0">
                  <a:moveTo>
                    <a:pt x="0" y="0"/>
                  </a:moveTo>
                  <a:lnTo>
                    <a:pt x="4648147" y="0"/>
                  </a:lnTo>
                  <a:lnTo>
                    <a:pt x="4648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7609343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9017872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10426402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11834931" y="7887550"/>
              <a:ext cx="0" cy="1166442"/>
            </a:xfrm>
            <a:custGeom>
              <a:avLst/>
              <a:pathLst>
                <a:path w="0" h="1166442">
                  <a:moveTo>
                    <a:pt x="0" y="116644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10074269" y="8379173"/>
              <a:ext cx="1408529" cy="176654"/>
            </a:xfrm>
            <a:custGeom>
              <a:avLst/>
              <a:pathLst>
                <a:path w="1408529" h="176654">
                  <a:moveTo>
                    <a:pt x="0" y="176654"/>
                  </a:moveTo>
                  <a:lnTo>
                    <a:pt x="70426" y="152161"/>
                  </a:lnTo>
                  <a:lnTo>
                    <a:pt x="140852" y="129130"/>
                  </a:lnTo>
                  <a:lnTo>
                    <a:pt x="211279" y="108834"/>
                  </a:lnTo>
                  <a:lnTo>
                    <a:pt x="281705" y="86975"/>
                  </a:lnTo>
                  <a:lnTo>
                    <a:pt x="352132" y="68660"/>
                  </a:lnTo>
                  <a:lnTo>
                    <a:pt x="422558" y="51685"/>
                  </a:lnTo>
                  <a:lnTo>
                    <a:pt x="492985" y="39248"/>
                  </a:lnTo>
                  <a:lnTo>
                    <a:pt x="563411" y="29736"/>
                  </a:lnTo>
                  <a:lnTo>
                    <a:pt x="633838" y="23982"/>
                  </a:lnTo>
                  <a:lnTo>
                    <a:pt x="704264" y="19850"/>
                  </a:lnTo>
                  <a:lnTo>
                    <a:pt x="774691" y="11555"/>
                  </a:lnTo>
                  <a:lnTo>
                    <a:pt x="845117" y="7384"/>
                  </a:lnTo>
                  <a:lnTo>
                    <a:pt x="915544" y="1877"/>
                  </a:lnTo>
                  <a:lnTo>
                    <a:pt x="985970" y="0"/>
                  </a:lnTo>
                  <a:lnTo>
                    <a:pt x="1056397" y="5287"/>
                  </a:lnTo>
                  <a:lnTo>
                    <a:pt x="1126823" y="27240"/>
                  </a:lnTo>
                  <a:lnTo>
                    <a:pt x="1197250" y="43871"/>
                  </a:lnTo>
                  <a:lnTo>
                    <a:pt x="1267676" y="69019"/>
                  </a:lnTo>
                  <a:lnTo>
                    <a:pt x="1338102" y="94422"/>
                  </a:lnTo>
                  <a:lnTo>
                    <a:pt x="1408529" y="12408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10074269" y="7940570"/>
              <a:ext cx="1408529" cy="1060401"/>
            </a:xfrm>
            <a:custGeom>
              <a:avLst/>
              <a:pathLst>
                <a:path w="1408529" h="1060401">
                  <a:moveTo>
                    <a:pt x="0" y="352800"/>
                  </a:moveTo>
                  <a:lnTo>
                    <a:pt x="70426" y="314543"/>
                  </a:lnTo>
                  <a:lnTo>
                    <a:pt x="140852" y="282664"/>
                  </a:lnTo>
                  <a:lnTo>
                    <a:pt x="211279" y="261727"/>
                  </a:lnTo>
                  <a:lnTo>
                    <a:pt x="281705" y="230991"/>
                  </a:lnTo>
                  <a:lnTo>
                    <a:pt x="352132" y="205212"/>
                  </a:lnTo>
                  <a:lnTo>
                    <a:pt x="422558" y="181533"/>
                  </a:lnTo>
                  <a:lnTo>
                    <a:pt x="492985" y="163704"/>
                  </a:lnTo>
                  <a:lnTo>
                    <a:pt x="563411" y="143186"/>
                  </a:lnTo>
                  <a:lnTo>
                    <a:pt x="633838" y="110644"/>
                  </a:lnTo>
                  <a:lnTo>
                    <a:pt x="704264" y="100560"/>
                  </a:lnTo>
                  <a:lnTo>
                    <a:pt x="774691" y="70691"/>
                  </a:lnTo>
                  <a:lnTo>
                    <a:pt x="845117" y="57615"/>
                  </a:lnTo>
                  <a:lnTo>
                    <a:pt x="915544" y="30378"/>
                  </a:lnTo>
                  <a:lnTo>
                    <a:pt x="985970" y="12699"/>
                  </a:lnTo>
                  <a:lnTo>
                    <a:pt x="1056397" y="0"/>
                  </a:lnTo>
                  <a:lnTo>
                    <a:pt x="1126823" y="13247"/>
                  </a:lnTo>
                  <a:lnTo>
                    <a:pt x="1197250" y="17183"/>
                  </a:lnTo>
                  <a:lnTo>
                    <a:pt x="1267676" y="34442"/>
                  </a:lnTo>
                  <a:lnTo>
                    <a:pt x="1338102" y="46553"/>
                  </a:lnTo>
                  <a:lnTo>
                    <a:pt x="1408529" y="64972"/>
                  </a:lnTo>
                  <a:lnTo>
                    <a:pt x="1408529" y="1060401"/>
                  </a:lnTo>
                  <a:lnTo>
                    <a:pt x="1338102" y="1019496"/>
                  </a:lnTo>
                  <a:lnTo>
                    <a:pt x="1267676" y="980801"/>
                  </a:lnTo>
                  <a:lnTo>
                    <a:pt x="1197250" y="947763"/>
                  </a:lnTo>
                  <a:lnTo>
                    <a:pt x="1126823" y="918437"/>
                  </a:lnTo>
                  <a:lnTo>
                    <a:pt x="1056397" y="887779"/>
                  </a:lnTo>
                  <a:lnTo>
                    <a:pt x="985970" y="864505"/>
                  </a:lnTo>
                  <a:lnTo>
                    <a:pt x="915544" y="850580"/>
                  </a:lnTo>
                  <a:lnTo>
                    <a:pt x="845117" y="834358"/>
                  </a:lnTo>
                  <a:lnTo>
                    <a:pt x="774691" y="829624"/>
                  </a:lnTo>
                  <a:lnTo>
                    <a:pt x="704264" y="816346"/>
                  </a:lnTo>
                  <a:lnTo>
                    <a:pt x="633838" y="814525"/>
                  </a:lnTo>
                  <a:lnTo>
                    <a:pt x="563411" y="793491"/>
                  </a:lnTo>
                  <a:lnTo>
                    <a:pt x="492985" y="791996"/>
                  </a:lnTo>
                  <a:lnTo>
                    <a:pt x="422558" y="799043"/>
                  </a:lnTo>
                  <a:lnTo>
                    <a:pt x="352132" y="809312"/>
                  </a:lnTo>
                  <a:lnTo>
                    <a:pt x="281705" y="820163"/>
                  </a:lnTo>
                  <a:lnTo>
                    <a:pt x="211279" y="833146"/>
                  </a:lnTo>
                  <a:lnTo>
                    <a:pt x="140852" y="852801"/>
                  </a:lnTo>
                  <a:lnTo>
                    <a:pt x="70426" y="866984"/>
                  </a:lnTo>
                  <a:lnTo>
                    <a:pt x="0" y="877712"/>
                  </a:lnTo>
                  <a:close/>
                </a:path>
              </a:pathLst>
            </a:custGeom>
            <a:solidFill>
              <a:srgbClr val="333333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10074269" y="7940570"/>
              <a:ext cx="1408529" cy="352800"/>
            </a:xfrm>
            <a:custGeom>
              <a:avLst/>
              <a:pathLst>
                <a:path w="1408529" h="352800">
                  <a:moveTo>
                    <a:pt x="0" y="352800"/>
                  </a:moveTo>
                  <a:lnTo>
                    <a:pt x="70426" y="314543"/>
                  </a:lnTo>
                  <a:lnTo>
                    <a:pt x="140852" y="282664"/>
                  </a:lnTo>
                  <a:lnTo>
                    <a:pt x="211279" y="261727"/>
                  </a:lnTo>
                  <a:lnTo>
                    <a:pt x="281705" y="230991"/>
                  </a:lnTo>
                  <a:lnTo>
                    <a:pt x="352132" y="205212"/>
                  </a:lnTo>
                  <a:lnTo>
                    <a:pt x="422558" y="181533"/>
                  </a:lnTo>
                  <a:lnTo>
                    <a:pt x="492985" y="163704"/>
                  </a:lnTo>
                  <a:lnTo>
                    <a:pt x="563411" y="143186"/>
                  </a:lnTo>
                  <a:lnTo>
                    <a:pt x="633838" y="110644"/>
                  </a:lnTo>
                  <a:lnTo>
                    <a:pt x="704264" y="100560"/>
                  </a:lnTo>
                  <a:lnTo>
                    <a:pt x="774691" y="70691"/>
                  </a:lnTo>
                  <a:lnTo>
                    <a:pt x="845117" y="57615"/>
                  </a:lnTo>
                  <a:lnTo>
                    <a:pt x="915544" y="30378"/>
                  </a:lnTo>
                  <a:lnTo>
                    <a:pt x="985970" y="12699"/>
                  </a:lnTo>
                  <a:lnTo>
                    <a:pt x="1056397" y="0"/>
                  </a:lnTo>
                  <a:lnTo>
                    <a:pt x="1126823" y="13247"/>
                  </a:lnTo>
                  <a:lnTo>
                    <a:pt x="1197250" y="17183"/>
                  </a:lnTo>
                  <a:lnTo>
                    <a:pt x="1267676" y="34442"/>
                  </a:lnTo>
                  <a:lnTo>
                    <a:pt x="1338102" y="46553"/>
                  </a:lnTo>
                  <a:lnTo>
                    <a:pt x="1408529" y="649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0074269" y="8732567"/>
              <a:ext cx="1408529" cy="268405"/>
            </a:xfrm>
            <a:custGeom>
              <a:avLst/>
              <a:pathLst>
                <a:path w="1408529" h="268405">
                  <a:moveTo>
                    <a:pt x="1408529" y="268405"/>
                  </a:moveTo>
                  <a:lnTo>
                    <a:pt x="1338102" y="227499"/>
                  </a:lnTo>
                  <a:lnTo>
                    <a:pt x="1267676" y="188804"/>
                  </a:lnTo>
                  <a:lnTo>
                    <a:pt x="1197250" y="155766"/>
                  </a:lnTo>
                  <a:lnTo>
                    <a:pt x="1126823" y="126440"/>
                  </a:lnTo>
                  <a:lnTo>
                    <a:pt x="1056397" y="95782"/>
                  </a:lnTo>
                  <a:lnTo>
                    <a:pt x="985970" y="72508"/>
                  </a:lnTo>
                  <a:lnTo>
                    <a:pt x="915544" y="58583"/>
                  </a:lnTo>
                  <a:lnTo>
                    <a:pt x="845117" y="42361"/>
                  </a:lnTo>
                  <a:lnTo>
                    <a:pt x="774691" y="37627"/>
                  </a:lnTo>
                  <a:lnTo>
                    <a:pt x="704264" y="24349"/>
                  </a:lnTo>
                  <a:lnTo>
                    <a:pt x="633838" y="22528"/>
                  </a:lnTo>
                  <a:lnTo>
                    <a:pt x="563411" y="1494"/>
                  </a:lnTo>
                  <a:lnTo>
                    <a:pt x="492985" y="0"/>
                  </a:lnTo>
                  <a:lnTo>
                    <a:pt x="422558" y="7046"/>
                  </a:lnTo>
                  <a:lnTo>
                    <a:pt x="352132" y="17315"/>
                  </a:lnTo>
                  <a:lnTo>
                    <a:pt x="281705" y="28166"/>
                  </a:lnTo>
                  <a:lnTo>
                    <a:pt x="211279" y="41149"/>
                  </a:lnTo>
                  <a:lnTo>
                    <a:pt x="140852" y="60804"/>
                  </a:lnTo>
                  <a:lnTo>
                    <a:pt x="70426" y="74987"/>
                  </a:lnTo>
                  <a:lnTo>
                    <a:pt x="0" y="857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7398063" y="7887550"/>
              <a:ext cx="4648147" cy="116644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tx497"/>
            <p:cNvSpPr/>
            <p:nvPr/>
          </p:nvSpPr>
          <p:spPr>
            <a:xfrm>
              <a:off x="7273278" y="896343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7273278" y="8607268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7273278" y="8250061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00" name="tx500"/>
            <p:cNvSpPr/>
            <p:nvPr/>
          </p:nvSpPr>
          <p:spPr>
            <a:xfrm>
              <a:off x="7273278" y="789083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01" name="pl501"/>
            <p:cNvSpPr/>
            <p:nvPr/>
          </p:nvSpPr>
          <p:spPr>
            <a:xfrm>
              <a:off x="7363269" y="90051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7363269" y="86475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7363269" y="82900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7363269" y="79325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7609343" y="9053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9017872" y="9053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10426402" y="9053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11834931" y="9053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tx509"/>
            <p:cNvSpPr/>
            <p:nvPr/>
          </p:nvSpPr>
          <p:spPr>
            <a:xfrm>
              <a:off x="7528579" y="9114931"/>
              <a:ext cx="16152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-10</a:t>
              </a:r>
            </a:p>
          </p:txBody>
        </p:sp>
        <p:sp>
          <p:nvSpPr>
            <p:cNvPr id="510" name="tx510"/>
            <p:cNvSpPr/>
            <p:nvPr/>
          </p:nvSpPr>
          <p:spPr>
            <a:xfrm>
              <a:off x="8986794" y="9114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10364246" y="9114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12" name="tx512"/>
            <p:cNvSpPr/>
            <p:nvPr/>
          </p:nvSpPr>
          <p:spPr>
            <a:xfrm>
              <a:off x="11772775" y="9114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13" name="tx513"/>
            <p:cNvSpPr/>
            <p:nvPr/>
          </p:nvSpPr>
          <p:spPr>
            <a:xfrm>
              <a:off x="8994305" y="9262374"/>
              <a:ext cx="1455663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Estimated time from A+</a:t>
              </a:r>
            </a:p>
          </p:txBody>
        </p:sp>
        <p:sp>
          <p:nvSpPr>
            <p:cNvPr id="514" name="tx514"/>
            <p:cNvSpPr/>
            <p:nvPr/>
          </p:nvSpPr>
          <p:spPr>
            <a:xfrm rot="-5400000">
              <a:off x="6589358" y="8406037"/>
              <a:ext cx="1102593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BD pTau217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2026-05-20T09:59:35Z</dcterms:modified>
</cp:coreProperties>
</file>