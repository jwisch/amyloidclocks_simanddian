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291682" y="1495425"/>
            <a:ext cx="4114800" cy="4572000"/>
            <a:chOff x="3291682" y="1495425"/>
            <a:chExt cx="4114800" cy="4572000"/>
          </a:xfrm>
        </p:grpSpPr>
        <p:sp>
          <p:nvSpPr>
            <p:cNvPr id="3" name="rc3"/>
            <p:cNvSpPr/>
            <p:nvPr/>
          </p:nvSpPr>
          <p:spPr>
            <a:xfrm>
              <a:off x="3291681" y="1495425"/>
              <a:ext cx="41148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291681" y="1495425"/>
              <a:ext cx="4114800" cy="4571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749195" y="1565014"/>
              <a:ext cx="3587697" cy="2786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749195" y="4295766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749195" y="3449179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49195" y="2602591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195" y="1756004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49195" y="3872472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49195" y="3025885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49195" y="2179297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925639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712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513786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807860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1933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396007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0080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84154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278227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72301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66374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160448" y="1565014"/>
              <a:ext cx="0" cy="2786288"/>
            </a:xfrm>
            <a:custGeom>
              <a:avLst/>
              <a:pathLst>
                <a:path w="0" h="2786288">
                  <a:moveTo>
                    <a:pt x="0" y="278628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61785" y="4224653"/>
              <a:ext cx="127708" cy="0"/>
            </a:xfrm>
            <a:custGeom>
              <a:avLst/>
              <a:pathLst>
                <a:path w="127708" h="0">
                  <a:moveTo>
                    <a:pt x="0" y="0"/>
                  </a:moveTo>
                  <a:lnTo>
                    <a:pt x="127708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925639" y="4160798"/>
              <a:ext cx="0" cy="127708"/>
            </a:xfrm>
            <a:custGeom>
              <a:avLst/>
              <a:pathLst>
                <a:path w="0" h="127708">
                  <a:moveTo>
                    <a:pt x="0" y="127708"/>
                  </a:moveTo>
                  <a:lnTo>
                    <a:pt x="0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762708" y="2970574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21222" y="1646511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7099638" y="1621446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041124" y="2745715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8634" y="3041687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939002" y="1988532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6217418" y="1963468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350855" y="2547280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6511491" y="1773832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629271" y="2268239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74561" y="3976320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749195" y="4041790"/>
              <a:ext cx="3587697" cy="0"/>
            </a:xfrm>
            <a:custGeom>
              <a:avLst/>
              <a:pathLst>
                <a:path w="3587697" h="0">
                  <a:moveTo>
                    <a:pt x="0" y="0"/>
                  </a:moveTo>
                  <a:lnTo>
                    <a:pt x="3587697" y="0"/>
                  </a:lnTo>
                  <a:lnTo>
                    <a:pt x="358769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749195" y="1565014"/>
              <a:ext cx="3587697" cy="278628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3531203" y="3830781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531203" y="2984193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3531203" y="213897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43" name="pl43"/>
            <p:cNvSpPr/>
            <p:nvPr/>
          </p:nvSpPr>
          <p:spPr>
            <a:xfrm>
              <a:off x="3714400" y="3872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714400" y="30258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714400" y="21792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925639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9712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513786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807860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5101933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396007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690080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84154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278227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572301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6866374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160448" y="43513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 rot="-2700000">
              <a:off x="3805477" y="4463705"/>
              <a:ext cx="17391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PiB</a:t>
              </a:r>
            </a:p>
          </p:txBody>
        </p:sp>
        <p:sp>
          <p:nvSpPr>
            <p:cNvPr id="59" name="tx59"/>
            <p:cNvSpPr/>
            <p:nvPr/>
          </p:nvSpPr>
          <p:spPr>
            <a:xfrm rot="-2700000">
              <a:off x="3645877" y="4628048"/>
              <a:ext cx="695662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CSFBDpT181</a:t>
              </a:r>
            </a:p>
          </p:txBody>
        </p:sp>
        <p:sp>
          <p:nvSpPr>
            <p:cNvPr id="60" name="tx60"/>
            <p:cNvSpPr/>
            <p:nvPr/>
          </p:nvSpPr>
          <p:spPr>
            <a:xfrm rot="-2700000">
              <a:off x="3786194" y="4691736"/>
              <a:ext cx="875798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CSFpT181_IPMS</a:t>
              </a:r>
            </a:p>
          </p:txBody>
        </p:sp>
        <p:sp>
          <p:nvSpPr>
            <p:cNvPr id="61" name="tx61"/>
            <p:cNvSpPr/>
            <p:nvPr/>
          </p:nvSpPr>
          <p:spPr>
            <a:xfrm rot="-2700000">
              <a:off x="4080268" y="4691736"/>
              <a:ext cx="875798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CSFpT217_IPMS</a:t>
              </a:r>
            </a:p>
          </p:txBody>
        </p:sp>
        <p:sp>
          <p:nvSpPr>
            <p:cNvPr id="62" name="tx62"/>
            <p:cNvSpPr/>
            <p:nvPr/>
          </p:nvSpPr>
          <p:spPr>
            <a:xfrm rot="-2700000">
              <a:off x="4247042" y="4744466"/>
              <a:ext cx="1024939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PlasmapT217_IPMS</a:t>
              </a:r>
            </a:p>
          </p:txBody>
        </p:sp>
        <p:sp>
          <p:nvSpPr>
            <p:cNvPr id="63" name="tx63"/>
            <p:cNvSpPr/>
            <p:nvPr/>
          </p:nvSpPr>
          <p:spPr>
            <a:xfrm rot="-2700000">
              <a:off x="4466822" y="4775239"/>
              <a:ext cx="1111979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CSFpT181_Lumipulse</a:t>
              </a:r>
            </a:p>
          </p:txBody>
        </p:sp>
        <p:sp>
          <p:nvSpPr>
            <p:cNvPr id="64" name="tx64"/>
            <p:cNvSpPr/>
            <p:nvPr/>
          </p:nvSpPr>
          <p:spPr>
            <a:xfrm rot="-2700000">
              <a:off x="4798019" y="4759862"/>
              <a:ext cx="1068486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PlasmapT181_Simoa</a:t>
              </a:r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5187626" y="4720291"/>
              <a:ext cx="956563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CSFpT181_Alamar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5354766" y="4773905"/>
              <a:ext cx="1105703" cy="102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PlasmapT181_Alamar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5717410" y="4744466"/>
              <a:ext cx="1024939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PlasmapT181_IPMS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6069846" y="4720291"/>
              <a:ext cx="956563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CSFpT217_Alamar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6236987" y="4773905"/>
              <a:ext cx="1105703" cy="102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PlasmapT217_Alamar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2518397" y="2892605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Average Error (Years)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4259228" y="5639201"/>
              <a:ext cx="2567630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4328817" y="5739119"/>
              <a:ext cx="520191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Modality</a:t>
              </a:r>
            </a:p>
          </p:txBody>
        </p:sp>
        <p:sp>
          <p:nvSpPr>
            <p:cNvPr id="73" name="rc73"/>
            <p:cNvSpPr/>
            <p:nvPr/>
          </p:nvSpPr>
          <p:spPr>
            <a:xfrm>
              <a:off x="4893706" y="5708790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958282" y="5773367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80940" y="5708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526814" y="5818518"/>
              <a:ext cx="127708" cy="0"/>
            </a:xfrm>
            <a:custGeom>
              <a:avLst/>
              <a:pathLst>
                <a:path w="127708" h="0">
                  <a:moveTo>
                    <a:pt x="0" y="0"/>
                  </a:moveTo>
                  <a:lnTo>
                    <a:pt x="127708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590668" y="5754664"/>
              <a:ext cx="0" cy="127708"/>
            </a:xfrm>
            <a:custGeom>
              <a:avLst/>
              <a:pathLst>
                <a:path w="0" h="127708">
                  <a:moveTo>
                    <a:pt x="0" y="127708"/>
                  </a:moveTo>
                  <a:lnTo>
                    <a:pt x="0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058649" y="570879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6107568" y="5748302"/>
              <a:ext cx="121618" cy="105324"/>
            </a:xfrm>
            <a:custGeom>
              <a:avLst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tx80"/>
            <p:cNvSpPr/>
            <p:nvPr/>
          </p:nvSpPr>
          <p:spPr>
            <a:xfrm>
              <a:off x="5182751" y="5775790"/>
              <a:ext cx="223520" cy="82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5769985" y="5778518"/>
              <a:ext cx="217353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PET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6347695" y="5777209"/>
              <a:ext cx="372660" cy="81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2026-04-29T10:54:00Z</dcterms:modified>
</cp:coreProperties>
</file>