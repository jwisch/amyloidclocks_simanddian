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3291682" y="1495425"/>
            <a:ext cx="4114800" cy="4572000"/>
            <a:chOff x="3291682" y="1495425"/>
            <a:chExt cx="4114800" cy="4572000"/>
          </a:xfrm>
        </p:grpSpPr>
        <p:sp>
          <p:nvSpPr>
            <p:cNvPr id="3" name="rc3"/>
            <p:cNvSpPr/>
            <p:nvPr/>
          </p:nvSpPr>
          <p:spPr>
            <a:xfrm>
              <a:off x="3291681" y="1495425"/>
              <a:ext cx="41148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3291681" y="1495425"/>
              <a:ext cx="4114799" cy="914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720620" y="1565014"/>
              <a:ext cx="3616272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720620" y="1922519"/>
              <a:ext cx="3616272" cy="0"/>
            </a:xfrm>
            <a:custGeom>
              <a:avLst/>
              <a:pathLst>
                <a:path w="3616272" h="0">
                  <a:moveTo>
                    <a:pt x="0" y="0"/>
                  </a:moveTo>
                  <a:lnTo>
                    <a:pt x="3616272" y="0"/>
                  </a:lnTo>
                  <a:lnTo>
                    <a:pt x="3616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720620" y="1795366"/>
              <a:ext cx="3616272" cy="0"/>
            </a:xfrm>
            <a:custGeom>
              <a:avLst/>
              <a:pathLst>
                <a:path w="3616272" h="0">
                  <a:moveTo>
                    <a:pt x="0" y="0"/>
                  </a:moveTo>
                  <a:lnTo>
                    <a:pt x="3616272" y="0"/>
                  </a:lnTo>
                  <a:lnTo>
                    <a:pt x="3616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20620" y="1668214"/>
              <a:ext cx="3616272" cy="0"/>
            </a:xfrm>
            <a:custGeom>
              <a:avLst/>
              <a:pathLst>
                <a:path w="3616272" h="0">
                  <a:moveTo>
                    <a:pt x="0" y="0"/>
                  </a:moveTo>
                  <a:lnTo>
                    <a:pt x="3616272" y="0"/>
                  </a:lnTo>
                  <a:lnTo>
                    <a:pt x="3616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2916" y="15650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28756" y="15650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624596" y="15650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720620" y="1986095"/>
              <a:ext cx="3616272" cy="0"/>
            </a:xfrm>
            <a:custGeom>
              <a:avLst/>
              <a:pathLst>
                <a:path w="3616272" h="0">
                  <a:moveTo>
                    <a:pt x="0" y="0"/>
                  </a:moveTo>
                  <a:lnTo>
                    <a:pt x="3616272" y="0"/>
                  </a:lnTo>
                  <a:lnTo>
                    <a:pt x="3616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720620" y="1858943"/>
              <a:ext cx="3616272" cy="0"/>
            </a:xfrm>
            <a:custGeom>
              <a:avLst/>
              <a:pathLst>
                <a:path w="3616272" h="0">
                  <a:moveTo>
                    <a:pt x="0" y="0"/>
                  </a:moveTo>
                  <a:lnTo>
                    <a:pt x="3616272" y="0"/>
                  </a:lnTo>
                  <a:lnTo>
                    <a:pt x="3616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20620" y="1731790"/>
              <a:ext cx="3616272" cy="0"/>
            </a:xfrm>
            <a:custGeom>
              <a:avLst/>
              <a:pathLst>
                <a:path w="3616272" h="0">
                  <a:moveTo>
                    <a:pt x="0" y="0"/>
                  </a:moveTo>
                  <a:lnTo>
                    <a:pt x="3616272" y="0"/>
                  </a:lnTo>
                  <a:lnTo>
                    <a:pt x="3616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720620" y="1604637"/>
              <a:ext cx="3616272" cy="0"/>
            </a:xfrm>
            <a:custGeom>
              <a:avLst/>
              <a:pathLst>
                <a:path w="3616272" h="0">
                  <a:moveTo>
                    <a:pt x="0" y="0"/>
                  </a:moveTo>
                  <a:lnTo>
                    <a:pt x="3616272" y="0"/>
                  </a:lnTo>
                  <a:lnTo>
                    <a:pt x="3616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884996" y="15650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80836" y="15650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76676" y="15650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72516" y="15650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487708" y="1672283"/>
              <a:ext cx="2684808" cy="304052"/>
            </a:xfrm>
            <a:custGeom>
              <a:avLst/>
              <a:pathLst>
                <a:path w="2684808" h="304052">
                  <a:moveTo>
                    <a:pt x="0" y="304052"/>
                  </a:moveTo>
                  <a:lnTo>
                    <a:pt x="54792" y="302089"/>
                  </a:lnTo>
                  <a:lnTo>
                    <a:pt x="109584" y="299822"/>
                  </a:lnTo>
                  <a:lnTo>
                    <a:pt x="164376" y="297470"/>
                  </a:lnTo>
                  <a:lnTo>
                    <a:pt x="219168" y="295023"/>
                  </a:lnTo>
                  <a:lnTo>
                    <a:pt x="273960" y="292378"/>
                  </a:lnTo>
                  <a:lnTo>
                    <a:pt x="328752" y="289491"/>
                  </a:lnTo>
                  <a:lnTo>
                    <a:pt x="383544" y="286461"/>
                  </a:lnTo>
                  <a:lnTo>
                    <a:pt x="438336" y="283102"/>
                  </a:lnTo>
                  <a:lnTo>
                    <a:pt x="493128" y="279449"/>
                  </a:lnTo>
                  <a:lnTo>
                    <a:pt x="547920" y="276044"/>
                  </a:lnTo>
                  <a:lnTo>
                    <a:pt x="602712" y="272267"/>
                  </a:lnTo>
                  <a:lnTo>
                    <a:pt x="657504" y="268216"/>
                  </a:lnTo>
                  <a:lnTo>
                    <a:pt x="712296" y="263974"/>
                  </a:lnTo>
                  <a:lnTo>
                    <a:pt x="767088" y="259480"/>
                  </a:lnTo>
                  <a:lnTo>
                    <a:pt x="821880" y="254741"/>
                  </a:lnTo>
                  <a:lnTo>
                    <a:pt x="876672" y="249743"/>
                  </a:lnTo>
                  <a:lnTo>
                    <a:pt x="931464" y="244565"/>
                  </a:lnTo>
                  <a:lnTo>
                    <a:pt x="986256" y="239305"/>
                  </a:lnTo>
                  <a:lnTo>
                    <a:pt x="1041048" y="233802"/>
                  </a:lnTo>
                  <a:lnTo>
                    <a:pt x="1095840" y="228099"/>
                  </a:lnTo>
                  <a:lnTo>
                    <a:pt x="1150632" y="222178"/>
                  </a:lnTo>
                  <a:lnTo>
                    <a:pt x="1205424" y="216101"/>
                  </a:lnTo>
                  <a:lnTo>
                    <a:pt x="1260216" y="209905"/>
                  </a:lnTo>
                  <a:lnTo>
                    <a:pt x="1315008" y="203636"/>
                  </a:lnTo>
                  <a:lnTo>
                    <a:pt x="1369800" y="196992"/>
                  </a:lnTo>
                  <a:lnTo>
                    <a:pt x="1424592" y="190125"/>
                  </a:lnTo>
                  <a:lnTo>
                    <a:pt x="1479384" y="182959"/>
                  </a:lnTo>
                  <a:lnTo>
                    <a:pt x="1534176" y="175870"/>
                  </a:lnTo>
                  <a:lnTo>
                    <a:pt x="1588968" y="168808"/>
                  </a:lnTo>
                  <a:lnTo>
                    <a:pt x="1643760" y="161498"/>
                  </a:lnTo>
                  <a:lnTo>
                    <a:pt x="1698552" y="154100"/>
                  </a:lnTo>
                  <a:lnTo>
                    <a:pt x="1753344" y="146725"/>
                  </a:lnTo>
                  <a:lnTo>
                    <a:pt x="1808136" y="139194"/>
                  </a:lnTo>
                  <a:lnTo>
                    <a:pt x="1862928" y="131675"/>
                  </a:lnTo>
                  <a:lnTo>
                    <a:pt x="1917720" y="124143"/>
                  </a:lnTo>
                  <a:lnTo>
                    <a:pt x="1972512" y="116298"/>
                  </a:lnTo>
                  <a:lnTo>
                    <a:pt x="2027304" y="108766"/>
                  </a:lnTo>
                  <a:lnTo>
                    <a:pt x="2082096" y="100696"/>
                  </a:lnTo>
                  <a:lnTo>
                    <a:pt x="2136888" y="92478"/>
                  </a:lnTo>
                  <a:lnTo>
                    <a:pt x="2191680" y="84144"/>
                  </a:lnTo>
                  <a:lnTo>
                    <a:pt x="2246472" y="75801"/>
                  </a:lnTo>
                  <a:lnTo>
                    <a:pt x="2301264" y="66860"/>
                  </a:lnTo>
                  <a:lnTo>
                    <a:pt x="2356056" y="57734"/>
                  </a:lnTo>
                  <a:lnTo>
                    <a:pt x="2410848" y="48444"/>
                  </a:lnTo>
                  <a:lnTo>
                    <a:pt x="2465640" y="39082"/>
                  </a:lnTo>
                  <a:lnTo>
                    <a:pt x="2520432" y="29580"/>
                  </a:lnTo>
                  <a:lnTo>
                    <a:pt x="2575224" y="19376"/>
                  </a:lnTo>
                  <a:lnTo>
                    <a:pt x="2630016" y="9694"/>
                  </a:lnTo>
                  <a:lnTo>
                    <a:pt x="268480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87708" y="1584783"/>
              <a:ext cx="2684808" cy="395383"/>
            </a:xfrm>
            <a:custGeom>
              <a:avLst/>
              <a:pathLst>
                <a:path w="2684808" h="395383">
                  <a:moveTo>
                    <a:pt x="0" y="387722"/>
                  </a:moveTo>
                  <a:lnTo>
                    <a:pt x="54792" y="385957"/>
                  </a:lnTo>
                  <a:lnTo>
                    <a:pt x="109584" y="381527"/>
                  </a:lnTo>
                  <a:lnTo>
                    <a:pt x="164376" y="380461"/>
                  </a:lnTo>
                  <a:lnTo>
                    <a:pt x="219168" y="377084"/>
                  </a:lnTo>
                  <a:lnTo>
                    <a:pt x="273960" y="375311"/>
                  </a:lnTo>
                  <a:lnTo>
                    <a:pt x="328752" y="370463"/>
                  </a:lnTo>
                  <a:lnTo>
                    <a:pt x="383544" y="368060"/>
                  </a:lnTo>
                  <a:lnTo>
                    <a:pt x="438336" y="362773"/>
                  </a:lnTo>
                  <a:lnTo>
                    <a:pt x="493128" y="364060"/>
                  </a:lnTo>
                  <a:lnTo>
                    <a:pt x="547920" y="357778"/>
                  </a:lnTo>
                  <a:lnTo>
                    <a:pt x="602712" y="354795"/>
                  </a:lnTo>
                  <a:lnTo>
                    <a:pt x="657504" y="350881"/>
                  </a:lnTo>
                  <a:lnTo>
                    <a:pt x="712296" y="345591"/>
                  </a:lnTo>
                  <a:lnTo>
                    <a:pt x="767088" y="337100"/>
                  </a:lnTo>
                  <a:lnTo>
                    <a:pt x="821880" y="328769"/>
                  </a:lnTo>
                  <a:lnTo>
                    <a:pt x="876672" y="327765"/>
                  </a:lnTo>
                  <a:lnTo>
                    <a:pt x="931464" y="322534"/>
                  </a:lnTo>
                  <a:lnTo>
                    <a:pt x="986256" y="314564"/>
                  </a:lnTo>
                  <a:lnTo>
                    <a:pt x="1041048" y="309528"/>
                  </a:lnTo>
                  <a:lnTo>
                    <a:pt x="1095840" y="302447"/>
                  </a:lnTo>
                  <a:lnTo>
                    <a:pt x="1150632" y="292634"/>
                  </a:lnTo>
                  <a:lnTo>
                    <a:pt x="1205424" y="283736"/>
                  </a:lnTo>
                  <a:lnTo>
                    <a:pt x="1260216" y="278865"/>
                  </a:lnTo>
                  <a:lnTo>
                    <a:pt x="1315008" y="271896"/>
                  </a:lnTo>
                  <a:lnTo>
                    <a:pt x="1369800" y="260498"/>
                  </a:lnTo>
                  <a:lnTo>
                    <a:pt x="1424592" y="250288"/>
                  </a:lnTo>
                  <a:lnTo>
                    <a:pt x="1479384" y="241451"/>
                  </a:lnTo>
                  <a:lnTo>
                    <a:pt x="1534176" y="233754"/>
                  </a:lnTo>
                  <a:lnTo>
                    <a:pt x="1588968" y="230207"/>
                  </a:lnTo>
                  <a:lnTo>
                    <a:pt x="1643760" y="219257"/>
                  </a:lnTo>
                  <a:lnTo>
                    <a:pt x="1698552" y="213330"/>
                  </a:lnTo>
                  <a:lnTo>
                    <a:pt x="1753344" y="204801"/>
                  </a:lnTo>
                  <a:lnTo>
                    <a:pt x="1808136" y="192510"/>
                  </a:lnTo>
                  <a:lnTo>
                    <a:pt x="1862928" y="184748"/>
                  </a:lnTo>
                  <a:lnTo>
                    <a:pt x="1917720" y="173098"/>
                  </a:lnTo>
                  <a:lnTo>
                    <a:pt x="1972512" y="160631"/>
                  </a:lnTo>
                  <a:lnTo>
                    <a:pt x="2027304" y="155413"/>
                  </a:lnTo>
                  <a:lnTo>
                    <a:pt x="2082096" y="146644"/>
                  </a:lnTo>
                  <a:lnTo>
                    <a:pt x="2136888" y="131525"/>
                  </a:lnTo>
                  <a:lnTo>
                    <a:pt x="2191680" y="126365"/>
                  </a:lnTo>
                  <a:lnTo>
                    <a:pt x="2246472" y="114778"/>
                  </a:lnTo>
                  <a:lnTo>
                    <a:pt x="2301264" y="99451"/>
                  </a:lnTo>
                  <a:lnTo>
                    <a:pt x="2356056" y="86747"/>
                  </a:lnTo>
                  <a:lnTo>
                    <a:pt x="2410848" y="74837"/>
                  </a:lnTo>
                  <a:lnTo>
                    <a:pt x="2465640" y="62038"/>
                  </a:lnTo>
                  <a:lnTo>
                    <a:pt x="2520432" y="44899"/>
                  </a:lnTo>
                  <a:lnTo>
                    <a:pt x="2575224" y="35720"/>
                  </a:lnTo>
                  <a:lnTo>
                    <a:pt x="2630016" y="22227"/>
                  </a:lnTo>
                  <a:lnTo>
                    <a:pt x="2684808" y="0"/>
                  </a:lnTo>
                  <a:lnTo>
                    <a:pt x="2684808" y="175000"/>
                  </a:lnTo>
                  <a:lnTo>
                    <a:pt x="2630016" y="172161"/>
                  </a:lnTo>
                  <a:lnTo>
                    <a:pt x="2575224" y="178032"/>
                  </a:lnTo>
                  <a:lnTo>
                    <a:pt x="2520432" y="189261"/>
                  </a:lnTo>
                  <a:lnTo>
                    <a:pt x="2465640" y="191126"/>
                  </a:lnTo>
                  <a:lnTo>
                    <a:pt x="2410848" y="197051"/>
                  </a:lnTo>
                  <a:lnTo>
                    <a:pt x="2356056" y="203722"/>
                  </a:lnTo>
                  <a:lnTo>
                    <a:pt x="2301264" y="209269"/>
                  </a:lnTo>
                  <a:lnTo>
                    <a:pt x="2246472" y="211823"/>
                  </a:lnTo>
                  <a:lnTo>
                    <a:pt x="2191680" y="216924"/>
                  </a:lnTo>
                  <a:lnTo>
                    <a:pt x="2136888" y="228432"/>
                  </a:lnTo>
                  <a:lnTo>
                    <a:pt x="2082096" y="229749"/>
                  </a:lnTo>
                  <a:lnTo>
                    <a:pt x="2027304" y="237119"/>
                  </a:lnTo>
                  <a:lnTo>
                    <a:pt x="1972512" y="246966"/>
                  </a:lnTo>
                  <a:lnTo>
                    <a:pt x="1917720" y="250187"/>
                  </a:lnTo>
                  <a:lnTo>
                    <a:pt x="1862928" y="253602"/>
                  </a:lnTo>
                  <a:lnTo>
                    <a:pt x="1808136" y="260878"/>
                  </a:lnTo>
                  <a:lnTo>
                    <a:pt x="1753344" y="263648"/>
                  </a:lnTo>
                  <a:lnTo>
                    <a:pt x="1698552" y="269870"/>
                  </a:lnTo>
                  <a:lnTo>
                    <a:pt x="1643760" y="278739"/>
                  </a:lnTo>
                  <a:lnTo>
                    <a:pt x="1588968" y="282408"/>
                  </a:lnTo>
                  <a:lnTo>
                    <a:pt x="1534176" y="292986"/>
                  </a:lnTo>
                  <a:lnTo>
                    <a:pt x="1479384" y="299467"/>
                  </a:lnTo>
                  <a:lnTo>
                    <a:pt x="1424592" y="304963"/>
                  </a:lnTo>
                  <a:lnTo>
                    <a:pt x="1369800" y="308485"/>
                  </a:lnTo>
                  <a:lnTo>
                    <a:pt x="1315008" y="310377"/>
                  </a:lnTo>
                  <a:lnTo>
                    <a:pt x="1260216" y="315946"/>
                  </a:lnTo>
                  <a:lnTo>
                    <a:pt x="1205424" y="323466"/>
                  </a:lnTo>
                  <a:lnTo>
                    <a:pt x="1150632" y="326724"/>
                  </a:lnTo>
                  <a:lnTo>
                    <a:pt x="1095840" y="328751"/>
                  </a:lnTo>
                  <a:lnTo>
                    <a:pt x="1041048" y="333076"/>
                  </a:lnTo>
                  <a:lnTo>
                    <a:pt x="986256" y="339046"/>
                  </a:lnTo>
                  <a:lnTo>
                    <a:pt x="931464" y="341596"/>
                  </a:lnTo>
                  <a:lnTo>
                    <a:pt x="876672" y="346721"/>
                  </a:lnTo>
                  <a:lnTo>
                    <a:pt x="821880" y="355714"/>
                  </a:lnTo>
                  <a:lnTo>
                    <a:pt x="767088" y="356861"/>
                  </a:lnTo>
                  <a:lnTo>
                    <a:pt x="712296" y="357357"/>
                  </a:lnTo>
                  <a:lnTo>
                    <a:pt x="657504" y="360552"/>
                  </a:lnTo>
                  <a:lnTo>
                    <a:pt x="602712" y="364740"/>
                  </a:lnTo>
                  <a:lnTo>
                    <a:pt x="547920" y="369310"/>
                  </a:lnTo>
                  <a:lnTo>
                    <a:pt x="493128" y="369839"/>
                  </a:lnTo>
                  <a:lnTo>
                    <a:pt x="438336" y="378432"/>
                  </a:lnTo>
                  <a:lnTo>
                    <a:pt x="383544" y="379862"/>
                  </a:lnTo>
                  <a:lnTo>
                    <a:pt x="328752" y="383519"/>
                  </a:lnTo>
                  <a:lnTo>
                    <a:pt x="273960" y="384446"/>
                  </a:lnTo>
                  <a:lnTo>
                    <a:pt x="219168" y="387963"/>
                  </a:lnTo>
                  <a:lnTo>
                    <a:pt x="164376" y="389480"/>
                  </a:lnTo>
                  <a:lnTo>
                    <a:pt x="109584" y="393116"/>
                  </a:lnTo>
                  <a:lnTo>
                    <a:pt x="54792" y="393221"/>
                  </a:lnTo>
                  <a:lnTo>
                    <a:pt x="0" y="395383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87708" y="1584783"/>
              <a:ext cx="2684808" cy="387722"/>
            </a:xfrm>
            <a:custGeom>
              <a:avLst/>
              <a:pathLst>
                <a:path w="2684808" h="387722">
                  <a:moveTo>
                    <a:pt x="0" y="387722"/>
                  </a:moveTo>
                  <a:lnTo>
                    <a:pt x="54792" y="385957"/>
                  </a:lnTo>
                  <a:lnTo>
                    <a:pt x="109584" y="381527"/>
                  </a:lnTo>
                  <a:lnTo>
                    <a:pt x="164376" y="380461"/>
                  </a:lnTo>
                  <a:lnTo>
                    <a:pt x="219168" y="377084"/>
                  </a:lnTo>
                  <a:lnTo>
                    <a:pt x="273960" y="375311"/>
                  </a:lnTo>
                  <a:lnTo>
                    <a:pt x="328752" y="370463"/>
                  </a:lnTo>
                  <a:lnTo>
                    <a:pt x="383544" y="368060"/>
                  </a:lnTo>
                  <a:lnTo>
                    <a:pt x="438336" y="362773"/>
                  </a:lnTo>
                  <a:lnTo>
                    <a:pt x="493128" y="364060"/>
                  </a:lnTo>
                  <a:lnTo>
                    <a:pt x="547920" y="357778"/>
                  </a:lnTo>
                  <a:lnTo>
                    <a:pt x="602712" y="354795"/>
                  </a:lnTo>
                  <a:lnTo>
                    <a:pt x="657504" y="350881"/>
                  </a:lnTo>
                  <a:lnTo>
                    <a:pt x="712296" y="345591"/>
                  </a:lnTo>
                  <a:lnTo>
                    <a:pt x="767088" y="337100"/>
                  </a:lnTo>
                  <a:lnTo>
                    <a:pt x="821880" y="328769"/>
                  </a:lnTo>
                  <a:lnTo>
                    <a:pt x="876672" y="327765"/>
                  </a:lnTo>
                  <a:lnTo>
                    <a:pt x="931464" y="322534"/>
                  </a:lnTo>
                  <a:lnTo>
                    <a:pt x="986256" y="314564"/>
                  </a:lnTo>
                  <a:lnTo>
                    <a:pt x="1041048" y="309528"/>
                  </a:lnTo>
                  <a:lnTo>
                    <a:pt x="1095840" y="302447"/>
                  </a:lnTo>
                  <a:lnTo>
                    <a:pt x="1150632" y="292634"/>
                  </a:lnTo>
                  <a:lnTo>
                    <a:pt x="1205424" y="283736"/>
                  </a:lnTo>
                  <a:lnTo>
                    <a:pt x="1260216" y="278865"/>
                  </a:lnTo>
                  <a:lnTo>
                    <a:pt x="1315008" y="271896"/>
                  </a:lnTo>
                  <a:lnTo>
                    <a:pt x="1369800" y="260498"/>
                  </a:lnTo>
                  <a:lnTo>
                    <a:pt x="1424592" y="250288"/>
                  </a:lnTo>
                  <a:lnTo>
                    <a:pt x="1479384" y="241451"/>
                  </a:lnTo>
                  <a:lnTo>
                    <a:pt x="1534176" y="233754"/>
                  </a:lnTo>
                  <a:lnTo>
                    <a:pt x="1588968" y="230207"/>
                  </a:lnTo>
                  <a:lnTo>
                    <a:pt x="1643760" y="219257"/>
                  </a:lnTo>
                  <a:lnTo>
                    <a:pt x="1698552" y="213330"/>
                  </a:lnTo>
                  <a:lnTo>
                    <a:pt x="1753344" y="204801"/>
                  </a:lnTo>
                  <a:lnTo>
                    <a:pt x="1808136" y="192510"/>
                  </a:lnTo>
                  <a:lnTo>
                    <a:pt x="1862928" y="184748"/>
                  </a:lnTo>
                  <a:lnTo>
                    <a:pt x="1917720" y="173098"/>
                  </a:lnTo>
                  <a:lnTo>
                    <a:pt x="1972512" y="160631"/>
                  </a:lnTo>
                  <a:lnTo>
                    <a:pt x="2027304" y="155413"/>
                  </a:lnTo>
                  <a:lnTo>
                    <a:pt x="2082096" y="146644"/>
                  </a:lnTo>
                  <a:lnTo>
                    <a:pt x="2136888" y="131525"/>
                  </a:lnTo>
                  <a:lnTo>
                    <a:pt x="2191680" y="126365"/>
                  </a:lnTo>
                  <a:lnTo>
                    <a:pt x="2246472" y="114778"/>
                  </a:lnTo>
                  <a:lnTo>
                    <a:pt x="2301264" y="99451"/>
                  </a:lnTo>
                  <a:lnTo>
                    <a:pt x="2356056" y="86747"/>
                  </a:lnTo>
                  <a:lnTo>
                    <a:pt x="2410848" y="74837"/>
                  </a:lnTo>
                  <a:lnTo>
                    <a:pt x="2465640" y="62038"/>
                  </a:lnTo>
                  <a:lnTo>
                    <a:pt x="2520432" y="44899"/>
                  </a:lnTo>
                  <a:lnTo>
                    <a:pt x="2575224" y="35720"/>
                  </a:lnTo>
                  <a:lnTo>
                    <a:pt x="2630016" y="22227"/>
                  </a:lnTo>
                  <a:lnTo>
                    <a:pt x="26848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87708" y="1756945"/>
              <a:ext cx="2684808" cy="223221"/>
            </a:xfrm>
            <a:custGeom>
              <a:avLst/>
              <a:pathLst>
                <a:path w="2684808" h="223221">
                  <a:moveTo>
                    <a:pt x="2684808" y="2838"/>
                  </a:moveTo>
                  <a:lnTo>
                    <a:pt x="2630016" y="0"/>
                  </a:lnTo>
                  <a:lnTo>
                    <a:pt x="2575224" y="5870"/>
                  </a:lnTo>
                  <a:lnTo>
                    <a:pt x="2520432" y="17099"/>
                  </a:lnTo>
                  <a:lnTo>
                    <a:pt x="2465640" y="18964"/>
                  </a:lnTo>
                  <a:lnTo>
                    <a:pt x="2410848" y="24889"/>
                  </a:lnTo>
                  <a:lnTo>
                    <a:pt x="2356056" y="31560"/>
                  </a:lnTo>
                  <a:lnTo>
                    <a:pt x="2301264" y="37107"/>
                  </a:lnTo>
                  <a:lnTo>
                    <a:pt x="2246472" y="39661"/>
                  </a:lnTo>
                  <a:lnTo>
                    <a:pt x="2191680" y="44762"/>
                  </a:lnTo>
                  <a:lnTo>
                    <a:pt x="2136888" y="56270"/>
                  </a:lnTo>
                  <a:lnTo>
                    <a:pt x="2082096" y="57587"/>
                  </a:lnTo>
                  <a:lnTo>
                    <a:pt x="2027304" y="64957"/>
                  </a:lnTo>
                  <a:lnTo>
                    <a:pt x="1972512" y="74804"/>
                  </a:lnTo>
                  <a:lnTo>
                    <a:pt x="1917720" y="78025"/>
                  </a:lnTo>
                  <a:lnTo>
                    <a:pt x="1862928" y="81440"/>
                  </a:lnTo>
                  <a:lnTo>
                    <a:pt x="1808136" y="88716"/>
                  </a:lnTo>
                  <a:lnTo>
                    <a:pt x="1753344" y="91486"/>
                  </a:lnTo>
                  <a:lnTo>
                    <a:pt x="1698552" y="97708"/>
                  </a:lnTo>
                  <a:lnTo>
                    <a:pt x="1643760" y="106577"/>
                  </a:lnTo>
                  <a:lnTo>
                    <a:pt x="1588968" y="110246"/>
                  </a:lnTo>
                  <a:lnTo>
                    <a:pt x="1534176" y="120825"/>
                  </a:lnTo>
                  <a:lnTo>
                    <a:pt x="1479384" y="127305"/>
                  </a:lnTo>
                  <a:lnTo>
                    <a:pt x="1424592" y="132801"/>
                  </a:lnTo>
                  <a:lnTo>
                    <a:pt x="1369800" y="136323"/>
                  </a:lnTo>
                  <a:lnTo>
                    <a:pt x="1315008" y="138215"/>
                  </a:lnTo>
                  <a:lnTo>
                    <a:pt x="1260216" y="143784"/>
                  </a:lnTo>
                  <a:lnTo>
                    <a:pt x="1205424" y="151304"/>
                  </a:lnTo>
                  <a:lnTo>
                    <a:pt x="1150632" y="154562"/>
                  </a:lnTo>
                  <a:lnTo>
                    <a:pt x="1095840" y="156589"/>
                  </a:lnTo>
                  <a:lnTo>
                    <a:pt x="1041048" y="160914"/>
                  </a:lnTo>
                  <a:lnTo>
                    <a:pt x="986256" y="166884"/>
                  </a:lnTo>
                  <a:lnTo>
                    <a:pt x="931464" y="169434"/>
                  </a:lnTo>
                  <a:lnTo>
                    <a:pt x="876672" y="174559"/>
                  </a:lnTo>
                  <a:lnTo>
                    <a:pt x="821880" y="183552"/>
                  </a:lnTo>
                  <a:lnTo>
                    <a:pt x="767088" y="184699"/>
                  </a:lnTo>
                  <a:lnTo>
                    <a:pt x="712296" y="185195"/>
                  </a:lnTo>
                  <a:lnTo>
                    <a:pt x="657504" y="188390"/>
                  </a:lnTo>
                  <a:lnTo>
                    <a:pt x="602712" y="192578"/>
                  </a:lnTo>
                  <a:lnTo>
                    <a:pt x="547920" y="197148"/>
                  </a:lnTo>
                  <a:lnTo>
                    <a:pt x="493128" y="197677"/>
                  </a:lnTo>
                  <a:lnTo>
                    <a:pt x="438336" y="206270"/>
                  </a:lnTo>
                  <a:lnTo>
                    <a:pt x="383544" y="207701"/>
                  </a:lnTo>
                  <a:lnTo>
                    <a:pt x="328752" y="211357"/>
                  </a:lnTo>
                  <a:lnTo>
                    <a:pt x="273960" y="212284"/>
                  </a:lnTo>
                  <a:lnTo>
                    <a:pt x="219168" y="215801"/>
                  </a:lnTo>
                  <a:lnTo>
                    <a:pt x="164376" y="217318"/>
                  </a:lnTo>
                  <a:lnTo>
                    <a:pt x="109584" y="220954"/>
                  </a:lnTo>
                  <a:lnTo>
                    <a:pt x="54792" y="221059"/>
                  </a:lnTo>
                  <a:lnTo>
                    <a:pt x="0" y="223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720620" y="1565014"/>
              <a:ext cx="3616272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3595834" y="1944403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533678" y="181725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533678" y="169009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533678" y="1562891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685825" y="19860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685825" y="18589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85825" y="17317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685825" y="16046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884996" y="19999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980836" y="19999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076676" y="19999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172516" y="19999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04232" y="20608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49758" y="20608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014520" y="20608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110360" y="20608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800924" y="22083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2760042" y="1717775"/>
              <a:ext cx="1273057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Amyloid PET - PiB Z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3291681" y="2409825"/>
              <a:ext cx="914400" cy="914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720620" y="2479414"/>
              <a:ext cx="415872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720620" y="2830615"/>
              <a:ext cx="415872" cy="0"/>
            </a:xfrm>
            <a:custGeom>
              <a:avLst/>
              <a:pathLst>
                <a:path w="415872" h="0">
                  <a:moveTo>
                    <a:pt x="0" y="0"/>
                  </a:moveTo>
                  <a:lnTo>
                    <a:pt x="415872" y="0"/>
                  </a:lnTo>
                  <a:lnTo>
                    <a:pt x="4158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720620" y="2684621"/>
              <a:ext cx="415872" cy="0"/>
            </a:xfrm>
            <a:custGeom>
              <a:avLst/>
              <a:pathLst>
                <a:path w="415872" h="0">
                  <a:moveTo>
                    <a:pt x="0" y="0"/>
                  </a:moveTo>
                  <a:lnTo>
                    <a:pt x="415872" y="0"/>
                  </a:lnTo>
                  <a:lnTo>
                    <a:pt x="4158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720620" y="2538627"/>
              <a:ext cx="415872" cy="0"/>
            </a:xfrm>
            <a:custGeom>
              <a:avLst/>
              <a:pathLst>
                <a:path w="415872" h="0">
                  <a:moveTo>
                    <a:pt x="0" y="0"/>
                  </a:moveTo>
                  <a:lnTo>
                    <a:pt x="415872" y="0"/>
                  </a:lnTo>
                  <a:lnTo>
                    <a:pt x="4158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802534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928556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054578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720620" y="2903612"/>
              <a:ext cx="415872" cy="0"/>
            </a:xfrm>
            <a:custGeom>
              <a:avLst/>
              <a:pathLst>
                <a:path w="415872" h="0">
                  <a:moveTo>
                    <a:pt x="0" y="0"/>
                  </a:moveTo>
                  <a:lnTo>
                    <a:pt x="415872" y="0"/>
                  </a:lnTo>
                  <a:lnTo>
                    <a:pt x="4158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720620" y="2757618"/>
              <a:ext cx="415872" cy="0"/>
            </a:xfrm>
            <a:custGeom>
              <a:avLst/>
              <a:pathLst>
                <a:path w="415872" h="0">
                  <a:moveTo>
                    <a:pt x="0" y="0"/>
                  </a:moveTo>
                  <a:lnTo>
                    <a:pt x="415872" y="0"/>
                  </a:lnTo>
                  <a:lnTo>
                    <a:pt x="4158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20620" y="2611624"/>
              <a:ext cx="415872" cy="0"/>
            </a:xfrm>
            <a:custGeom>
              <a:avLst/>
              <a:pathLst>
                <a:path w="415872" h="0">
                  <a:moveTo>
                    <a:pt x="0" y="0"/>
                  </a:moveTo>
                  <a:lnTo>
                    <a:pt x="415872" y="0"/>
                  </a:lnTo>
                  <a:lnTo>
                    <a:pt x="4158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739523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865545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991567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117589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859244" y="2601102"/>
              <a:ext cx="258344" cy="287251"/>
            </a:xfrm>
            <a:custGeom>
              <a:avLst/>
              <a:pathLst>
                <a:path w="258344" h="287251">
                  <a:moveTo>
                    <a:pt x="0" y="287251"/>
                  </a:moveTo>
                  <a:lnTo>
                    <a:pt x="6301" y="284552"/>
                  </a:lnTo>
                  <a:lnTo>
                    <a:pt x="12602" y="282026"/>
                  </a:lnTo>
                  <a:lnTo>
                    <a:pt x="18903" y="279268"/>
                  </a:lnTo>
                  <a:lnTo>
                    <a:pt x="25204" y="276110"/>
                  </a:lnTo>
                  <a:lnTo>
                    <a:pt x="31505" y="272759"/>
                  </a:lnTo>
                  <a:lnTo>
                    <a:pt x="37806" y="269406"/>
                  </a:lnTo>
                  <a:lnTo>
                    <a:pt x="44107" y="265859"/>
                  </a:lnTo>
                  <a:lnTo>
                    <a:pt x="50408" y="261886"/>
                  </a:lnTo>
                  <a:lnTo>
                    <a:pt x="56709" y="257762"/>
                  </a:lnTo>
                  <a:lnTo>
                    <a:pt x="63010" y="253331"/>
                  </a:lnTo>
                  <a:lnTo>
                    <a:pt x="69312" y="248770"/>
                  </a:lnTo>
                  <a:lnTo>
                    <a:pt x="75613" y="243798"/>
                  </a:lnTo>
                  <a:lnTo>
                    <a:pt x="81914" y="238576"/>
                  </a:lnTo>
                  <a:lnTo>
                    <a:pt x="88215" y="233017"/>
                  </a:lnTo>
                  <a:lnTo>
                    <a:pt x="94516" y="227166"/>
                  </a:lnTo>
                  <a:lnTo>
                    <a:pt x="100817" y="221012"/>
                  </a:lnTo>
                  <a:lnTo>
                    <a:pt x="107118" y="214864"/>
                  </a:lnTo>
                  <a:lnTo>
                    <a:pt x="113419" y="208215"/>
                  </a:lnTo>
                  <a:lnTo>
                    <a:pt x="119720" y="201544"/>
                  </a:lnTo>
                  <a:lnTo>
                    <a:pt x="126021" y="194308"/>
                  </a:lnTo>
                  <a:lnTo>
                    <a:pt x="132322" y="187289"/>
                  </a:lnTo>
                  <a:lnTo>
                    <a:pt x="138624" y="179873"/>
                  </a:lnTo>
                  <a:lnTo>
                    <a:pt x="144925" y="172139"/>
                  </a:lnTo>
                  <a:lnTo>
                    <a:pt x="151226" y="164038"/>
                  </a:lnTo>
                  <a:lnTo>
                    <a:pt x="157527" y="156110"/>
                  </a:lnTo>
                  <a:lnTo>
                    <a:pt x="163828" y="148003"/>
                  </a:lnTo>
                  <a:lnTo>
                    <a:pt x="170129" y="139952"/>
                  </a:lnTo>
                  <a:lnTo>
                    <a:pt x="176430" y="131458"/>
                  </a:lnTo>
                  <a:lnTo>
                    <a:pt x="182731" y="122846"/>
                  </a:lnTo>
                  <a:lnTo>
                    <a:pt x="189032" y="114297"/>
                  </a:lnTo>
                  <a:lnTo>
                    <a:pt x="195333" y="104898"/>
                  </a:lnTo>
                  <a:lnTo>
                    <a:pt x="201634" y="95431"/>
                  </a:lnTo>
                  <a:lnTo>
                    <a:pt x="207936" y="86042"/>
                  </a:lnTo>
                  <a:lnTo>
                    <a:pt x="214237" y="76057"/>
                  </a:lnTo>
                  <a:lnTo>
                    <a:pt x="220538" y="65833"/>
                  </a:lnTo>
                  <a:lnTo>
                    <a:pt x="226839" y="55209"/>
                  </a:lnTo>
                  <a:lnTo>
                    <a:pt x="233140" y="44559"/>
                  </a:lnTo>
                  <a:lnTo>
                    <a:pt x="239441" y="32957"/>
                  </a:lnTo>
                  <a:lnTo>
                    <a:pt x="245742" y="22596"/>
                  </a:lnTo>
                  <a:lnTo>
                    <a:pt x="252043" y="11793"/>
                  </a:lnTo>
                  <a:lnTo>
                    <a:pt x="25834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3859244" y="2499183"/>
              <a:ext cx="258344" cy="395383"/>
            </a:xfrm>
            <a:custGeom>
              <a:avLst/>
              <a:pathLst>
                <a:path w="258344" h="395383">
                  <a:moveTo>
                    <a:pt x="0" y="382958"/>
                  </a:moveTo>
                  <a:lnTo>
                    <a:pt x="6301" y="379631"/>
                  </a:lnTo>
                  <a:lnTo>
                    <a:pt x="12602" y="377712"/>
                  </a:lnTo>
                  <a:lnTo>
                    <a:pt x="18903" y="373033"/>
                  </a:lnTo>
                  <a:lnTo>
                    <a:pt x="25204" y="368470"/>
                  </a:lnTo>
                  <a:lnTo>
                    <a:pt x="31505" y="365581"/>
                  </a:lnTo>
                  <a:lnTo>
                    <a:pt x="37806" y="360130"/>
                  </a:lnTo>
                  <a:lnTo>
                    <a:pt x="44107" y="356626"/>
                  </a:lnTo>
                  <a:lnTo>
                    <a:pt x="50408" y="351311"/>
                  </a:lnTo>
                  <a:lnTo>
                    <a:pt x="56709" y="346170"/>
                  </a:lnTo>
                  <a:lnTo>
                    <a:pt x="63010" y="340351"/>
                  </a:lnTo>
                  <a:lnTo>
                    <a:pt x="69312" y="333243"/>
                  </a:lnTo>
                  <a:lnTo>
                    <a:pt x="75613" y="327164"/>
                  </a:lnTo>
                  <a:lnTo>
                    <a:pt x="81914" y="320123"/>
                  </a:lnTo>
                  <a:lnTo>
                    <a:pt x="88215" y="312082"/>
                  </a:lnTo>
                  <a:lnTo>
                    <a:pt x="94516" y="305822"/>
                  </a:lnTo>
                  <a:lnTo>
                    <a:pt x="100817" y="297885"/>
                  </a:lnTo>
                  <a:lnTo>
                    <a:pt x="107118" y="288862"/>
                  </a:lnTo>
                  <a:lnTo>
                    <a:pt x="113419" y="280855"/>
                  </a:lnTo>
                  <a:lnTo>
                    <a:pt x="119720" y="272578"/>
                  </a:lnTo>
                  <a:lnTo>
                    <a:pt x="126021" y="264369"/>
                  </a:lnTo>
                  <a:lnTo>
                    <a:pt x="132322" y="253808"/>
                  </a:lnTo>
                  <a:lnTo>
                    <a:pt x="138624" y="245037"/>
                  </a:lnTo>
                  <a:lnTo>
                    <a:pt x="144925" y="236904"/>
                  </a:lnTo>
                  <a:lnTo>
                    <a:pt x="151226" y="226874"/>
                  </a:lnTo>
                  <a:lnTo>
                    <a:pt x="157527" y="217372"/>
                  </a:lnTo>
                  <a:lnTo>
                    <a:pt x="163828" y="207347"/>
                  </a:lnTo>
                  <a:lnTo>
                    <a:pt x="170129" y="195375"/>
                  </a:lnTo>
                  <a:lnTo>
                    <a:pt x="176430" y="182432"/>
                  </a:lnTo>
                  <a:lnTo>
                    <a:pt x="182731" y="174785"/>
                  </a:lnTo>
                  <a:lnTo>
                    <a:pt x="189032" y="166977"/>
                  </a:lnTo>
                  <a:lnTo>
                    <a:pt x="195333" y="153208"/>
                  </a:lnTo>
                  <a:lnTo>
                    <a:pt x="201634" y="143695"/>
                  </a:lnTo>
                  <a:lnTo>
                    <a:pt x="207936" y="127848"/>
                  </a:lnTo>
                  <a:lnTo>
                    <a:pt x="214237" y="115976"/>
                  </a:lnTo>
                  <a:lnTo>
                    <a:pt x="220538" y="104161"/>
                  </a:lnTo>
                  <a:lnTo>
                    <a:pt x="226839" y="89940"/>
                  </a:lnTo>
                  <a:lnTo>
                    <a:pt x="233140" y="69401"/>
                  </a:lnTo>
                  <a:lnTo>
                    <a:pt x="239441" y="53674"/>
                  </a:lnTo>
                  <a:lnTo>
                    <a:pt x="245742" y="35998"/>
                  </a:lnTo>
                  <a:lnTo>
                    <a:pt x="252043" y="26429"/>
                  </a:lnTo>
                  <a:lnTo>
                    <a:pt x="258344" y="0"/>
                  </a:lnTo>
                  <a:lnTo>
                    <a:pt x="258344" y="203838"/>
                  </a:lnTo>
                  <a:lnTo>
                    <a:pt x="252043" y="200996"/>
                  </a:lnTo>
                  <a:lnTo>
                    <a:pt x="245742" y="213033"/>
                  </a:lnTo>
                  <a:lnTo>
                    <a:pt x="239441" y="216079"/>
                  </a:lnTo>
                  <a:lnTo>
                    <a:pt x="233140" y="223556"/>
                  </a:lnTo>
                  <a:lnTo>
                    <a:pt x="226839" y="224316"/>
                  </a:lnTo>
                  <a:lnTo>
                    <a:pt x="220538" y="231343"/>
                  </a:lnTo>
                  <a:lnTo>
                    <a:pt x="214237" y="239976"/>
                  </a:lnTo>
                  <a:lnTo>
                    <a:pt x="207936" y="248075"/>
                  </a:lnTo>
                  <a:lnTo>
                    <a:pt x="201634" y="251006"/>
                  </a:lnTo>
                  <a:lnTo>
                    <a:pt x="195333" y="260427"/>
                  </a:lnTo>
                  <a:lnTo>
                    <a:pt x="189032" y="265456"/>
                  </a:lnTo>
                  <a:lnTo>
                    <a:pt x="182731" y="274745"/>
                  </a:lnTo>
                  <a:lnTo>
                    <a:pt x="176430" y="284322"/>
                  </a:lnTo>
                  <a:lnTo>
                    <a:pt x="170129" y="288367"/>
                  </a:lnTo>
                  <a:lnTo>
                    <a:pt x="163828" y="292498"/>
                  </a:lnTo>
                  <a:lnTo>
                    <a:pt x="157527" y="298687"/>
                  </a:lnTo>
                  <a:lnTo>
                    <a:pt x="151226" y="305040"/>
                  </a:lnTo>
                  <a:lnTo>
                    <a:pt x="144925" y="311212"/>
                  </a:lnTo>
                  <a:lnTo>
                    <a:pt x="138624" y="318547"/>
                  </a:lnTo>
                  <a:lnTo>
                    <a:pt x="132322" y="324608"/>
                  </a:lnTo>
                  <a:lnTo>
                    <a:pt x="126021" y="328086"/>
                  </a:lnTo>
                  <a:lnTo>
                    <a:pt x="119720" y="334348"/>
                  </a:lnTo>
                  <a:lnTo>
                    <a:pt x="113419" y="339413"/>
                  </a:lnTo>
                  <a:lnTo>
                    <a:pt x="107118" y="344704"/>
                  </a:lnTo>
                  <a:lnTo>
                    <a:pt x="100817" y="347977"/>
                  </a:lnTo>
                  <a:lnTo>
                    <a:pt x="94516" y="352349"/>
                  </a:lnTo>
                  <a:lnTo>
                    <a:pt x="88215" y="357790"/>
                  </a:lnTo>
                  <a:lnTo>
                    <a:pt x="81914" y="360867"/>
                  </a:lnTo>
                  <a:lnTo>
                    <a:pt x="75613" y="364272"/>
                  </a:lnTo>
                  <a:lnTo>
                    <a:pt x="69312" y="368136"/>
                  </a:lnTo>
                  <a:lnTo>
                    <a:pt x="63010" y="370150"/>
                  </a:lnTo>
                  <a:lnTo>
                    <a:pt x="56709" y="373193"/>
                  </a:lnTo>
                  <a:lnTo>
                    <a:pt x="50408" y="376299"/>
                  </a:lnTo>
                  <a:lnTo>
                    <a:pt x="44107" y="378932"/>
                  </a:lnTo>
                  <a:lnTo>
                    <a:pt x="37806" y="382521"/>
                  </a:lnTo>
                  <a:lnTo>
                    <a:pt x="31505" y="383775"/>
                  </a:lnTo>
                  <a:lnTo>
                    <a:pt x="25204" y="387589"/>
                  </a:lnTo>
                  <a:lnTo>
                    <a:pt x="18903" y="389341"/>
                  </a:lnTo>
                  <a:lnTo>
                    <a:pt x="12602" y="390179"/>
                  </a:lnTo>
                  <a:lnTo>
                    <a:pt x="6301" y="393311"/>
                  </a:lnTo>
                  <a:lnTo>
                    <a:pt x="0" y="395383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859244" y="2499183"/>
              <a:ext cx="258344" cy="382958"/>
            </a:xfrm>
            <a:custGeom>
              <a:avLst/>
              <a:pathLst>
                <a:path w="258344" h="382958">
                  <a:moveTo>
                    <a:pt x="0" y="382958"/>
                  </a:moveTo>
                  <a:lnTo>
                    <a:pt x="6301" y="379631"/>
                  </a:lnTo>
                  <a:lnTo>
                    <a:pt x="12602" y="377712"/>
                  </a:lnTo>
                  <a:lnTo>
                    <a:pt x="18903" y="373033"/>
                  </a:lnTo>
                  <a:lnTo>
                    <a:pt x="25204" y="368470"/>
                  </a:lnTo>
                  <a:lnTo>
                    <a:pt x="31505" y="365581"/>
                  </a:lnTo>
                  <a:lnTo>
                    <a:pt x="37806" y="360130"/>
                  </a:lnTo>
                  <a:lnTo>
                    <a:pt x="44107" y="356626"/>
                  </a:lnTo>
                  <a:lnTo>
                    <a:pt x="50408" y="351311"/>
                  </a:lnTo>
                  <a:lnTo>
                    <a:pt x="56709" y="346170"/>
                  </a:lnTo>
                  <a:lnTo>
                    <a:pt x="63010" y="340351"/>
                  </a:lnTo>
                  <a:lnTo>
                    <a:pt x="69312" y="333243"/>
                  </a:lnTo>
                  <a:lnTo>
                    <a:pt x="75613" y="327164"/>
                  </a:lnTo>
                  <a:lnTo>
                    <a:pt x="81914" y="320123"/>
                  </a:lnTo>
                  <a:lnTo>
                    <a:pt x="88215" y="312082"/>
                  </a:lnTo>
                  <a:lnTo>
                    <a:pt x="94516" y="305822"/>
                  </a:lnTo>
                  <a:lnTo>
                    <a:pt x="100817" y="297885"/>
                  </a:lnTo>
                  <a:lnTo>
                    <a:pt x="107118" y="288862"/>
                  </a:lnTo>
                  <a:lnTo>
                    <a:pt x="113419" y="280855"/>
                  </a:lnTo>
                  <a:lnTo>
                    <a:pt x="119720" y="272578"/>
                  </a:lnTo>
                  <a:lnTo>
                    <a:pt x="126021" y="264369"/>
                  </a:lnTo>
                  <a:lnTo>
                    <a:pt x="132322" y="253808"/>
                  </a:lnTo>
                  <a:lnTo>
                    <a:pt x="138624" y="245037"/>
                  </a:lnTo>
                  <a:lnTo>
                    <a:pt x="144925" y="236904"/>
                  </a:lnTo>
                  <a:lnTo>
                    <a:pt x="151226" y="226874"/>
                  </a:lnTo>
                  <a:lnTo>
                    <a:pt x="157527" y="217372"/>
                  </a:lnTo>
                  <a:lnTo>
                    <a:pt x="163828" y="207347"/>
                  </a:lnTo>
                  <a:lnTo>
                    <a:pt x="170129" y="195375"/>
                  </a:lnTo>
                  <a:lnTo>
                    <a:pt x="176430" y="182432"/>
                  </a:lnTo>
                  <a:lnTo>
                    <a:pt x="182731" y="174785"/>
                  </a:lnTo>
                  <a:lnTo>
                    <a:pt x="189032" y="166977"/>
                  </a:lnTo>
                  <a:lnTo>
                    <a:pt x="195333" y="153208"/>
                  </a:lnTo>
                  <a:lnTo>
                    <a:pt x="201634" y="143695"/>
                  </a:lnTo>
                  <a:lnTo>
                    <a:pt x="207936" y="127848"/>
                  </a:lnTo>
                  <a:lnTo>
                    <a:pt x="214237" y="115976"/>
                  </a:lnTo>
                  <a:lnTo>
                    <a:pt x="220538" y="104161"/>
                  </a:lnTo>
                  <a:lnTo>
                    <a:pt x="226839" y="89940"/>
                  </a:lnTo>
                  <a:lnTo>
                    <a:pt x="233140" y="69401"/>
                  </a:lnTo>
                  <a:lnTo>
                    <a:pt x="239441" y="53674"/>
                  </a:lnTo>
                  <a:lnTo>
                    <a:pt x="245742" y="35998"/>
                  </a:lnTo>
                  <a:lnTo>
                    <a:pt x="252043" y="26429"/>
                  </a:lnTo>
                  <a:lnTo>
                    <a:pt x="2583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59244" y="2700179"/>
              <a:ext cx="258344" cy="194387"/>
            </a:xfrm>
            <a:custGeom>
              <a:avLst/>
              <a:pathLst>
                <a:path w="258344" h="194387">
                  <a:moveTo>
                    <a:pt x="258344" y="2842"/>
                  </a:moveTo>
                  <a:lnTo>
                    <a:pt x="252043" y="0"/>
                  </a:lnTo>
                  <a:lnTo>
                    <a:pt x="245742" y="12037"/>
                  </a:lnTo>
                  <a:lnTo>
                    <a:pt x="239441" y="15082"/>
                  </a:lnTo>
                  <a:lnTo>
                    <a:pt x="233140" y="22560"/>
                  </a:lnTo>
                  <a:lnTo>
                    <a:pt x="226839" y="23319"/>
                  </a:lnTo>
                  <a:lnTo>
                    <a:pt x="220538" y="30346"/>
                  </a:lnTo>
                  <a:lnTo>
                    <a:pt x="214237" y="38979"/>
                  </a:lnTo>
                  <a:lnTo>
                    <a:pt x="207936" y="47078"/>
                  </a:lnTo>
                  <a:lnTo>
                    <a:pt x="201634" y="50010"/>
                  </a:lnTo>
                  <a:lnTo>
                    <a:pt x="195333" y="59430"/>
                  </a:lnTo>
                  <a:lnTo>
                    <a:pt x="189032" y="64459"/>
                  </a:lnTo>
                  <a:lnTo>
                    <a:pt x="182731" y="73749"/>
                  </a:lnTo>
                  <a:lnTo>
                    <a:pt x="176430" y="83325"/>
                  </a:lnTo>
                  <a:lnTo>
                    <a:pt x="170129" y="87371"/>
                  </a:lnTo>
                  <a:lnTo>
                    <a:pt x="163828" y="91501"/>
                  </a:lnTo>
                  <a:lnTo>
                    <a:pt x="157527" y="97691"/>
                  </a:lnTo>
                  <a:lnTo>
                    <a:pt x="151226" y="104044"/>
                  </a:lnTo>
                  <a:lnTo>
                    <a:pt x="144925" y="110216"/>
                  </a:lnTo>
                  <a:lnTo>
                    <a:pt x="138624" y="117550"/>
                  </a:lnTo>
                  <a:lnTo>
                    <a:pt x="132322" y="123612"/>
                  </a:lnTo>
                  <a:lnTo>
                    <a:pt x="126021" y="127090"/>
                  </a:lnTo>
                  <a:lnTo>
                    <a:pt x="119720" y="133352"/>
                  </a:lnTo>
                  <a:lnTo>
                    <a:pt x="113419" y="138417"/>
                  </a:lnTo>
                  <a:lnTo>
                    <a:pt x="107118" y="143707"/>
                  </a:lnTo>
                  <a:lnTo>
                    <a:pt x="100817" y="146981"/>
                  </a:lnTo>
                  <a:lnTo>
                    <a:pt x="94516" y="151352"/>
                  </a:lnTo>
                  <a:lnTo>
                    <a:pt x="88215" y="156793"/>
                  </a:lnTo>
                  <a:lnTo>
                    <a:pt x="81914" y="159870"/>
                  </a:lnTo>
                  <a:lnTo>
                    <a:pt x="75613" y="163275"/>
                  </a:lnTo>
                  <a:lnTo>
                    <a:pt x="69312" y="167139"/>
                  </a:lnTo>
                  <a:lnTo>
                    <a:pt x="63010" y="169153"/>
                  </a:lnTo>
                  <a:lnTo>
                    <a:pt x="56709" y="172197"/>
                  </a:lnTo>
                  <a:lnTo>
                    <a:pt x="50408" y="175302"/>
                  </a:lnTo>
                  <a:lnTo>
                    <a:pt x="44107" y="177935"/>
                  </a:lnTo>
                  <a:lnTo>
                    <a:pt x="37806" y="181524"/>
                  </a:lnTo>
                  <a:lnTo>
                    <a:pt x="31505" y="182779"/>
                  </a:lnTo>
                  <a:lnTo>
                    <a:pt x="25204" y="186592"/>
                  </a:lnTo>
                  <a:lnTo>
                    <a:pt x="18903" y="188345"/>
                  </a:lnTo>
                  <a:lnTo>
                    <a:pt x="12602" y="189182"/>
                  </a:lnTo>
                  <a:lnTo>
                    <a:pt x="6301" y="192314"/>
                  </a:lnTo>
                  <a:lnTo>
                    <a:pt x="0" y="194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720620" y="2479414"/>
              <a:ext cx="415872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3595834" y="286192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3533678" y="27159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3533678" y="256993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3685825" y="29036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685825" y="27576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685825" y="26116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739523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865545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991567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117589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3658759" y="29752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834467" y="29752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929411" y="29752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055433" y="29752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200724" y="31227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78" name="tx78"/>
            <p:cNvSpPr/>
            <p:nvPr/>
          </p:nvSpPr>
          <p:spPr>
            <a:xfrm rot="-5400000">
              <a:off x="2697797" y="2632141"/>
              <a:ext cx="1397477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pTau217 - Nico Z</a:t>
              </a:r>
            </a:p>
          </p:txBody>
        </p:sp>
        <p:sp>
          <p:nvSpPr>
            <p:cNvPr id="79" name="rc79"/>
            <p:cNvSpPr/>
            <p:nvPr/>
          </p:nvSpPr>
          <p:spPr>
            <a:xfrm>
              <a:off x="4206081" y="2409825"/>
              <a:ext cx="914400" cy="914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606445" y="2479414"/>
              <a:ext cx="444447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606445" y="2858509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606445" y="2767412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606445" y="2676314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4606445" y="2585217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4606445" y="2494119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4693987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4828668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4963349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606445" y="2904058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606445" y="2812961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4606445" y="2721863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4606445" y="2630766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4606445" y="2539668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4626647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4761328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896009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5030690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4628970" y="2604911"/>
              <a:ext cx="228957" cy="51886"/>
            </a:xfrm>
            <a:custGeom>
              <a:avLst/>
              <a:pathLst>
                <a:path w="228957" h="51886">
                  <a:moveTo>
                    <a:pt x="0" y="6127"/>
                  </a:moveTo>
                  <a:lnTo>
                    <a:pt x="6734" y="2985"/>
                  </a:lnTo>
                  <a:lnTo>
                    <a:pt x="13468" y="32"/>
                  </a:lnTo>
                  <a:lnTo>
                    <a:pt x="20202" y="0"/>
                  </a:lnTo>
                  <a:lnTo>
                    <a:pt x="26936" y="6116"/>
                  </a:lnTo>
                  <a:lnTo>
                    <a:pt x="33670" y="10795"/>
                  </a:lnTo>
                  <a:lnTo>
                    <a:pt x="40404" y="11424"/>
                  </a:lnTo>
                  <a:lnTo>
                    <a:pt x="47138" y="12631"/>
                  </a:lnTo>
                  <a:lnTo>
                    <a:pt x="53872" y="16176"/>
                  </a:lnTo>
                  <a:lnTo>
                    <a:pt x="60606" y="17373"/>
                  </a:lnTo>
                  <a:lnTo>
                    <a:pt x="67340" y="15576"/>
                  </a:lnTo>
                  <a:lnTo>
                    <a:pt x="74074" y="15112"/>
                  </a:lnTo>
                  <a:lnTo>
                    <a:pt x="80808" y="19581"/>
                  </a:lnTo>
                  <a:lnTo>
                    <a:pt x="87542" y="18910"/>
                  </a:lnTo>
                  <a:lnTo>
                    <a:pt x="94276" y="20772"/>
                  </a:lnTo>
                  <a:lnTo>
                    <a:pt x="101010" y="23914"/>
                  </a:lnTo>
                  <a:lnTo>
                    <a:pt x="107744" y="25126"/>
                  </a:lnTo>
                  <a:lnTo>
                    <a:pt x="114478" y="25253"/>
                  </a:lnTo>
                  <a:lnTo>
                    <a:pt x="121212" y="23924"/>
                  </a:lnTo>
                  <a:lnTo>
                    <a:pt x="127946" y="23880"/>
                  </a:lnTo>
                  <a:lnTo>
                    <a:pt x="134680" y="23880"/>
                  </a:lnTo>
                  <a:lnTo>
                    <a:pt x="141415" y="24716"/>
                  </a:lnTo>
                  <a:lnTo>
                    <a:pt x="148149" y="23753"/>
                  </a:lnTo>
                  <a:lnTo>
                    <a:pt x="154883" y="23689"/>
                  </a:lnTo>
                  <a:lnTo>
                    <a:pt x="161617" y="23743"/>
                  </a:lnTo>
                  <a:lnTo>
                    <a:pt x="168351" y="25490"/>
                  </a:lnTo>
                  <a:lnTo>
                    <a:pt x="175085" y="25852"/>
                  </a:lnTo>
                  <a:lnTo>
                    <a:pt x="181819" y="29507"/>
                  </a:lnTo>
                  <a:lnTo>
                    <a:pt x="188553" y="28703"/>
                  </a:lnTo>
                  <a:lnTo>
                    <a:pt x="195287" y="28388"/>
                  </a:lnTo>
                  <a:lnTo>
                    <a:pt x="202021" y="31247"/>
                  </a:lnTo>
                  <a:lnTo>
                    <a:pt x="208755" y="41348"/>
                  </a:lnTo>
                  <a:lnTo>
                    <a:pt x="215489" y="47444"/>
                  </a:lnTo>
                  <a:lnTo>
                    <a:pt x="222223" y="51886"/>
                  </a:lnTo>
                  <a:lnTo>
                    <a:pt x="228957" y="4985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628970" y="2499183"/>
              <a:ext cx="228957" cy="271176"/>
            </a:xfrm>
            <a:custGeom>
              <a:avLst/>
              <a:pathLst>
                <a:path w="228957" h="271176">
                  <a:moveTo>
                    <a:pt x="0" y="20314"/>
                  </a:moveTo>
                  <a:lnTo>
                    <a:pt x="6734" y="15615"/>
                  </a:lnTo>
                  <a:lnTo>
                    <a:pt x="13468" y="9041"/>
                  </a:lnTo>
                  <a:lnTo>
                    <a:pt x="20202" y="7143"/>
                  </a:lnTo>
                  <a:lnTo>
                    <a:pt x="26936" y="7811"/>
                  </a:lnTo>
                  <a:lnTo>
                    <a:pt x="33670" y="13484"/>
                  </a:lnTo>
                  <a:lnTo>
                    <a:pt x="40404" y="11386"/>
                  </a:lnTo>
                  <a:lnTo>
                    <a:pt x="47138" y="11945"/>
                  </a:lnTo>
                  <a:lnTo>
                    <a:pt x="53872" y="19046"/>
                  </a:lnTo>
                  <a:lnTo>
                    <a:pt x="60606" y="18949"/>
                  </a:lnTo>
                  <a:lnTo>
                    <a:pt x="67340" y="17574"/>
                  </a:lnTo>
                  <a:lnTo>
                    <a:pt x="74074" y="17746"/>
                  </a:lnTo>
                  <a:lnTo>
                    <a:pt x="80808" y="25619"/>
                  </a:lnTo>
                  <a:lnTo>
                    <a:pt x="87542" y="19781"/>
                  </a:lnTo>
                  <a:lnTo>
                    <a:pt x="94276" y="22611"/>
                  </a:lnTo>
                  <a:lnTo>
                    <a:pt x="101010" y="21051"/>
                  </a:lnTo>
                  <a:lnTo>
                    <a:pt x="107744" y="23803"/>
                  </a:lnTo>
                  <a:lnTo>
                    <a:pt x="114478" y="25572"/>
                  </a:lnTo>
                  <a:lnTo>
                    <a:pt x="121212" y="16110"/>
                  </a:lnTo>
                  <a:lnTo>
                    <a:pt x="127946" y="13804"/>
                  </a:lnTo>
                  <a:lnTo>
                    <a:pt x="134680" y="14834"/>
                  </a:lnTo>
                  <a:lnTo>
                    <a:pt x="141415" y="12830"/>
                  </a:lnTo>
                  <a:lnTo>
                    <a:pt x="148149" y="4802"/>
                  </a:lnTo>
                  <a:lnTo>
                    <a:pt x="154883" y="797"/>
                  </a:lnTo>
                  <a:lnTo>
                    <a:pt x="161617" y="2965"/>
                  </a:lnTo>
                  <a:lnTo>
                    <a:pt x="168351" y="0"/>
                  </a:lnTo>
                  <a:lnTo>
                    <a:pt x="175085" y="4146"/>
                  </a:lnTo>
                  <a:lnTo>
                    <a:pt x="181819" y="11458"/>
                  </a:lnTo>
                  <a:lnTo>
                    <a:pt x="188553" y="13495"/>
                  </a:lnTo>
                  <a:lnTo>
                    <a:pt x="195287" y="13941"/>
                  </a:lnTo>
                  <a:lnTo>
                    <a:pt x="202021" y="12423"/>
                  </a:lnTo>
                  <a:lnTo>
                    <a:pt x="208755" y="26893"/>
                  </a:lnTo>
                  <a:lnTo>
                    <a:pt x="215489" y="35169"/>
                  </a:lnTo>
                  <a:lnTo>
                    <a:pt x="222223" y="47046"/>
                  </a:lnTo>
                  <a:lnTo>
                    <a:pt x="228957" y="46360"/>
                  </a:lnTo>
                  <a:lnTo>
                    <a:pt x="228957" y="264808"/>
                  </a:lnTo>
                  <a:lnTo>
                    <a:pt x="222223" y="268183"/>
                  </a:lnTo>
                  <a:lnTo>
                    <a:pt x="215489" y="271176"/>
                  </a:lnTo>
                  <a:lnTo>
                    <a:pt x="208755" y="267259"/>
                  </a:lnTo>
                  <a:lnTo>
                    <a:pt x="202021" y="261526"/>
                  </a:lnTo>
                  <a:lnTo>
                    <a:pt x="195287" y="254292"/>
                  </a:lnTo>
                  <a:lnTo>
                    <a:pt x="188553" y="255367"/>
                  </a:lnTo>
                  <a:lnTo>
                    <a:pt x="181819" y="259013"/>
                  </a:lnTo>
                  <a:lnTo>
                    <a:pt x="175085" y="259014"/>
                  </a:lnTo>
                  <a:lnTo>
                    <a:pt x="168351" y="262437"/>
                  </a:lnTo>
                  <a:lnTo>
                    <a:pt x="161617" y="255977"/>
                  </a:lnTo>
                  <a:lnTo>
                    <a:pt x="154883" y="258038"/>
                  </a:lnTo>
                  <a:lnTo>
                    <a:pt x="148149" y="254160"/>
                  </a:lnTo>
                  <a:lnTo>
                    <a:pt x="141415" y="248058"/>
                  </a:lnTo>
                  <a:lnTo>
                    <a:pt x="134680" y="244382"/>
                  </a:lnTo>
                  <a:lnTo>
                    <a:pt x="127946" y="245412"/>
                  </a:lnTo>
                  <a:lnTo>
                    <a:pt x="121212" y="243195"/>
                  </a:lnTo>
                  <a:lnTo>
                    <a:pt x="114478" y="236390"/>
                  </a:lnTo>
                  <a:lnTo>
                    <a:pt x="107744" y="237904"/>
                  </a:lnTo>
                  <a:lnTo>
                    <a:pt x="101010" y="238233"/>
                  </a:lnTo>
                  <a:lnTo>
                    <a:pt x="94276" y="230390"/>
                  </a:lnTo>
                  <a:lnTo>
                    <a:pt x="87542" y="229496"/>
                  </a:lnTo>
                  <a:lnTo>
                    <a:pt x="80808" y="224999"/>
                  </a:lnTo>
                  <a:lnTo>
                    <a:pt x="74074" y="223934"/>
                  </a:lnTo>
                  <a:lnTo>
                    <a:pt x="67340" y="225034"/>
                  </a:lnTo>
                  <a:lnTo>
                    <a:pt x="60606" y="227253"/>
                  </a:lnTo>
                  <a:lnTo>
                    <a:pt x="53872" y="224762"/>
                  </a:lnTo>
                  <a:lnTo>
                    <a:pt x="47138" y="224773"/>
                  </a:lnTo>
                  <a:lnTo>
                    <a:pt x="40404" y="222919"/>
                  </a:lnTo>
                  <a:lnTo>
                    <a:pt x="33670" y="219563"/>
                  </a:lnTo>
                  <a:lnTo>
                    <a:pt x="26936" y="215878"/>
                  </a:lnTo>
                  <a:lnTo>
                    <a:pt x="20202" y="204312"/>
                  </a:lnTo>
                  <a:lnTo>
                    <a:pt x="13468" y="202479"/>
                  </a:lnTo>
                  <a:lnTo>
                    <a:pt x="6734" y="201810"/>
                  </a:lnTo>
                  <a:lnTo>
                    <a:pt x="0" y="203396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4628970" y="2499183"/>
              <a:ext cx="228957" cy="47046"/>
            </a:xfrm>
            <a:custGeom>
              <a:avLst/>
              <a:pathLst>
                <a:path w="228957" h="47046">
                  <a:moveTo>
                    <a:pt x="0" y="20314"/>
                  </a:moveTo>
                  <a:lnTo>
                    <a:pt x="6734" y="15615"/>
                  </a:lnTo>
                  <a:lnTo>
                    <a:pt x="13468" y="9041"/>
                  </a:lnTo>
                  <a:lnTo>
                    <a:pt x="20202" y="7143"/>
                  </a:lnTo>
                  <a:lnTo>
                    <a:pt x="26936" y="7811"/>
                  </a:lnTo>
                  <a:lnTo>
                    <a:pt x="33670" y="13484"/>
                  </a:lnTo>
                  <a:lnTo>
                    <a:pt x="40404" y="11386"/>
                  </a:lnTo>
                  <a:lnTo>
                    <a:pt x="47138" y="11945"/>
                  </a:lnTo>
                  <a:lnTo>
                    <a:pt x="53872" y="19046"/>
                  </a:lnTo>
                  <a:lnTo>
                    <a:pt x="60606" y="18949"/>
                  </a:lnTo>
                  <a:lnTo>
                    <a:pt x="67340" y="17574"/>
                  </a:lnTo>
                  <a:lnTo>
                    <a:pt x="74074" y="17746"/>
                  </a:lnTo>
                  <a:lnTo>
                    <a:pt x="80808" y="25619"/>
                  </a:lnTo>
                  <a:lnTo>
                    <a:pt x="87542" y="19781"/>
                  </a:lnTo>
                  <a:lnTo>
                    <a:pt x="94276" y="22611"/>
                  </a:lnTo>
                  <a:lnTo>
                    <a:pt x="101010" y="21051"/>
                  </a:lnTo>
                  <a:lnTo>
                    <a:pt x="107744" y="23803"/>
                  </a:lnTo>
                  <a:lnTo>
                    <a:pt x="114478" y="25572"/>
                  </a:lnTo>
                  <a:lnTo>
                    <a:pt x="121212" y="16110"/>
                  </a:lnTo>
                  <a:lnTo>
                    <a:pt x="127946" y="13804"/>
                  </a:lnTo>
                  <a:lnTo>
                    <a:pt x="134680" y="14834"/>
                  </a:lnTo>
                  <a:lnTo>
                    <a:pt x="141415" y="12830"/>
                  </a:lnTo>
                  <a:lnTo>
                    <a:pt x="148149" y="4802"/>
                  </a:lnTo>
                  <a:lnTo>
                    <a:pt x="154883" y="797"/>
                  </a:lnTo>
                  <a:lnTo>
                    <a:pt x="161617" y="2965"/>
                  </a:lnTo>
                  <a:lnTo>
                    <a:pt x="168351" y="0"/>
                  </a:lnTo>
                  <a:lnTo>
                    <a:pt x="175085" y="4146"/>
                  </a:lnTo>
                  <a:lnTo>
                    <a:pt x="181819" y="11458"/>
                  </a:lnTo>
                  <a:lnTo>
                    <a:pt x="188553" y="13495"/>
                  </a:lnTo>
                  <a:lnTo>
                    <a:pt x="195287" y="13941"/>
                  </a:lnTo>
                  <a:lnTo>
                    <a:pt x="202021" y="12423"/>
                  </a:lnTo>
                  <a:lnTo>
                    <a:pt x="208755" y="26893"/>
                  </a:lnTo>
                  <a:lnTo>
                    <a:pt x="215489" y="35169"/>
                  </a:lnTo>
                  <a:lnTo>
                    <a:pt x="222223" y="47046"/>
                  </a:lnTo>
                  <a:lnTo>
                    <a:pt x="228957" y="4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4628970" y="2700993"/>
              <a:ext cx="228957" cy="69365"/>
            </a:xfrm>
            <a:custGeom>
              <a:avLst/>
              <a:pathLst>
                <a:path w="228957" h="69365">
                  <a:moveTo>
                    <a:pt x="228957" y="62997"/>
                  </a:moveTo>
                  <a:lnTo>
                    <a:pt x="222223" y="66372"/>
                  </a:lnTo>
                  <a:lnTo>
                    <a:pt x="215489" y="69365"/>
                  </a:lnTo>
                  <a:lnTo>
                    <a:pt x="208755" y="65448"/>
                  </a:lnTo>
                  <a:lnTo>
                    <a:pt x="202021" y="59716"/>
                  </a:lnTo>
                  <a:lnTo>
                    <a:pt x="195287" y="52481"/>
                  </a:lnTo>
                  <a:lnTo>
                    <a:pt x="188553" y="53557"/>
                  </a:lnTo>
                  <a:lnTo>
                    <a:pt x="181819" y="57202"/>
                  </a:lnTo>
                  <a:lnTo>
                    <a:pt x="175085" y="57204"/>
                  </a:lnTo>
                  <a:lnTo>
                    <a:pt x="168351" y="60626"/>
                  </a:lnTo>
                  <a:lnTo>
                    <a:pt x="161617" y="54166"/>
                  </a:lnTo>
                  <a:lnTo>
                    <a:pt x="154883" y="56228"/>
                  </a:lnTo>
                  <a:lnTo>
                    <a:pt x="148149" y="52350"/>
                  </a:lnTo>
                  <a:lnTo>
                    <a:pt x="141415" y="46247"/>
                  </a:lnTo>
                  <a:lnTo>
                    <a:pt x="134680" y="42572"/>
                  </a:lnTo>
                  <a:lnTo>
                    <a:pt x="127946" y="43602"/>
                  </a:lnTo>
                  <a:lnTo>
                    <a:pt x="121212" y="41384"/>
                  </a:lnTo>
                  <a:lnTo>
                    <a:pt x="114478" y="34579"/>
                  </a:lnTo>
                  <a:lnTo>
                    <a:pt x="107744" y="36093"/>
                  </a:lnTo>
                  <a:lnTo>
                    <a:pt x="101010" y="36422"/>
                  </a:lnTo>
                  <a:lnTo>
                    <a:pt x="94276" y="28579"/>
                  </a:lnTo>
                  <a:lnTo>
                    <a:pt x="87542" y="27685"/>
                  </a:lnTo>
                  <a:lnTo>
                    <a:pt x="80808" y="23189"/>
                  </a:lnTo>
                  <a:lnTo>
                    <a:pt x="74074" y="22123"/>
                  </a:lnTo>
                  <a:lnTo>
                    <a:pt x="67340" y="23224"/>
                  </a:lnTo>
                  <a:lnTo>
                    <a:pt x="60606" y="25442"/>
                  </a:lnTo>
                  <a:lnTo>
                    <a:pt x="53872" y="22951"/>
                  </a:lnTo>
                  <a:lnTo>
                    <a:pt x="47138" y="22963"/>
                  </a:lnTo>
                  <a:lnTo>
                    <a:pt x="40404" y="21108"/>
                  </a:lnTo>
                  <a:lnTo>
                    <a:pt x="33670" y="17752"/>
                  </a:lnTo>
                  <a:lnTo>
                    <a:pt x="26936" y="14067"/>
                  </a:lnTo>
                  <a:lnTo>
                    <a:pt x="20202" y="2502"/>
                  </a:lnTo>
                  <a:lnTo>
                    <a:pt x="13468" y="668"/>
                  </a:lnTo>
                  <a:lnTo>
                    <a:pt x="6734" y="0"/>
                  </a:lnTo>
                  <a:lnTo>
                    <a:pt x="0" y="1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4606445" y="2479414"/>
              <a:ext cx="444447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tx103"/>
            <p:cNvSpPr/>
            <p:nvPr/>
          </p:nvSpPr>
          <p:spPr>
            <a:xfrm>
              <a:off x="4444442" y="286373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4444442" y="277263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4481659" y="26801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481659" y="259043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481659" y="249934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8" name="pl108"/>
            <p:cNvSpPr/>
            <p:nvPr/>
          </p:nvSpPr>
          <p:spPr>
            <a:xfrm>
              <a:off x="4571650" y="29040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4571650" y="28129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4571650" y="272186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4571650" y="26307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571650" y="2539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626647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761328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896009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5030690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4545883" y="29752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4730250" y="29752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4833853" y="29752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4968534" y="29752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4100837" y="31227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122" name="tx122"/>
            <p:cNvSpPr/>
            <p:nvPr/>
          </p:nvSpPr>
          <p:spPr>
            <a:xfrm rot="-5400000">
              <a:off x="3530683" y="2632141"/>
              <a:ext cx="1560506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pTau217 - Alamar Z</a:t>
              </a:r>
            </a:p>
          </p:txBody>
        </p:sp>
        <p:sp>
          <p:nvSpPr>
            <p:cNvPr id="123" name="rc123"/>
            <p:cNvSpPr/>
            <p:nvPr/>
          </p:nvSpPr>
          <p:spPr>
            <a:xfrm>
              <a:off x="5120481" y="2409825"/>
              <a:ext cx="914400" cy="914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20845" y="2479414"/>
              <a:ext cx="444447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5520845" y="2826172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520845" y="2721426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520845" y="2616680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520845" y="2511935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608387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743068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877749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5520845" y="2878544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520845" y="2773799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520845" y="2669053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520845" y="2564308"/>
              <a:ext cx="444447" cy="0"/>
            </a:xfrm>
            <a:custGeom>
              <a:avLst/>
              <a:pathLst>
                <a:path w="444447" h="0">
                  <a:moveTo>
                    <a:pt x="0" y="0"/>
                  </a:moveTo>
                  <a:lnTo>
                    <a:pt x="444447" y="0"/>
                  </a:lnTo>
                  <a:lnTo>
                    <a:pt x="4444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5541047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675728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5810409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5945090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75728" y="2640902"/>
              <a:ext cx="269361" cy="141195"/>
            </a:xfrm>
            <a:custGeom>
              <a:avLst/>
              <a:pathLst>
                <a:path w="269361" h="141195">
                  <a:moveTo>
                    <a:pt x="0" y="141195"/>
                  </a:moveTo>
                  <a:lnTo>
                    <a:pt x="6734" y="131953"/>
                  </a:lnTo>
                  <a:lnTo>
                    <a:pt x="13468" y="122685"/>
                  </a:lnTo>
                  <a:lnTo>
                    <a:pt x="20202" y="113431"/>
                  </a:lnTo>
                  <a:lnTo>
                    <a:pt x="26936" y="104101"/>
                  </a:lnTo>
                  <a:lnTo>
                    <a:pt x="33670" y="95408"/>
                  </a:lnTo>
                  <a:lnTo>
                    <a:pt x="40404" y="86733"/>
                  </a:lnTo>
                  <a:lnTo>
                    <a:pt x="47138" y="77501"/>
                  </a:lnTo>
                  <a:lnTo>
                    <a:pt x="53872" y="68914"/>
                  </a:lnTo>
                  <a:lnTo>
                    <a:pt x="60606" y="59790"/>
                  </a:lnTo>
                  <a:lnTo>
                    <a:pt x="67340" y="51312"/>
                  </a:lnTo>
                  <a:lnTo>
                    <a:pt x="74074" y="43132"/>
                  </a:lnTo>
                  <a:lnTo>
                    <a:pt x="80808" y="36226"/>
                  </a:lnTo>
                  <a:lnTo>
                    <a:pt x="87542" y="28947"/>
                  </a:lnTo>
                  <a:lnTo>
                    <a:pt x="94276" y="22653"/>
                  </a:lnTo>
                  <a:lnTo>
                    <a:pt x="101010" y="17025"/>
                  </a:lnTo>
                  <a:lnTo>
                    <a:pt x="107744" y="12625"/>
                  </a:lnTo>
                  <a:lnTo>
                    <a:pt x="114478" y="9356"/>
                  </a:lnTo>
                  <a:lnTo>
                    <a:pt x="121212" y="5599"/>
                  </a:lnTo>
                  <a:lnTo>
                    <a:pt x="127946" y="4054"/>
                  </a:lnTo>
                  <a:lnTo>
                    <a:pt x="134680" y="2811"/>
                  </a:lnTo>
                  <a:lnTo>
                    <a:pt x="141415" y="2266"/>
                  </a:lnTo>
                  <a:lnTo>
                    <a:pt x="148149" y="2219"/>
                  </a:lnTo>
                  <a:lnTo>
                    <a:pt x="154883" y="1342"/>
                  </a:lnTo>
                  <a:lnTo>
                    <a:pt x="161617" y="266"/>
                  </a:lnTo>
                  <a:lnTo>
                    <a:pt x="168351" y="482"/>
                  </a:lnTo>
                  <a:lnTo>
                    <a:pt x="175085" y="350"/>
                  </a:lnTo>
                  <a:lnTo>
                    <a:pt x="181819" y="0"/>
                  </a:lnTo>
                  <a:lnTo>
                    <a:pt x="188553" y="2271"/>
                  </a:lnTo>
                  <a:lnTo>
                    <a:pt x="195287" y="3112"/>
                  </a:lnTo>
                  <a:lnTo>
                    <a:pt x="202021" y="4812"/>
                  </a:lnTo>
                  <a:lnTo>
                    <a:pt x="208755" y="9614"/>
                  </a:lnTo>
                  <a:lnTo>
                    <a:pt x="215489" y="12843"/>
                  </a:lnTo>
                  <a:lnTo>
                    <a:pt x="222223" y="10980"/>
                  </a:lnTo>
                  <a:lnTo>
                    <a:pt x="228957" y="13211"/>
                  </a:lnTo>
                  <a:lnTo>
                    <a:pt x="235691" y="36955"/>
                  </a:lnTo>
                  <a:lnTo>
                    <a:pt x="242425" y="39502"/>
                  </a:lnTo>
                  <a:lnTo>
                    <a:pt x="249159" y="38166"/>
                  </a:lnTo>
                  <a:lnTo>
                    <a:pt x="255893" y="35522"/>
                  </a:lnTo>
                  <a:lnTo>
                    <a:pt x="262627" y="33346"/>
                  </a:lnTo>
                  <a:lnTo>
                    <a:pt x="269361" y="4201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675728" y="2499183"/>
              <a:ext cx="269361" cy="319810"/>
            </a:xfrm>
            <a:custGeom>
              <a:avLst/>
              <a:pathLst>
                <a:path w="269361" h="319810">
                  <a:moveTo>
                    <a:pt x="0" y="246018"/>
                  </a:moveTo>
                  <a:lnTo>
                    <a:pt x="6734" y="230023"/>
                  </a:lnTo>
                  <a:lnTo>
                    <a:pt x="13468" y="219629"/>
                  </a:lnTo>
                  <a:lnTo>
                    <a:pt x="20202" y="206717"/>
                  </a:lnTo>
                  <a:lnTo>
                    <a:pt x="26936" y="191803"/>
                  </a:lnTo>
                  <a:lnTo>
                    <a:pt x="33670" y="180571"/>
                  </a:lnTo>
                  <a:lnTo>
                    <a:pt x="40404" y="168750"/>
                  </a:lnTo>
                  <a:lnTo>
                    <a:pt x="47138" y="156655"/>
                  </a:lnTo>
                  <a:lnTo>
                    <a:pt x="53872" y="146099"/>
                  </a:lnTo>
                  <a:lnTo>
                    <a:pt x="60606" y="133220"/>
                  </a:lnTo>
                  <a:lnTo>
                    <a:pt x="67340" y="124294"/>
                  </a:lnTo>
                  <a:lnTo>
                    <a:pt x="74074" y="114016"/>
                  </a:lnTo>
                  <a:lnTo>
                    <a:pt x="80808" y="106077"/>
                  </a:lnTo>
                  <a:lnTo>
                    <a:pt x="87542" y="99199"/>
                  </a:lnTo>
                  <a:lnTo>
                    <a:pt x="94276" y="93681"/>
                  </a:lnTo>
                  <a:lnTo>
                    <a:pt x="101010" y="87531"/>
                  </a:lnTo>
                  <a:lnTo>
                    <a:pt x="107744" y="83285"/>
                  </a:lnTo>
                  <a:lnTo>
                    <a:pt x="114478" y="80005"/>
                  </a:lnTo>
                  <a:lnTo>
                    <a:pt x="121212" y="74986"/>
                  </a:lnTo>
                  <a:lnTo>
                    <a:pt x="127946" y="68255"/>
                  </a:lnTo>
                  <a:lnTo>
                    <a:pt x="134680" y="62999"/>
                  </a:lnTo>
                  <a:lnTo>
                    <a:pt x="141415" y="53778"/>
                  </a:lnTo>
                  <a:lnTo>
                    <a:pt x="148149" y="40686"/>
                  </a:lnTo>
                  <a:lnTo>
                    <a:pt x="154883" y="25233"/>
                  </a:lnTo>
                  <a:lnTo>
                    <a:pt x="161617" y="19137"/>
                  </a:lnTo>
                  <a:lnTo>
                    <a:pt x="168351" y="10950"/>
                  </a:lnTo>
                  <a:lnTo>
                    <a:pt x="175085" y="5837"/>
                  </a:lnTo>
                  <a:lnTo>
                    <a:pt x="181819" y="675"/>
                  </a:lnTo>
                  <a:lnTo>
                    <a:pt x="188553" y="443"/>
                  </a:lnTo>
                  <a:lnTo>
                    <a:pt x="195287" y="0"/>
                  </a:lnTo>
                  <a:lnTo>
                    <a:pt x="202021" y="4410"/>
                  </a:lnTo>
                  <a:lnTo>
                    <a:pt x="208755" y="8762"/>
                  </a:lnTo>
                  <a:lnTo>
                    <a:pt x="215489" y="14229"/>
                  </a:lnTo>
                  <a:lnTo>
                    <a:pt x="222223" y="14037"/>
                  </a:lnTo>
                  <a:lnTo>
                    <a:pt x="228957" y="14728"/>
                  </a:lnTo>
                  <a:lnTo>
                    <a:pt x="235691" y="41836"/>
                  </a:lnTo>
                  <a:lnTo>
                    <a:pt x="242425" y="46693"/>
                  </a:lnTo>
                  <a:lnTo>
                    <a:pt x="249159" y="45711"/>
                  </a:lnTo>
                  <a:lnTo>
                    <a:pt x="255893" y="44725"/>
                  </a:lnTo>
                  <a:lnTo>
                    <a:pt x="262627" y="42797"/>
                  </a:lnTo>
                  <a:lnTo>
                    <a:pt x="269361" y="49576"/>
                  </a:lnTo>
                  <a:lnTo>
                    <a:pt x="269361" y="317895"/>
                  </a:lnTo>
                  <a:lnTo>
                    <a:pt x="262627" y="307333"/>
                  </a:lnTo>
                  <a:lnTo>
                    <a:pt x="255893" y="309758"/>
                  </a:lnTo>
                  <a:lnTo>
                    <a:pt x="249159" y="314059"/>
                  </a:lnTo>
                  <a:lnTo>
                    <a:pt x="242425" y="315749"/>
                  </a:lnTo>
                  <a:lnTo>
                    <a:pt x="235691" y="315514"/>
                  </a:lnTo>
                  <a:lnTo>
                    <a:pt x="228957" y="295134"/>
                  </a:lnTo>
                  <a:lnTo>
                    <a:pt x="222223" y="291362"/>
                  </a:lnTo>
                  <a:lnTo>
                    <a:pt x="215489" y="294895"/>
                  </a:lnTo>
                  <a:lnTo>
                    <a:pt x="208755" y="293905"/>
                  </a:lnTo>
                  <a:lnTo>
                    <a:pt x="202021" y="288653"/>
                  </a:lnTo>
                  <a:lnTo>
                    <a:pt x="195287" y="289664"/>
                  </a:lnTo>
                  <a:lnTo>
                    <a:pt x="188553" y="287537"/>
                  </a:lnTo>
                  <a:lnTo>
                    <a:pt x="181819" y="282763"/>
                  </a:lnTo>
                  <a:lnTo>
                    <a:pt x="175085" y="278302"/>
                  </a:lnTo>
                  <a:lnTo>
                    <a:pt x="168351" y="273452"/>
                  </a:lnTo>
                  <a:lnTo>
                    <a:pt x="161617" y="264834"/>
                  </a:lnTo>
                  <a:lnTo>
                    <a:pt x="154883" y="260889"/>
                  </a:lnTo>
                  <a:lnTo>
                    <a:pt x="148149" y="247191"/>
                  </a:lnTo>
                  <a:lnTo>
                    <a:pt x="141415" y="234192"/>
                  </a:lnTo>
                  <a:lnTo>
                    <a:pt x="134680" y="226063"/>
                  </a:lnTo>
                  <a:lnTo>
                    <a:pt x="127946" y="223292"/>
                  </a:lnTo>
                  <a:lnTo>
                    <a:pt x="121212" y="219650"/>
                  </a:lnTo>
                  <a:lnTo>
                    <a:pt x="114478" y="222147"/>
                  </a:lnTo>
                  <a:lnTo>
                    <a:pt x="107744" y="225404"/>
                  </a:lnTo>
                  <a:lnTo>
                    <a:pt x="101010" y="229957"/>
                  </a:lnTo>
                  <a:lnTo>
                    <a:pt x="94276" y="235064"/>
                  </a:lnTo>
                  <a:lnTo>
                    <a:pt x="87542" y="242134"/>
                  </a:lnTo>
                  <a:lnTo>
                    <a:pt x="80808" y="249814"/>
                  </a:lnTo>
                  <a:lnTo>
                    <a:pt x="74074" y="255686"/>
                  </a:lnTo>
                  <a:lnTo>
                    <a:pt x="67340" y="261768"/>
                  </a:lnTo>
                  <a:lnTo>
                    <a:pt x="60606" y="269799"/>
                  </a:lnTo>
                  <a:lnTo>
                    <a:pt x="53872" y="275168"/>
                  </a:lnTo>
                  <a:lnTo>
                    <a:pt x="47138" y="281785"/>
                  </a:lnTo>
                  <a:lnTo>
                    <a:pt x="40404" y="288154"/>
                  </a:lnTo>
                  <a:lnTo>
                    <a:pt x="33670" y="293684"/>
                  </a:lnTo>
                  <a:lnTo>
                    <a:pt x="26936" y="299837"/>
                  </a:lnTo>
                  <a:lnTo>
                    <a:pt x="20202" y="303583"/>
                  </a:lnTo>
                  <a:lnTo>
                    <a:pt x="13468" y="309180"/>
                  </a:lnTo>
                  <a:lnTo>
                    <a:pt x="6734" y="317322"/>
                  </a:lnTo>
                  <a:lnTo>
                    <a:pt x="0" y="319810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675728" y="2499183"/>
              <a:ext cx="269361" cy="246018"/>
            </a:xfrm>
            <a:custGeom>
              <a:avLst/>
              <a:pathLst>
                <a:path w="269361" h="246018">
                  <a:moveTo>
                    <a:pt x="0" y="246018"/>
                  </a:moveTo>
                  <a:lnTo>
                    <a:pt x="6734" y="230023"/>
                  </a:lnTo>
                  <a:lnTo>
                    <a:pt x="13468" y="219629"/>
                  </a:lnTo>
                  <a:lnTo>
                    <a:pt x="20202" y="206717"/>
                  </a:lnTo>
                  <a:lnTo>
                    <a:pt x="26936" y="191803"/>
                  </a:lnTo>
                  <a:lnTo>
                    <a:pt x="33670" y="180571"/>
                  </a:lnTo>
                  <a:lnTo>
                    <a:pt x="40404" y="168750"/>
                  </a:lnTo>
                  <a:lnTo>
                    <a:pt x="47138" y="156655"/>
                  </a:lnTo>
                  <a:lnTo>
                    <a:pt x="53872" y="146099"/>
                  </a:lnTo>
                  <a:lnTo>
                    <a:pt x="60606" y="133220"/>
                  </a:lnTo>
                  <a:lnTo>
                    <a:pt x="67340" y="124294"/>
                  </a:lnTo>
                  <a:lnTo>
                    <a:pt x="74074" y="114016"/>
                  </a:lnTo>
                  <a:lnTo>
                    <a:pt x="80808" y="106077"/>
                  </a:lnTo>
                  <a:lnTo>
                    <a:pt x="87542" y="99199"/>
                  </a:lnTo>
                  <a:lnTo>
                    <a:pt x="94276" y="93681"/>
                  </a:lnTo>
                  <a:lnTo>
                    <a:pt x="101010" y="87531"/>
                  </a:lnTo>
                  <a:lnTo>
                    <a:pt x="107744" y="83285"/>
                  </a:lnTo>
                  <a:lnTo>
                    <a:pt x="114478" y="80005"/>
                  </a:lnTo>
                  <a:lnTo>
                    <a:pt x="121212" y="74986"/>
                  </a:lnTo>
                  <a:lnTo>
                    <a:pt x="127946" y="68255"/>
                  </a:lnTo>
                  <a:lnTo>
                    <a:pt x="134680" y="62999"/>
                  </a:lnTo>
                  <a:lnTo>
                    <a:pt x="141415" y="53778"/>
                  </a:lnTo>
                  <a:lnTo>
                    <a:pt x="148149" y="40686"/>
                  </a:lnTo>
                  <a:lnTo>
                    <a:pt x="154883" y="25233"/>
                  </a:lnTo>
                  <a:lnTo>
                    <a:pt x="161617" y="19137"/>
                  </a:lnTo>
                  <a:lnTo>
                    <a:pt x="168351" y="10950"/>
                  </a:lnTo>
                  <a:lnTo>
                    <a:pt x="175085" y="5837"/>
                  </a:lnTo>
                  <a:lnTo>
                    <a:pt x="181819" y="675"/>
                  </a:lnTo>
                  <a:lnTo>
                    <a:pt x="188553" y="443"/>
                  </a:lnTo>
                  <a:lnTo>
                    <a:pt x="195287" y="0"/>
                  </a:lnTo>
                  <a:lnTo>
                    <a:pt x="202021" y="4410"/>
                  </a:lnTo>
                  <a:lnTo>
                    <a:pt x="208755" y="8762"/>
                  </a:lnTo>
                  <a:lnTo>
                    <a:pt x="215489" y="14229"/>
                  </a:lnTo>
                  <a:lnTo>
                    <a:pt x="222223" y="14037"/>
                  </a:lnTo>
                  <a:lnTo>
                    <a:pt x="228957" y="14728"/>
                  </a:lnTo>
                  <a:lnTo>
                    <a:pt x="235691" y="41836"/>
                  </a:lnTo>
                  <a:lnTo>
                    <a:pt x="242425" y="46693"/>
                  </a:lnTo>
                  <a:lnTo>
                    <a:pt x="249159" y="45711"/>
                  </a:lnTo>
                  <a:lnTo>
                    <a:pt x="255893" y="44725"/>
                  </a:lnTo>
                  <a:lnTo>
                    <a:pt x="262627" y="42797"/>
                  </a:lnTo>
                  <a:lnTo>
                    <a:pt x="269361" y="495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5675728" y="2718833"/>
              <a:ext cx="269361" cy="100160"/>
            </a:xfrm>
            <a:custGeom>
              <a:avLst/>
              <a:pathLst>
                <a:path w="269361" h="100160">
                  <a:moveTo>
                    <a:pt x="269361" y="98244"/>
                  </a:moveTo>
                  <a:lnTo>
                    <a:pt x="262627" y="87682"/>
                  </a:lnTo>
                  <a:lnTo>
                    <a:pt x="255893" y="90107"/>
                  </a:lnTo>
                  <a:lnTo>
                    <a:pt x="249159" y="94408"/>
                  </a:lnTo>
                  <a:lnTo>
                    <a:pt x="242425" y="96098"/>
                  </a:lnTo>
                  <a:lnTo>
                    <a:pt x="235691" y="95863"/>
                  </a:lnTo>
                  <a:lnTo>
                    <a:pt x="228957" y="75483"/>
                  </a:lnTo>
                  <a:lnTo>
                    <a:pt x="222223" y="71711"/>
                  </a:lnTo>
                  <a:lnTo>
                    <a:pt x="215489" y="75245"/>
                  </a:lnTo>
                  <a:lnTo>
                    <a:pt x="208755" y="74255"/>
                  </a:lnTo>
                  <a:lnTo>
                    <a:pt x="202021" y="69003"/>
                  </a:lnTo>
                  <a:lnTo>
                    <a:pt x="195287" y="70013"/>
                  </a:lnTo>
                  <a:lnTo>
                    <a:pt x="188553" y="67886"/>
                  </a:lnTo>
                  <a:lnTo>
                    <a:pt x="181819" y="63113"/>
                  </a:lnTo>
                  <a:lnTo>
                    <a:pt x="175085" y="58652"/>
                  </a:lnTo>
                  <a:lnTo>
                    <a:pt x="168351" y="53801"/>
                  </a:lnTo>
                  <a:lnTo>
                    <a:pt x="161617" y="45184"/>
                  </a:lnTo>
                  <a:lnTo>
                    <a:pt x="154883" y="41239"/>
                  </a:lnTo>
                  <a:lnTo>
                    <a:pt x="148149" y="27540"/>
                  </a:lnTo>
                  <a:lnTo>
                    <a:pt x="141415" y="14542"/>
                  </a:lnTo>
                  <a:lnTo>
                    <a:pt x="134680" y="6412"/>
                  </a:lnTo>
                  <a:lnTo>
                    <a:pt x="127946" y="3641"/>
                  </a:lnTo>
                  <a:lnTo>
                    <a:pt x="121212" y="0"/>
                  </a:lnTo>
                  <a:lnTo>
                    <a:pt x="114478" y="2496"/>
                  </a:lnTo>
                  <a:lnTo>
                    <a:pt x="107744" y="5753"/>
                  </a:lnTo>
                  <a:lnTo>
                    <a:pt x="101010" y="10306"/>
                  </a:lnTo>
                  <a:lnTo>
                    <a:pt x="94276" y="15414"/>
                  </a:lnTo>
                  <a:lnTo>
                    <a:pt x="87542" y="22483"/>
                  </a:lnTo>
                  <a:lnTo>
                    <a:pt x="80808" y="30163"/>
                  </a:lnTo>
                  <a:lnTo>
                    <a:pt x="74074" y="36036"/>
                  </a:lnTo>
                  <a:lnTo>
                    <a:pt x="67340" y="42118"/>
                  </a:lnTo>
                  <a:lnTo>
                    <a:pt x="60606" y="50148"/>
                  </a:lnTo>
                  <a:lnTo>
                    <a:pt x="53872" y="55517"/>
                  </a:lnTo>
                  <a:lnTo>
                    <a:pt x="47138" y="62134"/>
                  </a:lnTo>
                  <a:lnTo>
                    <a:pt x="40404" y="68504"/>
                  </a:lnTo>
                  <a:lnTo>
                    <a:pt x="33670" y="74034"/>
                  </a:lnTo>
                  <a:lnTo>
                    <a:pt x="26936" y="80186"/>
                  </a:lnTo>
                  <a:lnTo>
                    <a:pt x="20202" y="83933"/>
                  </a:lnTo>
                  <a:lnTo>
                    <a:pt x="13468" y="89530"/>
                  </a:lnTo>
                  <a:lnTo>
                    <a:pt x="6734" y="97671"/>
                  </a:lnTo>
                  <a:lnTo>
                    <a:pt x="0" y="100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5520845" y="2479414"/>
              <a:ext cx="444447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5358842" y="2838217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5396059" y="273210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5396059" y="262872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5396059" y="252430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49" name="pl149"/>
            <p:cNvSpPr/>
            <p:nvPr/>
          </p:nvSpPr>
          <p:spPr>
            <a:xfrm>
              <a:off x="5486050" y="28785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486050" y="27737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486050" y="26690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5486050" y="25643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541047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5675728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5810409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5945090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5460283" y="29752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644650" y="29752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5748253" y="29752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5882934" y="29752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5015237" y="31227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162" name="tx162"/>
            <p:cNvSpPr/>
            <p:nvPr/>
          </p:nvSpPr>
          <p:spPr>
            <a:xfrm rot="-5400000">
              <a:off x="4352518" y="2632789"/>
              <a:ext cx="1746932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Alamar Z</a:t>
              </a:r>
            </a:p>
          </p:txBody>
        </p:sp>
        <p:sp>
          <p:nvSpPr>
            <p:cNvPr id="163" name="rc163"/>
            <p:cNvSpPr/>
            <p:nvPr/>
          </p:nvSpPr>
          <p:spPr>
            <a:xfrm>
              <a:off x="6034881" y="2409825"/>
              <a:ext cx="1371600" cy="914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530495" y="2479414"/>
              <a:ext cx="806397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530495" y="2854052"/>
              <a:ext cx="806397" cy="0"/>
            </a:xfrm>
            <a:custGeom>
              <a:avLst/>
              <a:pathLst>
                <a:path w="806397" h="0">
                  <a:moveTo>
                    <a:pt x="0" y="0"/>
                  </a:moveTo>
                  <a:lnTo>
                    <a:pt x="806397" y="0"/>
                  </a:lnTo>
                  <a:lnTo>
                    <a:pt x="8063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530495" y="2756936"/>
              <a:ext cx="806397" cy="0"/>
            </a:xfrm>
            <a:custGeom>
              <a:avLst/>
              <a:pathLst>
                <a:path w="806397" h="0">
                  <a:moveTo>
                    <a:pt x="0" y="0"/>
                  </a:moveTo>
                  <a:lnTo>
                    <a:pt x="806397" y="0"/>
                  </a:lnTo>
                  <a:lnTo>
                    <a:pt x="8063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530495" y="2659820"/>
              <a:ext cx="806397" cy="0"/>
            </a:xfrm>
            <a:custGeom>
              <a:avLst/>
              <a:pathLst>
                <a:path w="806397" h="0">
                  <a:moveTo>
                    <a:pt x="0" y="0"/>
                  </a:moveTo>
                  <a:lnTo>
                    <a:pt x="806397" y="0"/>
                  </a:lnTo>
                  <a:lnTo>
                    <a:pt x="8063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530495" y="2562704"/>
              <a:ext cx="806397" cy="0"/>
            </a:xfrm>
            <a:custGeom>
              <a:avLst/>
              <a:pathLst>
                <a:path w="806397" h="0">
                  <a:moveTo>
                    <a:pt x="0" y="0"/>
                  </a:moveTo>
                  <a:lnTo>
                    <a:pt x="806397" y="0"/>
                  </a:lnTo>
                  <a:lnTo>
                    <a:pt x="8063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689331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933693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178056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530495" y="2902610"/>
              <a:ext cx="806397" cy="0"/>
            </a:xfrm>
            <a:custGeom>
              <a:avLst/>
              <a:pathLst>
                <a:path w="806397" h="0">
                  <a:moveTo>
                    <a:pt x="0" y="0"/>
                  </a:moveTo>
                  <a:lnTo>
                    <a:pt x="806397" y="0"/>
                  </a:lnTo>
                  <a:lnTo>
                    <a:pt x="8063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530495" y="2805494"/>
              <a:ext cx="806397" cy="0"/>
            </a:xfrm>
            <a:custGeom>
              <a:avLst/>
              <a:pathLst>
                <a:path w="806397" h="0">
                  <a:moveTo>
                    <a:pt x="0" y="0"/>
                  </a:moveTo>
                  <a:lnTo>
                    <a:pt x="806397" y="0"/>
                  </a:lnTo>
                  <a:lnTo>
                    <a:pt x="8063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6530495" y="2708378"/>
              <a:ext cx="806397" cy="0"/>
            </a:xfrm>
            <a:custGeom>
              <a:avLst/>
              <a:pathLst>
                <a:path w="806397" h="0">
                  <a:moveTo>
                    <a:pt x="0" y="0"/>
                  </a:moveTo>
                  <a:lnTo>
                    <a:pt x="806397" y="0"/>
                  </a:lnTo>
                  <a:lnTo>
                    <a:pt x="8063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6530495" y="2611262"/>
              <a:ext cx="806397" cy="0"/>
            </a:xfrm>
            <a:custGeom>
              <a:avLst/>
              <a:pathLst>
                <a:path w="806397" h="0">
                  <a:moveTo>
                    <a:pt x="0" y="0"/>
                  </a:moveTo>
                  <a:lnTo>
                    <a:pt x="806397" y="0"/>
                  </a:lnTo>
                  <a:lnTo>
                    <a:pt x="8063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6530495" y="2514146"/>
              <a:ext cx="806397" cy="0"/>
            </a:xfrm>
            <a:custGeom>
              <a:avLst/>
              <a:pathLst>
                <a:path w="806397" h="0">
                  <a:moveTo>
                    <a:pt x="0" y="0"/>
                  </a:moveTo>
                  <a:lnTo>
                    <a:pt x="806397" y="0"/>
                  </a:lnTo>
                  <a:lnTo>
                    <a:pt x="8063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6567149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6811512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055875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300238" y="24794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6823730" y="2682678"/>
              <a:ext cx="476507" cy="194639"/>
            </a:xfrm>
            <a:custGeom>
              <a:avLst/>
              <a:pathLst>
                <a:path w="476507" h="194639">
                  <a:moveTo>
                    <a:pt x="0" y="194639"/>
                  </a:moveTo>
                  <a:lnTo>
                    <a:pt x="12218" y="189362"/>
                  </a:lnTo>
                  <a:lnTo>
                    <a:pt x="24436" y="183077"/>
                  </a:lnTo>
                  <a:lnTo>
                    <a:pt x="36654" y="176726"/>
                  </a:lnTo>
                  <a:lnTo>
                    <a:pt x="48872" y="169309"/>
                  </a:lnTo>
                  <a:lnTo>
                    <a:pt x="61090" y="161609"/>
                  </a:lnTo>
                  <a:lnTo>
                    <a:pt x="73308" y="153404"/>
                  </a:lnTo>
                  <a:lnTo>
                    <a:pt x="85526" y="145168"/>
                  </a:lnTo>
                  <a:lnTo>
                    <a:pt x="97745" y="137686"/>
                  </a:lnTo>
                  <a:lnTo>
                    <a:pt x="109963" y="129459"/>
                  </a:lnTo>
                  <a:lnTo>
                    <a:pt x="122181" y="120290"/>
                  </a:lnTo>
                  <a:lnTo>
                    <a:pt x="134399" y="111397"/>
                  </a:lnTo>
                  <a:lnTo>
                    <a:pt x="146617" y="102560"/>
                  </a:lnTo>
                  <a:lnTo>
                    <a:pt x="158835" y="96083"/>
                  </a:lnTo>
                  <a:lnTo>
                    <a:pt x="171053" y="88658"/>
                  </a:lnTo>
                  <a:lnTo>
                    <a:pt x="183272" y="79145"/>
                  </a:lnTo>
                  <a:lnTo>
                    <a:pt x="195490" y="71094"/>
                  </a:lnTo>
                  <a:lnTo>
                    <a:pt x="207708" y="63480"/>
                  </a:lnTo>
                  <a:lnTo>
                    <a:pt x="219926" y="55130"/>
                  </a:lnTo>
                  <a:lnTo>
                    <a:pt x="232144" y="46129"/>
                  </a:lnTo>
                  <a:lnTo>
                    <a:pt x="244362" y="39750"/>
                  </a:lnTo>
                  <a:lnTo>
                    <a:pt x="256580" y="33514"/>
                  </a:lnTo>
                  <a:lnTo>
                    <a:pt x="268799" y="27241"/>
                  </a:lnTo>
                  <a:lnTo>
                    <a:pt x="281017" y="21373"/>
                  </a:lnTo>
                  <a:lnTo>
                    <a:pt x="293235" y="16388"/>
                  </a:lnTo>
                  <a:lnTo>
                    <a:pt x="305453" y="14119"/>
                  </a:lnTo>
                  <a:lnTo>
                    <a:pt x="317671" y="12103"/>
                  </a:lnTo>
                  <a:lnTo>
                    <a:pt x="329889" y="10438"/>
                  </a:lnTo>
                  <a:lnTo>
                    <a:pt x="342107" y="8008"/>
                  </a:lnTo>
                  <a:lnTo>
                    <a:pt x="354326" y="7168"/>
                  </a:lnTo>
                  <a:lnTo>
                    <a:pt x="366544" y="4609"/>
                  </a:lnTo>
                  <a:lnTo>
                    <a:pt x="378762" y="3585"/>
                  </a:lnTo>
                  <a:lnTo>
                    <a:pt x="390980" y="2738"/>
                  </a:lnTo>
                  <a:lnTo>
                    <a:pt x="403198" y="3752"/>
                  </a:lnTo>
                  <a:lnTo>
                    <a:pt x="415416" y="2513"/>
                  </a:lnTo>
                  <a:lnTo>
                    <a:pt x="427634" y="90"/>
                  </a:lnTo>
                  <a:lnTo>
                    <a:pt x="439852" y="28"/>
                  </a:lnTo>
                  <a:lnTo>
                    <a:pt x="452071" y="0"/>
                  </a:lnTo>
                  <a:lnTo>
                    <a:pt x="464289" y="691"/>
                  </a:lnTo>
                  <a:lnTo>
                    <a:pt x="476507" y="24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823730" y="2499183"/>
              <a:ext cx="476507" cy="395383"/>
            </a:xfrm>
            <a:custGeom>
              <a:avLst/>
              <a:pathLst>
                <a:path w="476507" h="395383">
                  <a:moveTo>
                    <a:pt x="0" y="360886"/>
                  </a:moveTo>
                  <a:lnTo>
                    <a:pt x="12218" y="351288"/>
                  </a:lnTo>
                  <a:lnTo>
                    <a:pt x="24436" y="339998"/>
                  </a:lnTo>
                  <a:lnTo>
                    <a:pt x="36654" y="327931"/>
                  </a:lnTo>
                  <a:lnTo>
                    <a:pt x="48872" y="314851"/>
                  </a:lnTo>
                  <a:lnTo>
                    <a:pt x="61090" y="301105"/>
                  </a:lnTo>
                  <a:lnTo>
                    <a:pt x="73308" y="288167"/>
                  </a:lnTo>
                  <a:lnTo>
                    <a:pt x="85526" y="273747"/>
                  </a:lnTo>
                  <a:lnTo>
                    <a:pt x="97745" y="258894"/>
                  </a:lnTo>
                  <a:lnTo>
                    <a:pt x="109963" y="244427"/>
                  </a:lnTo>
                  <a:lnTo>
                    <a:pt x="122181" y="230555"/>
                  </a:lnTo>
                  <a:lnTo>
                    <a:pt x="134399" y="214894"/>
                  </a:lnTo>
                  <a:lnTo>
                    <a:pt x="146617" y="196608"/>
                  </a:lnTo>
                  <a:lnTo>
                    <a:pt x="158835" y="182984"/>
                  </a:lnTo>
                  <a:lnTo>
                    <a:pt x="171053" y="166543"/>
                  </a:lnTo>
                  <a:lnTo>
                    <a:pt x="183272" y="150671"/>
                  </a:lnTo>
                  <a:lnTo>
                    <a:pt x="195490" y="137438"/>
                  </a:lnTo>
                  <a:lnTo>
                    <a:pt x="207708" y="124338"/>
                  </a:lnTo>
                  <a:lnTo>
                    <a:pt x="219926" y="110665"/>
                  </a:lnTo>
                  <a:lnTo>
                    <a:pt x="232144" y="97889"/>
                  </a:lnTo>
                  <a:lnTo>
                    <a:pt x="244362" y="91024"/>
                  </a:lnTo>
                  <a:lnTo>
                    <a:pt x="256580" y="81739"/>
                  </a:lnTo>
                  <a:lnTo>
                    <a:pt x="268799" y="71812"/>
                  </a:lnTo>
                  <a:lnTo>
                    <a:pt x="281017" y="61314"/>
                  </a:lnTo>
                  <a:lnTo>
                    <a:pt x="293235" y="56583"/>
                  </a:lnTo>
                  <a:lnTo>
                    <a:pt x="305453" y="55788"/>
                  </a:lnTo>
                  <a:lnTo>
                    <a:pt x="317671" y="51577"/>
                  </a:lnTo>
                  <a:lnTo>
                    <a:pt x="329889" y="48752"/>
                  </a:lnTo>
                  <a:lnTo>
                    <a:pt x="342107" y="49410"/>
                  </a:lnTo>
                  <a:lnTo>
                    <a:pt x="354326" y="49964"/>
                  </a:lnTo>
                  <a:lnTo>
                    <a:pt x="366544" y="40240"/>
                  </a:lnTo>
                  <a:lnTo>
                    <a:pt x="378762" y="38038"/>
                  </a:lnTo>
                  <a:lnTo>
                    <a:pt x="390980" y="32094"/>
                  </a:lnTo>
                  <a:lnTo>
                    <a:pt x="403198" y="34980"/>
                  </a:lnTo>
                  <a:lnTo>
                    <a:pt x="415416" y="28965"/>
                  </a:lnTo>
                  <a:lnTo>
                    <a:pt x="427634" y="16915"/>
                  </a:lnTo>
                  <a:lnTo>
                    <a:pt x="439852" y="10807"/>
                  </a:lnTo>
                  <a:lnTo>
                    <a:pt x="452071" y="7514"/>
                  </a:lnTo>
                  <a:lnTo>
                    <a:pt x="464289" y="6865"/>
                  </a:lnTo>
                  <a:lnTo>
                    <a:pt x="476507" y="0"/>
                  </a:lnTo>
                  <a:lnTo>
                    <a:pt x="476507" y="367481"/>
                  </a:lnTo>
                  <a:lnTo>
                    <a:pt x="464289" y="361508"/>
                  </a:lnTo>
                  <a:lnTo>
                    <a:pt x="452071" y="359475"/>
                  </a:lnTo>
                  <a:lnTo>
                    <a:pt x="439852" y="356240"/>
                  </a:lnTo>
                  <a:lnTo>
                    <a:pt x="427634" y="350257"/>
                  </a:lnTo>
                  <a:lnTo>
                    <a:pt x="415416" y="343050"/>
                  </a:lnTo>
                  <a:lnTo>
                    <a:pt x="403198" y="339515"/>
                  </a:lnTo>
                  <a:lnTo>
                    <a:pt x="390980" y="340373"/>
                  </a:lnTo>
                  <a:lnTo>
                    <a:pt x="378762" y="336122"/>
                  </a:lnTo>
                  <a:lnTo>
                    <a:pt x="366544" y="335968"/>
                  </a:lnTo>
                  <a:lnTo>
                    <a:pt x="354326" y="331363"/>
                  </a:lnTo>
                  <a:lnTo>
                    <a:pt x="342107" y="333597"/>
                  </a:lnTo>
                  <a:lnTo>
                    <a:pt x="329889" y="339115"/>
                  </a:lnTo>
                  <a:lnTo>
                    <a:pt x="317671" y="339620"/>
                  </a:lnTo>
                  <a:lnTo>
                    <a:pt x="305453" y="339440"/>
                  </a:lnTo>
                  <a:lnTo>
                    <a:pt x="293235" y="343183"/>
                  </a:lnTo>
                  <a:lnTo>
                    <a:pt x="281017" y="348423"/>
                  </a:lnTo>
                  <a:lnTo>
                    <a:pt x="268799" y="349660"/>
                  </a:lnTo>
                  <a:lnTo>
                    <a:pt x="256580" y="352279"/>
                  </a:lnTo>
                  <a:lnTo>
                    <a:pt x="244362" y="355466"/>
                  </a:lnTo>
                  <a:lnTo>
                    <a:pt x="232144" y="361361"/>
                  </a:lnTo>
                  <a:lnTo>
                    <a:pt x="219926" y="366585"/>
                  </a:lnTo>
                  <a:lnTo>
                    <a:pt x="207708" y="369614"/>
                  </a:lnTo>
                  <a:lnTo>
                    <a:pt x="195490" y="371741"/>
                  </a:lnTo>
                  <a:lnTo>
                    <a:pt x="183272" y="374610"/>
                  </a:lnTo>
                  <a:lnTo>
                    <a:pt x="171053" y="377764"/>
                  </a:lnTo>
                  <a:lnTo>
                    <a:pt x="158835" y="376174"/>
                  </a:lnTo>
                  <a:lnTo>
                    <a:pt x="146617" y="375503"/>
                  </a:lnTo>
                  <a:lnTo>
                    <a:pt x="134399" y="374891"/>
                  </a:lnTo>
                  <a:lnTo>
                    <a:pt x="122181" y="377015"/>
                  </a:lnTo>
                  <a:lnTo>
                    <a:pt x="109963" y="381482"/>
                  </a:lnTo>
                  <a:lnTo>
                    <a:pt x="97745" y="383470"/>
                  </a:lnTo>
                  <a:lnTo>
                    <a:pt x="85526" y="383581"/>
                  </a:lnTo>
                  <a:lnTo>
                    <a:pt x="73308" y="385632"/>
                  </a:lnTo>
                  <a:lnTo>
                    <a:pt x="61090" y="389104"/>
                  </a:lnTo>
                  <a:lnTo>
                    <a:pt x="48872" y="390758"/>
                  </a:lnTo>
                  <a:lnTo>
                    <a:pt x="36654" y="392513"/>
                  </a:lnTo>
                  <a:lnTo>
                    <a:pt x="24436" y="393146"/>
                  </a:lnTo>
                  <a:lnTo>
                    <a:pt x="12218" y="394428"/>
                  </a:lnTo>
                  <a:lnTo>
                    <a:pt x="0" y="395383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6823730" y="2499183"/>
              <a:ext cx="476507" cy="360886"/>
            </a:xfrm>
            <a:custGeom>
              <a:avLst/>
              <a:pathLst>
                <a:path w="476507" h="360886">
                  <a:moveTo>
                    <a:pt x="0" y="360886"/>
                  </a:moveTo>
                  <a:lnTo>
                    <a:pt x="12218" y="351288"/>
                  </a:lnTo>
                  <a:lnTo>
                    <a:pt x="24436" y="339998"/>
                  </a:lnTo>
                  <a:lnTo>
                    <a:pt x="36654" y="327931"/>
                  </a:lnTo>
                  <a:lnTo>
                    <a:pt x="48872" y="314851"/>
                  </a:lnTo>
                  <a:lnTo>
                    <a:pt x="61090" y="301105"/>
                  </a:lnTo>
                  <a:lnTo>
                    <a:pt x="73308" y="288167"/>
                  </a:lnTo>
                  <a:lnTo>
                    <a:pt x="85526" y="273747"/>
                  </a:lnTo>
                  <a:lnTo>
                    <a:pt x="97745" y="258894"/>
                  </a:lnTo>
                  <a:lnTo>
                    <a:pt x="109963" y="244427"/>
                  </a:lnTo>
                  <a:lnTo>
                    <a:pt x="122181" y="230555"/>
                  </a:lnTo>
                  <a:lnTo>
                    <a:pt x="134399" y="214894"/>
                  </a:lnTo>
                  <a:lnTo>
                    <a:pt x="146617" y="196608"/>
                  </a:lnTo>
                  <a:lnTo>
                    <a:pt x="158835" y="182984"/>
                  </a:lnTo>
                  <a:lnTo>
                    <a:pt x="171053" y="166543"/>
                  </a:lnTo>
                  <a:lnTo>
                    <a:pt x="183272" y="150671"/>
                  </a:lnTo>
                  <a:lnTo>
                    <a:pt x="195490" y="137438"/>
                  </a:lnTo>
                  <a:lnTo>
                    <a:pt x="207708" y="124338"/>
                  </a:lnTo>
                  <a:lnTo>
                    <a:pt x="219926" y="110665"/>
                  </a:lnTo>
                  <a:lnTo>
                    <a:pt x="232144" y="97889"/>
                  </a:lnTo>
                  <a:lnTo>
                    <a:pt x="244362" y="91024"/>
                  </a:lnTo>
                  <a:lnTo>
                    <a:pt x="256580" y="81739"/>
                  </a:lnTo>
                  <a:lnTo>
                    <a:pt x="268799" y="71812"/>
                  </a:lnTo>
                  <a:lnTo>
                    <a:pt x="281017" y="61314"/>
                  </a:lnTo>
                  <a:lnTo>
                    <a:pt x="293235" y="56583"/>
                  </a:lnTo>
                  <a:lnTo>
                    <a:pt x="305453" y="55788"/>
                  </a:lnTo>
                  <a:lnTo>
                    <a:pt x="317671" y="51577"/>
                  </a:lnTo>
                  <a:lnTo>
                    <a:pt x="329889" y="48752"/>
                  </a:lnTo>
                  <a:lnTo>
                    <a:pt x="342107" y="49410"/>
                  </a:lnTo>
                  <a:lnTo>
                    <a:pt x="354326" y="49964"/>
                  </a:lnTo>
                  <a:lnTo>
                    <a:pt x="366544" y="40240"/>
                  </a:lnTo>
                  <a:lnTo>
                    <a:pt x="378762" y="38038"/>
                  </a:lnTo>
                  <a:lnTo>
                    <a:pt x="390980" y="32094"/>
                  </a:lnTo>
                  <a:lnTo>
                    <a:pt x="403198" y="34980"/>
                  </a:lnTo>
                  <a:lnTo>
                    <a:pt x="415416" y="28965"/>
                  </a:lnTo>
                  <a:lnTo>
                    <a:pt x="427634" y="16915"/>
                  </a:lnTo>
                  <a:lnTo>
                    <a:pt x="439852" y="10807"/>
                  </a:lnTo>
                  <a:lnTo>
                    <a:pt x="452071" y="7514"/>
                  </a:lnTo>
                  <a:lnTo>
                    <a:pt x="464289" y="6865"/>
                  </a:lnTo>
                  <a:lnTo>
                    <a:pt x="476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6823730" y="2830547"/>
              <a:ext cx="476507" cy="64019"/>
            </a:xfrm>
            <a:custGeom>
              <a:avLst/>
              <a:pathLst>
                <a:path w="476507" h="64019">
                  <a:moveTo>
                    <a:pt x="476507" y="36117"/>
                  </a:moveTo>
                  <a:lnTo>
                    <a:pt x="464289" y="30144"/>
                  </a:lnTo>
                  <a:lnTo>
                    <a:pt x="452071" y="28111"/>
                  </a:lnTo>
                  <a:lnTo>
                    <a:pt x="439852" y="24876"/>
                  </a:lnTo>
                  <a:lnTo>
                    <a:pt x="427634" y="18893"/>
                  </a:lnTo>
                  <a:lnTo>
                    <a:pt x="415416" y="11686"/>
                  </a:lnTo>
                  <a:lnTo>
                    <a:pt x="403198" y="8151"/>
                  </a:lnTo>
                  <a:lnTo>
                    <a:pt x="390980" y="9009"/>
                  </a:lnTo>
                  <a:lnTo>
                    <a:pt x="378762" y="4758"/>
                  </a:lnTo>
                  <a:lnTo>
                    <a:pt x="366544" y="4604"/>
                  </a:lnTo>
                  <a:lnTo>
                    <a:pt x="354326" y="0"/>
                  </a:lnTo>
                  <a:lnTo>
                    <a:pt x="342107" y="2233"/>
                  </a:lnTo>
                  <a:lnTo>
                    <a:pt x="329889" y="7751"/>
                  </a:lnTo>
                  <a:lnTo>
                    <a:pt x="317671" y="8256"/>
                  </a:lnTo>
                  <a:lnTo>
                    <a:pt x="305453" y="8076"/>
                  </a:lnTo>
                  <a:lnTo>
                    <a:pt x="293235" y="11819"/>
                  </a:lnTo>
                  <a:lnTo>
                    <a:pt x="281017" y="17059"/>
                  </a:lnTo>
                  <a:lnTo>
                    <a:pt x="268799" y="18296"/>
                  </a:lnTo>
                  <a:lnTo>
                    <a:pt x="256580" y="20915"/>
                  </a:lnTo>
                  <a:lnTo>
                    <a:pt x="244362" y="24102"/>
                  </a:lnTo>
                  <a:lnTo>
                    <a:pt x="232144" y="29997"/>
                  </a:lnTo>
                  <a:lnTo>
                    <a:pt x="219926" y="35221"/>
                  </a:lnTo>
                  <a:lnTo>
                    <a:pt x="207708" y="38250"/>
                  </a:lnTo>
                  <a:lnTo>
                    <a:pt x="195490" y="40377"/>
                  </a:lnTo>
                  <a:lnTo>
                    <a:pt x="183272" y="43247"/>
                  </a:lnTo>
                  <a:lnTo>
                    <a:pt x="171053" y="46400"/>
                  </a:lnTo>
                  <a:lnTo>
                    <a:pt x="158835" y="44810"/>
                  </a:lnTo>
                  <a:lnTo>
                    <a:pt x="146617" y="44139"/>
                  </a:lnTo>
                  <a:lnTo>
                    <a:pt x="134399" y="43527"/>
                  </a:lnTo>
                  <a:lnTo>
                    <a:pt x="122181" y="45652"/>
                  </a:lnTo>
                  <a:lnTo>
                    <a:pt x="109963" y="50118"/>
                  </a:lnTo>
                  <a:lnTo>
                    <a:pt x="97745" y="52106"/>
                  </a:lnTo>
                  <a:lnTo>
                    <a:pt x="85526" y="52217"/>
                  </a:lnTo>
                  <a:lnTo>
                    <a:pt x="73308" y="54268"/>
                  </a:lnTo>
                  <a:lnTo>
                    <a:pt x="61090" y="57740"/>
                  </a:lnTo>
                  <a:lnTo>
                    <a:pt x="48872" y="59394"/>
                  </a:lnTo>
                  <a:lnTo>
                    <a:pt x="36654" y="61149"/>
                  </a:lnTo>
                  <a:lnTo>
                    <a:pt x="24436" y="61782"/>
                  </a:lnTo>
                  <a:lnTo>
                    <a:pt x="12218" y="63064"/>
                  </a:lnTo>
                  <a:lnTo>
                    <a:pt x="0" y="64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6530495" y="2479414"/>
              <a:ext cx="806397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tx186"/>
            <p:cNvSpPr/>
            <p:nvPr/>
          </p:nvSpPr>
          <p:spPr>
            <a:xfrm>
              <a:off x="6405709" y="286091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6343553" y="27638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6343553" y="266668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6343553" y="2570935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6281398" y="247245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91" name="pl191"/>
            <p:cNvSpPr/>
            <p:nvPr/>
          </p:nvSpPr>
          <p:spPr>
            <a:xfrm>
              <a:off x="6495700" y="29026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6495700" y="2805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6495700" y="27083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6495700" y="26112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6495700" y="25141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6567149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6811512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7055875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300238" y="29143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6486385" y="29752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6780434" y="29752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6993719" y="29752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7238082" y="29752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6205862" y="31227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205" name="tx205"/>
            <p:cNvSpPr/>
            <p:nvPr/>
          </p:nvSpPr>
          <p:spPr>
            <a:xfrm rot="-5400000">
              <a:off x="5348432" y="2632789"/>
              <a:ext cx="1583903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Nico Z</a:t>
              </a:r>
            </a:p>
          </p:txBody>
        </p:sp>
        <p:sp>
          <p:nvSpPr>
            <p:cNvPr id="206" name="rc206"/>
            <p:cNvSpPr/>
            <p:nvPr/>
          </p:nvSpPr>
          <p:spPr>
            <a:xfrm>
              <a:off x="3291681" y="3324225"/>
              <a:ext cx="1371600" cy="914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3720620" y="3393814"/>
              <a:ext cx="873072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3720620" y="3767781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3720620" y="3672979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3720620" y="3578178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3720620" y="3483377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3892589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4157156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4421723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3720620" y="3815181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3720620" y="3720380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3720620" y="3625579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3720620" y="3530777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3720620" y="3435976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3760305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4024872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4289440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4554007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4130699" y="3570476"/>
              <a:ext cx="423307" cy="189274"/>
            </a:xfrm>
            <a:custGeom>
              <a:avLst/>
              <a:pathLst>
                <a:path w="423307" h="189274">
                  <a:moveTo>
                    <a:pt x="0" y="189274"/>
                  </a:moveTo>
                  <a:lnTo>
                    <a:pt x="13228" y="185093"/>
                  </a:lnTo>
                  <a:lnTo>
                    <a:pt x="26456" y="180838"/>
                  </a:lnTo>
                  <a:lnTo>
                    <a:pt x="39685" y="176210"/>
                  </a:lnTo>
                  <a:lnTo>
                    <a:pt x="52913" y="171437"/>
                  </a:lnTo>
                  <a:lnTo>
                    <a:pt x="66141" y="166398"/>
                  </a:lnTo>
                  <a:lnTo>
                    <a:pt x="79370" y="161412"/>
                  </a:lnTo>
                  <a:lnTo>
                    <a:pt x="92598" y="156441"/>
                  </a:lnTo>
                  <a:lnTo>
                    <a:pt x="105826" y="151101"/>
                  </a:lnTo>
                  <a:lnTo>
                    <a:pt x="119055" y="145706"/>
                  </a:lnTo>
                  <a:lnTo>
                    <a:pt x="132283" y="140137"/>
                  </a:lnTo>
                  <a:lnTo>
                    <a:pt x="145512" y="134445"/>
                  </a:lnTo>
                  <a:lnTo>
                    <a:pt x="158740" y="128537"/>
                  </a:lnTo>
                  <a:lnTo>
                    <a:pt x="171968" y="122522"/>
                  </a:lnTo>
                  <a:lnTo>
                    <a:pt x="185197" y="116225"/>
                  </a:lnTo>
                  <a:lnTo>
                    <a:pt x="198425" y="109777"/>
                  </a:lnTo>
                  <a:lnTo>
                    <a:pt x="211653" y="103362"/>
                  </a:lnTo>
                  <a:lnTo>
                    <a:pt x="224882" y="97117"/>
                  </a:lnTo>
                  <a:lnTo>
                    <a:pt x="238110" y="90744"/>
                  </a:lnTo>
                  <a:lnTo>
                    <a:pt x="251338" y="83875"/>
                  </a:lnTo>
                  <a:lnTo>
                    <a:pt x="264567" y="77144"/>
                  </a:lnTo>
                  <a:lnTo>
                    <a:pt x="277795" y="70170"/>
                  </a:lnTo>
                  <a:lnTo>
                    <a:pt x="291024" y="63534"/>
                  </a:lnTo>
                  <a:lnTo>
                    <a:pt x="304252" y="56486"/>
                  </a:lnTo>
                  <a:lnTo>
                    <a:pt x="317480" y="49941"/>
                  </a:lnTo>
                  <a:lnTo>
                    <a:pt x="330709" y="44067"/>
                  </a:lnTo>
                  <a:lnTo>
                    <a:pt x="343937" y="38789"/>
                  </a:lnTo>
                  <a:lnTo>
                    <a:pt x="357165" y="33094"/>
                  </a:lnTo>
                  <a:lnTo>
                    <a:pt x="370394" y="27916"/>
                  </a:lnTo>
                  <a:lnTo>
                    <a:pt x="383622" y="22173"/>
                  </a:lnTo>
                  <a:lnTo>
                    <a:pt x="396850" y="15283"/>
                  </a:lnTo>
                  <a:lnTo>
                    <a:pt x="410079" y="7844"/>
                  </a:lnTo>
                  <a:lnTo>
                    <a:pt x="4233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30699" y="3413583"/>
              <a:ext cx="423307" cy="395383"/>
            </a:xfrm>
            <a:custGeom>
              <a:avLst/>
              <a:pathLst>
                <a:path w="423307" h="395383">
                  <a:moveTo>
                    <a:pt x="0" y="296950"/>
                  </a:moveTo>
                  <a:lnTo>
                    <a:pt x="13228" y="290619"/>
                  </a:lnTo>
                  <a:lnTo>
                    <a:pt x="26456" y="283790"/>
                  </a:lnTo>
                  <a:lnTo>
                    <a:pt x="39685" y="276633"/>
                  </a:lnTo>
                  <a:lnTo>
                    <a:pt x="52913" y="269459"/>
                  </a:lnTo>
                  <a:lnTo>
                    <a:pt x="66141" y="261731"/>
                  </a:lnTo>
                  <a:lnTo>
                    <a:pt x="79370" y="253920"/>
                  </a:lnTo>
                  <a:lnTo>
                    <a:pt x="92598" y="246419"/>
                  </a:lnTo>
                  <a:lnTo>
                    <a:pt x="105826" y="238268"/>
                  </a:lnTo>
                  <a:lnTo>
                    <a:pt x="119055" y="230274"/>
                  </a:lnTo>
                  <a:lnTo>
                    <a:pt x="132283" y="221650"/>
                  </a:lnTo>
                  <a:lnTo>
                    <a:pt x="145512" y="213399"/>
                  </a:lnTo>
                  <a:lnTo>
                    <a:pt x="158740" y="204768"/>
                  </a:lnTo>
                  <a:lnTo>
                    <a:pt x="171968" y="195793"/>
                  </a:lnTo>
                  <a:lnTo>
                    <a:pt x="185197" y="186549"/>
                  </a:lnTo>
                  <a:lnTo>
                    <a:pt x="198425" y="177006"/>
                  </a:lnTo>
                  <a:lnTo>
                    <a:pt x="211653" y="167840"/>
                  </a:lnTo>
                  <a:lnTo>
                    <a:pt x="224882" y="157991"/>
                  </a:lnTo>
                  <a:lnTo>
                    <a:pt x="238110" y="148350"/>
                  </a:lnTo>
                  <a:lnTo>
                    <a:pt x="251338" y="138680"/>
                  </a:lnTo>
                  <a:lnTo>
                    <a:pt x="264567" y="130146"/>
                  </a:lnTo>
                  <a:lnTo>
                    <a:pt x="277795" y="120708"/>
                  </a:lnTo>
                  <a:lnTo>
                    <a:pt x="291024" y="110912"/>
                  </a:lnTo>
                  <a:lnTo>
                    <a:pt x="304252" y="101633"/>
                  </a:lnTo>
                  <a:lnTo>
                    <a:pt x="317480" y="91710"/>
                  </a:lnTo>
                  <a:lnTo>
                    <a:pt x="330709" y="83068"/>
                  </a:lnTo>
                  <a:lnTo>
                    <a:pt x="343937" y="73916"/>
                  </a:lnTo>
                  <a:lnTo>
                    <a:pt x="357165" y="63846"/>
                  </a:lnTo>
                  <a:lnTo>
                    <a:pt x="370394" y="53850"/>
                  </a:lnTo>
                  <a:lnTo>
                    <a:pt x="383622" y="42169"/>
                  </a:lnTo>
                  <a:lnTo>
                    <a:pt x="396850" y="29087"/>
                  </a:lnTo>
                  <a:lnTo>
                    <a:pt x="410079" y="14875"/>
                  </a:lnTo>
                  <a:lnTo>
                    <a:pt x="423307" y="0"/>
                  </a:lnTo>
                  <a:lnTo>
                    <a:pt x="423307" y="313785"/>
                  </a:lnTo>
                  <a:lnTo>
                    <a:pt x="410079" y="314598"/>
                  </a:lnTo>
                  <a:lnTo>
                    <a:pt x="396850" y="315265"/>
                  </a:lnTo>
                  <a:lnTo>
                    <a:pt x="383622" y="315964"/>
                  </a:lnTo>
                  <a:lnTo>
                    <a:pt x="370394" y="315768"/>
                  </a:lnTo>
                  <a:lnTo>
                    <a:pt x="357165" y="316128"/>
                  </a:lnTo>
                  <a:lnTo>
                    <a:pt x="343937" y="317448"/>
                  </a:lnTo>
                  <a:lnTo>
                    <a:pt x="330709" y="318851"/>
                  </a:lnTo>
                  <a:lnTo>
                    <a:pt x="317480" y="321957"/>
                  </a:lnTo>
                  <a:lnTo>
                    <a:pt x="304252" y="325124"/>
                  </a:lnTo>
                  <a:lnTo>
                    <a:pt x="291024" y="329941"/>
                  </a:lnTo>
                  <a:lnTo>
                    <a:pt x="277795" y="333417"/>
                  </a:lnTo>
                  <a:lnTo>
                    <a:pt x="264567" y="337928"/>
                  </a:lnTo>
                  <a:lnTo>
                    <a:pt x="251338" y="342855"/>
                  </a:lnTo>
                  <a:lnTo>
                    <a:pt x="238110" y="346923"/>
                  </a:lnTo>
                  <a:lnTo>
                    <a:pt x="224882" y="350028"/>
                  </a:lnTo>
                  <a:lnTo>
                    <a:pt x="211653" y="352670"/>
                  </a:lnTo>
                  <a:lnTo>
                    <a:pt x="198425" y="356333"/>
                  </a:lnTo>
                  <a:lnTo>
                    <a:pt x="185197" y="359686"/>
                  </a:lnTo>
                  <a:lnTo>
                    <a:pt x="171968" y="363037"/>
                  </a:lnTo>
                  <a:lnTo>
                    <a:pt x="158740" y="366092"/>
                  </a:lnTo>
                  <a:lnTo>
                    <a:pt x="145512" y="369277"/>
                  </a:lnTo>
                  <a:lnTo>
                    <a:pt x="132283" y="372410"/>
                  </a:lnTo>
                  <a:lnTo>
                    <a:pt x="119055" y="374924"/>
                  </a:lnTo>
                  <a:lnTo>
                    <a:pt x="105826" y="377719"/>
                  </a:lnTo>
                  <a:lnTo>
                    <a:pt x="92598" y="380248"/>
                  </a:lnTo>
                  <a:lnTo>
                    <a:pt x="79370" y="382690"/>
                  </a:lnTo>
                  <a:lnTo>
                    <a:pt x="66141" y="384850"/>
                  </a:lnTo>
                  <a:lnTo>
                    <a:pt x="52913" y="387200"/>
                  </a:lnTo>
                  <a:lnTo>
                    <a:pt x="39685" y="389571"/>
                  </a:lnTo>
                  <a:lnTo>
                    <a:pt x="26456" y="391671"/>
                  </a:lnTo>
                  <a:lnTo>
                    <a:pt x="13228" y="393353"/>
                  </a:lnTo>
                  <a:lnTo>
                    <a:pt x="0" y="395383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4130699" y="3413583"/>
              <a:ext cx="423307" cy="296950"/>
            </a:xfrm>
            <a:custGeom>
              <a:avLst/>
              <a:pathLst>
                <a:path w="423307" h="296950">
                  <a:moveTo>
                    <a:pt x="0" y="296950"/>
                  </a:moveTo>
                  <a:lnTo>
                    <a:pt x="13228" y="290619"/>
                  </a:lnTo>
                  <a:lnTo>
                    <a:pt x="26456" y="283790"/>
                  </a:lnTo>
                  <a:lnTo>
                    <a:pt x="39685" y="276633"/>
                  </a:lnTo>
                  <a:lnTo>
                    <a:pt x="52913" y="269459"/>
                  </a:lnTo>
                  <a:lnTo>
                    <a:pt x="66141" y="261731"/>
                  </a:lnTo>
                  <a:lnTo>
                    <a:pt x="79370" y="253920"/>
                  </a:lnTo>
                  <a:lnTo>
                    <a:pt x="92598" y="246419"/>
                  </a:lnTo>
                  <a:lnTo>
                    <a:pt x="105826" y="238268"/>
                  </a:lnTo>
                  <a:lnTo>
                    <a:pt x="119055" y="230274"/>
                  </a:lnTo>
                  <a:lnTo>
                    <a:pt x="132283" y="221650"/>
                  </a:lnTo>
                  <a:lnTo>
                    <a:pt x="145512" y="213399"/>
                  </a:lnTo>
                  <a:lnTo>
                    <a:pt x="158740" y="204768"/>
                  </a:lnTo>
                  <a:lnTo>
                    <a:pt x="171968" y="195793"/>
                  </a:lnTo>
                  <a:lnTo>
                    <a:pt x="185197" y="186549"/>
                  </a:lnTo>
                  <a:lnTo>
                    <a:pt x="198425" y="177006"/>
                  </a:lnTo>
                  <a:lnTo>
                    <a:pt x="211653" y="167840"/>
                  </a:lnTo>
                  <a:lnTo>
                    <a:pt x="224882" y="157991"/>
                  </a:lnTo>
                  <a:lnTo>
                    <a:pt x="238110" y="148350"/>
                  </a:lnTo>
                  <a:lnTo>
                    <a:pt x="251338" y="138680"/>
                  </a:lnTo>
                  <a:lnTo>
                    <a:pt x="264567" y="130146"/>
                  </a:lnTo>
                  <a:lnTo>
                    <a:pt x="277795" y="120708"/>
                  </a:lnTo>
                  <a:lnTo>
                    <a:pt x="291024" y="110912"/>
                  </a:lnTo>
                  <a:lnTo>
                    <a:pt x="304252" y="101633"/>
                  </a:lnTo>
                  <a:lnTo>
                    <a:pt x="317480" y="91710"/>
                  </a:lnTo>
                  <a:lnTo>
                    <a:pt x="330709" y="83068"/>
                  </a:lnTo>
                  <a:lnTo>
                    <a:pt x="343937" y="73916"/>
                  </a:lnTo>
                  <a:lnTo>
                    <a:pt x="357165" y="63846"/>
                  </a:lnTo>
                  <a:lnTo>
                    <a:pt x="370394" y="53850"/>
                  </a:lnTo>
                  <a:lnTo>
                    <a:pt x="383622" y="42169"/>
                  </a:lnTo>
                  <a:lnTo>
                    <a:pt x="396850" y="29087"/>
                  </a:lnTo>
                  <a:lnTo>
                    <a:pt x="410079" y="14875"/>
                  </a:lnTo>
                  <a:lnTo>
                    <a:pt x="4233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4130699" y="3727368"/>
              <a:ext cx="423307" cy="81598"/>
            </a:xfrm>
            <a:custGeom>
              <a:avLst/>
              <a:pathLst>
                <a:path w="423307" h="81598">
                  <a:moveTo>
                    <a:pt x="423307" y="0"/>
                  </a:moveTo>
                  <a:lnTo>
                    <a:pt x="410079" y="813"/>
                  </a:lnTo>
                  <a:lnTo>
                    <a:pt x="396850" y="1480"/>
                  </a:lnTo>
                  <a:lnTo>
                    <a:pt x="383622" y="2178"/>
                  </a:lnTo>
                  <a:lnTo>
                    <a:pt x="370394" y="1982"/>
                  </a:lnTo>
                  <a:lnTo>
                    <a:pt x="357165" y="2342"/>
                  </a:lnTo>
                  <a:lnTo>
                    <a:pt x="343937" y="3662"/>
                  </a:lnTo>
                  <a:lnTo>
                    <a:pt x="330709" y="5066"/>
                  </a:lnTo>
                  <a:lnTo>
                    <a:pt x="317480" y="8171"/>
                  </a:lnTo>
                  <a:lnTo>
                    <a:pt x="304252" y="11338"/>
                  </a:lnTo>
                  <a:lnTo>
                    <a:pt x="291024" y="16156"/>
                  </a:lnTo>
                  <a:lnTo>
                    <a:pt x="277795" y="19631"/>
                  </a:lnTo>
                  <a:lnTo>
                    <a:pt x="264567" y="24142"/>
                  </a:lnTo>
                  <a:lnTo>
                    <a:pt x="251338" y="29069"/>
                  </a:lnTo>
                  <a:lnTo>
                    <a:pt x="238110" y="33138"/>
                  </a:lnTo>
                  <a:lnTo>
                    <a:pt x="224882" y="36242"/>
                  </a:lnTo>
                  <a:lnTo>
                    <a:pt x="211653" y="38884"/>
                  </a:lnTo>
                  <a:lnTo>
                    <a:pt x="198425" y="42547"/>
                  </a:lnTo>
                  <a:lnTo>
                    <a:pt x="185197" y="45900"/>
                  </a:lnTo>
                  <a:lnTo>
                    <a:pt x="171968" y="49251"/>
                  </a:lnTo>
                  <a:lnTo>
                    <a:pt x="158740" y="52306"/>
                  </a:lnTo>
                  <a:lnTo>
                    <a:pt x="145512" y="55491"/>
                  </a:lnTo>
                  <a:lnTo>
                    <a:pt x="132283" y="58624"/>
                  </a:lnTo>
                  <a:lnTo>
                    <a:pt x="119055" y="61138"/>
                  </a:lnTo>
                  <a:lnTo>
                    <a:pt x="105826" y="63934"/>
                  </a:lnTo>
                  <a:lnTo>
                    <a:pt x="92598" y="66463"/>
                  </a:lnTo>
                  <a:lnTo>
                    <a:pt x="79370" y="68904"/>
                  </a:lnTo>
                  <a:lnTo>
                    <a:pt x="66141" y="71064"/>
                  </a:lnTo>
                  <a:lnTo>
                    <a:pt x="52913" y="73414"/>
                  </a:lnTo>
                  <a:lnTo>
                    <a:pt x="39685" y="75786"/>
                  </a:lnTo>
                  <a:lnTo>
                    <a:pt x="26456" y="77886"/>
                  </a:lnTo>
                  <a:lnTo>
                    <a:pt x="13228" y="79567"/>
                  </a:lnTo>
                  <a:lnTo>
                    <a:pt x="0" y="815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3720620" y="3393814"/>
              <a:ext cx="873072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3595834" y="3773490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3595834" y="3680107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533678" y="358388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533678" y="348908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533678" y="339428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34" name="pl234"/>
            <p:cNvSpPr/>
            <p:nvPr/>
          </p:nvSpPr>
          <p:spPr>
            <a:xfrm>
              <a:off x="3685825" y="38151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3685825" y="37203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3685825" y="36255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3685825" y="35307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3685825" y="34359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3760305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4024872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4289440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4554007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tx243"/>
            <p:cNvSpPr/>
            <p:nvPr/>
          </p:nvSpPr>
          <p:spPr>
            <a:xfrm>
              <a:off x="3679541" y="38896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3993794" y="38896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4227284" y="38896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4491851" y="38896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3429324" y="40371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248" name="tx248"/>
            <p:cNvSpPr/>
            <p:nvPr/>
          </p:nvSpPr>
          <p:spPr>
            <a:xfrm rot="-5400000">
              <a:off x="2697797" y="3546541"/>
              <a:ext cx="1397477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pTau181 - Nico Z</a:t>
              </a:r>
            </a:p>
          </p:txBody>
        </p:sp>
        <p:sp>
          <p:nvSpPr>
            <p:cNvPr id="249" name="rc249"/>
            <p:cNvSpPr/>
            <p:nvPr/>
          </p:nvSpPr>
          <p:spPr>
            <a:xfrm>
              <a:off x="4663281" y="3324225"/>
              <a:ext cx="1371600" cy="914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5063645" y="3393814"/>
              <a:ext cx="901647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5063645" y="3786066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5063645" y="3687908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5063645" y="3589749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5063645" y="3491591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5241242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5514468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5787695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5063645" y="3736987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5063645" y="3638829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5063645" y="3540670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5063645" y="3442512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5104629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5377855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5651082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5924308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5117471" y="3509761"/>
              <a:ext cx="737711" cy="109161"/>
            </a:xfrm>
            <a:custGeom>
              <a:avLst/>
              <a:pathLst>
                <a:path w="737711" h="109161">
                  <a:moveTo>
                    <a:pt x="0" y="109161"/>
                  </a:moveTo>
                  <a:lnTo>
                    <a:pt x="13661" y="104878"/>
                  </a:lnTo>
                  <a:lnTo>
                    <a:pt x="27322" y="100295"/>
                  </a:lnTo>
                  <a:lnTo>
                    <a:pt x="40983" y="95825"/>
                  </a:lnTo>
                  <a:lnTo>
                    <a:pt x="54645" y="91781"/>
                  </a:lnTo>
                  <a:lnTo>
                    <a:pt x="68306" y="87819"/>
                  </a:lnTo>
                  <a:lnTo>
                    <a:pt x="81967" y="83984"/>
                  </a:lnTo>
                  <a:lnTo>
                    <a:pt x="95629" y="80329"/>
                  </a:lnTo>
                  <a:lnTo>
                    <a:pt x="109290" y="77238"/>
                  </a:lnTo>
                  <a:lnTo>
                    <a:pt x="122951" y="74231"/>
                  </a:lnTo>
                  <a:lnTo>
                    <a:pt x="136613" y="70988"/>
                  </a:lnTo>
                  <a:lnTo>
                    <a:pt x="150274" y="67863"/>
                  </a:lnTo>
                  <a:lnTo>
                    <a:pt x="163935" y="64787"/>
                  </a:lnTo>
                  <a:lnTo>
                    <a:pt x="177597" y="61626"/>
                  </a:lnTo>
                  <a:lnTo>
                    <a:pt x="191258" y="58328"/>
                  </a:lnTo>
                  <a:lnTo>
                    <a:pt x="204919" y="53998"/>
                  </a:lnTo>
                  <a:lnTo>
                    <a:pt x="218581" y="49347"/>
                  </a:lnTo>
                  <a:lnTo>
                    <a:pt x="232242" y="44503"/>
                  </a:lnTo>
                  <a:lnTo>
                    <a:pt x="245903" y="39636"/>
                  </a:lnTo>
                  <a:lnTo>
                    <a:pt x="259565" y="34941"/>
                  </a:lnTo>
                  <a:lnTo>
                    <a:pt x="273226" y="30776"/>
                  </a:lnTo>
                  <a:lnTo>
                    <a:pt x="286887" y="25845"/>
                  </a:lnTo>
                  <a:lnTo>
                    <a:pt x="300549" y="20411"/>
                  </a:lnTo>
                  <a:lnTo>
                    <a:pt x="314210" y="15104"/>
                  </a:lnTo>
                  <a:lnTo>
                    <a:pt x="327871" y="11877"/>
                  </a:lnTo>
                  <a:lnTo>
                    <a:pt x="341533" y="8695"/>
                  </a:lnTo>
                  <a:lnTo>
                    <a:pt x="355194" y="6699"/>
                  </a:lnTo>
                  <a:lnTo>
                    <a:pt x="368855" y="5611"/>
                  </a:lnTo>
                  <a:lnTo>
                    <a:pt x="382516" y="3338"/>
                  </a:lnTo>
                  <a:lnTo>
                    <a:pt x="396178" y="1012"/>
                  </a:lnTo>
                  <a:lnTo>
                    <a:pt x="409839" y="0"/>
                  </a:lnTo>
                  <a:lnTo>
                    <a:pt x="423500" y="330"/>
                  </a:lnTo>
                  <a:lnTo>
                    <a:pt x="437162" y="1794"/>
                  </a:lnTo>
                  <a:lnTo>
                    <a:pt x="450823" y="6992"/>
                  </a:lnTo>
                  <a:lnTo>
                    <a:pt x="464484" y="11544"/>
                  </a:lnTo>
                  <a:lnTo>
                    <a:pt x="478146" y="13009"/>
                  </a:lnTo>
                  <a:lnTo>
                    <a:pt x="491807" y="12885"/>
                  </a:lnTo>
                  <a:lnTo>
                    <a:pt x="505468" y="14265"/>
                  </a:lnTo>
                  <a:lnTo>
                    <a:pt x="519130" y="14079"/>
                  </a:lnTo>
                  <a:lnTo>
                    <a:pt x="532791" y="12080"/>
                  </a:lnTo>
                  <a:lnTo>
                    <a:pt x="546452" y="10139"/>
                  </a:lnTo>
                  <a:lnTo>
                    <a:pt x="560114" y="10379"/>
                  </a:lnTo>
                  <a:lnTo>
                    <a:pt x="573775" y="9025"/>
                  </a:lnTo>
                  <a:lnTo>
                    <a:pt x="587436" y="10437"/>
                  </a:lnTo>
                  <a:lnTo>
                    <a:pt x="601098" y="11108"/>
                  </a:lnTo>
                  <a:lnTo>
                    <a:pt x="614759" y="12446"/>
                  </a:lnTo>
                  <a:lnTo>
                    <a:pt x="628420" y="15991"/>
                  </a:lnTo>
                  <a:lnTo>
                    <a:pt x="642082" y="14441"/>
                  </a:lnTo>
                  <a:lnTo>
                    <a:pt x="655743" y="15147"/>
                  </a:lnTo>
                  <a:lnTo>
                    <a:pt x="669404" y="21507"/>
                  </a:lnTo>
                  <a:lnTo>
                    <a:pt x="683066" y="23613"/>
                  </a:lnTo>
                  <a:lnTo>
                    <a:pt x="696727" y="24088"/>
                  </a:lnTo>
                  <a:lnTo>
                    <a:pt x="710388" y="25668"/>
                  </a:lnTo>
                  <a:lnTo>
                    <a:pt x="724049" y="23466"/>
                  </a:lnTo>
                  <a:lnTo>
                    <a:pt x="737711" y="2060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5117471" y="3413583"/>
              <a:ext cx="737711" cy="281269"/>
            </a:xfrm>
            <a:custGeom>
              <a:avLst/>
              <a:pathLst>
                <a:path w="737711" h="281269">
                  <a:moveTo>
                    <a:pt x="0" y="129409"/>
                  </a:moveTo>
                  <a:lnTo>
                    <a:pt x="13661" y="125098"/>
                  </a:lnTo>
                  <a:lnTo>
                    <a:pt x="27322" y="122264"/>
                  </a:lnTo>
                  <a:lnTo>
                    <a:pt x="40983" y="118367"/>
                  </a:lnTo>
                  <a:lnTo>
                    <a:pt x="54645" y="116532"/>
                  </a:lnTo>
                  <a:lnTo>
                    <a:pt x="68306" y="112799"/>
                  </a:lnTo>
                  <a:lnTo>
                    <a:pt x="81967" y="108296"/>
                  </a:lnTo>
                  <a:lnTo>
                    <a:pt x="95629" y="106621"/>
                  </a:lnTo>
                  <a:lnTo>
                    <a:pt x="109290" y="104588"/>
                  </a:lnTo>
                  <a:lnTo>
                    <a:pt x="122951" y="100699"/>
                  </a:lnTo>
                  <a:lnTo>
                    <a:pt x="136613" y="98963"/>
                  </a:lnTo>
                  <a:lnTo>
                    <a:pt x="150274" y="97237"/>
                  </a:lnTo>
                  <a:lnTo>
                    <a:pt x="163935" y="96348"/>
                  </a:lnTo>
                  <a:lnTo>
                    <a:pt x="177597" y="94780"/>
                  </a:lnTo>
                  <a:lnTo>
                    <a:pt x="191258" y="90982"/>
                  </a:lnTo>
                  <a:lnTo>
                    <a:pt x="204919" y="85806"/>
                  </a:lnTo>
                  <a:lnTo>
                    <a:pt x="218581" y="81233"/>
                  </a:lnTo>
                  <a:lnTo>
                    <a:pt x="232242" y="76406"/>
                  </a:lnTo>
                  <a:lnTo>
                    <a:pt x="245903" y="70952"/>
                  </a:lnTo>
                  <a:lnTo>
                    <a:pt x="259565" y="64785"/>
                  </a:lnTo>
                  <a:lnTo>
                    <a:pt x="273226" y="57729"/>
                  </a:lnTo>
                  <a:lnTo>
                    <a:pt x="286887" y="49827"/>
                  </a:lnTo>
                  <a:lnTo>
                    <a:pt x="300549" y="39211"/>
                  </a:lnTo>
                  <a:lnTo>
                    <a:pt x="314210" y="29048"/>
                  </a:lnTo>
                  <a:lnTo>
                    <a:pt x="327871" y="23020"/>
                  </a:lnTo>
                  <a:lnTo>
                    <a:pt x="341533" y="16684"/>
                  </a:lnTo>
                  <a:lnTo>
                    <a:pt x="355194" y="13163"/>
                  </a:lnTo>
                  <a:lnTo>
                    <a:pt x="368855" y="11216"/>
                  </a:lnTo>
                  <a:lnTo>
                    <a:pt x="382516" y="8570"/>
                  </a:lnTo>
                  <a:lnTo>
                    <a:pt x="396178" y="4870"/>
                  </a:lnTo>
                  <a:lnTo>
                    <a:pt x="409839" y="3081"/>
                  </a:lnTo>
                  <a:lnTo>
                    <a:pt x="423500" y="786"/>
                  </a:lnTo>
                  <a:lnTo>
                    <a:pt x="437162" y="46"/>
                  </a:lnTo>
                  <a:lnTo>
                    <a:pt x="450823" y="5860"/>
                  </a:lnTo>
                  <a:lnTo>
                    <a:pt x="464484" y="10695"/>
                  </a:lnTo>
                  <a:lnTo>
                    <a:pt x="478146" y="11316"/>
                  </a:lnTo>
                  <a:lnTo>
                    <a:pt x="491807" y="12117"/>
                  </a:lnTo>
                  <a:lnTo>
                    <a:pt x="505468" y="13255"/>
                  </a:lnTo>
                  <a:lnTo>
                    <a:pt x="519130" y="13454"/>
                  </a:lnTo>
                  <a:lnTo>
                    <a:pt x="532791" y="13839"/>
                  </a:lnTo>
                  <a:lnTo>
                    <a:pt x="546452" y="6666"/>
                  </a:lnTo>
                  <a:lnTo>
                    <a:pt x="560114" y="8384"/>
                  </a:lnTo>
                  <a:lnTo>
                    <a:pt x="573775" y="0"/>
                  </a:lnTo>
                  <a:lnTo>
                    <a:pt x="587436" y="33"/>
                  </a:lnTo>
                  <a:lnTo>
                    <a:pt x="601098" y="1751"/>
                  </a:lnTo>
                  <a:lnTo>
                    <a:pt x="614759" y="2167"/>
                  </a:lnTo>
                  <a:lnTo>
                    <a:pt x="628420" y="7673"/>
                  </a:lnTo>
                  <a:lnTo>
                    <a:pt x="642082" y="2988"/>
                  </a:lnTo>
                  <a:lnTo>
                    <a:pt x="655743" y="4110"/>
                  </a:lnTo>
                  <a:lnTo>
                    <a:pt x="669404" y="11256"/>
                  </a:lnTo>
                  <a:lnTo>
                    <a:pt x="683066" y="11973"/>
                  </a:lnTo>
                  <a:lnTo>
                    <a:pt x="696727" y="15257"/>
                  </a:lnTo>
                  <a:lnTo>
                    <a:pt x="710388" y="19773"/>
                  </a:lnTo>
                  <a:lnTo>
                    <a:pt x="724049" y="15239"/>
                  </a:lnTo>
                  <a:lnTo>
                    <a:pt x="737711" y="10724"/>
                  </a:lnTo>
                  <a:lnTo>
                    <a:pt x="737711" y="222850"/>
                  </a:lnTo>
                  <a:lnTo>
                    <a:pt x="724049" y="224049"/>
                  </a:lnTo>
                  <a:lnTo>
                    <a:pt x="710388" y="223918"/>
                  </a:lnTo>
                  <a:lnTo>
                    <a:pt x="696727" y="225274"/>
                  </a:lnTo>
                  <a:lnTo>
                    <a:pt x="683066" y="227609"/>
                  </a:lnTo>
                  <a:lnTo>
                    <a:pt x="669404" y="224113"/>
                  </a:lnTo>
                  <a:lnTo>
                    <a:pt x="655743" y="218540"/>
                  </a:lnTo>
                  <a:lnTo>
                    <a:pt x="642082" y="218250"/>
                  </a:lnTo>
                  <a:lnTo>
                    <a:pt x="628420" y="216666"/>
                  </a:lnTo>
                  <a:lnTo>
                    <a:pt x="614759" y="215081"/>
                  </a:lnTo>
                  <a:lnTo>
                    <a:pt x="601098" y="212822"/>
                  </a:lnTo>
                  <a:lnTo>
                    <a:pt x="587436" y="213198"/>
                  </a:lnTo>
                  <a:lnTo>
                    <a:pt x="573775" y="210408"/>
                  </a:lnTo>
                  <a:lnTo>
                    <a:pt x="560114" y="204731"/>
                  </a:lnTo>
                  <a:lnTo>
                    <a:pt x="546452" y="205967"/>
                  </a:lnTo>
                  <a:lnTo>
                    <a:pt x="532791" y="202677"/>
                  </a:lnTo>
                  <a:lnTo>
                    <a:pt x="519130" y="207059"/>
                  </a:lnTo>
                  <a:lnTo>
                    <a:pt x="505468" y="207631"/>
                  </a:lnTo>
                  <a:lnTo>
                    <a:pt x="491807" y="206009"/>
                  </a:lnTo>
                  <a:lnTo>
                    <a:pt x="478146" y="207059"/>
                  </a:lnTo>
                  <a:lnTo>
                    <a:pt x="464484" y="204748"/>
                  </a:lnTo>
                  <a:lnTo>
                    <a:pt x="450823" y="200480"/>
                  </a:lnTo>
                  <a:lnTo>
                    <a:pt x="437162" y="195899"/>
                  </a:lnTo>
                  <a:lnTo>
                    <a:pt x="423500" y="192231"/>
                  </a:lnTo>
                  <a:lnTo>
                    <a:pt x="409839" y="189274"/>
                  </a:lnTo>
                  <a:lnTo>
                    <a:pt x="396178" y="189511"/>
                  </a:lnTo>
                  <a:lnTo>
                    <a:pt x="382516" y="190461"/>
                  </a:lnTo>
                  <a:lnTo>
                    <a:pt x="368855" y="192362"/>
                  </a:lnTo>
                  <a:lnTo>
                    <a:pt x="355194" y="192590"/>
                  </a:lnTo>
                  <a:lnTo>
                    <a:pt x="341533" y="193062"/>
                  </a:lnTo>
                  <a:lnTo>
                    <a:pt x="327871" y="193090"/>
                  </a:lnTo>
                  <a:lnTo>
                    <a:pt x="314210" y="193515"/>
                  </a:lnTo>
                  <a:lnTo>
                    <a:pt x="300549" y="193968"/>
                  </a:lnTo>
                  <a:lnTo>
                    <a:pt x="286887" y="194219"/>
                  </a:lnTo>
                  <a:lnTo>
                    <a:pt x="273226" y="196179"/>
                  </a:lnTo>
                  <a:lnTo>
                    <a:pt x="259565" y="197453"/>
                  </a:lnTo>
                  <a:lnTo>
                    <a:pt x="245903" y="200676"/>
                  </a:lnTo>
                  <a:lnTo>
                    <a:pt x="232242" y="204956"/>
                  </a:lnTo>
                  <a:lnTo>
                    <a:pt x="218581" y="209817"/>
                  </a:lnTo>
                  <a:lnTo>
                    <a:pt x="204919" y="214547"/>
                  </a:lnTo>
                  <a:lnTo>
                    <a:pt x="191258" y="218029"/>
                  </a:lnTo>
                  <a:lnTo>
                    <a:pt x="177597" y="220828"/>
                  </a:lnTo>
                  <a:lnTo>
                    <a:pt x="163935" y="225582"/>
                  </a:lnTo>
                  <a:lnTo>
                    <a:pt x="150274" y="230845"/>
                  </a:lnTo>
                  <a:lnTo>
                    <a:pt x="136613" y="235369"/>
                  </a:lnTo>
                  <a:lnTo>
                    <a:pt x="122951" y="240120"/>
                  </a:lnTo>
                  <a:lnTo>
                    <a:pt x="109290" y="242245"/>
                  </a:lnTo>
                  <a:lnTo>
                    <a:pt x="95629" y="246394"/>
                  </a:lnTo>
                  <a:lnTo>
                    <a:pt x="81967" y="252028"/>
                  </a:lnTo>
                  <a:lnTo>
                    <a:pt x="68306" y="255195"/>
                  </a:lnTo>
                  <a:lnTo>
                    <a:pt x="54645" y="259386"/>
                  </a:lnTo>
                  <a:lnTo>
                    <a:pt x="40983" y="265639"/>
                  </a:lnTo>
                  <a:lnTo>
                    <a:pt x="27322" y="270682"/>
                  </a:lnTo>
                  <a:lnTo>
                    <a:pt x="13661" y="277013"/>
                  </a:lnTo>
                  <a:lnTo>
                    <a:pt x="0" y="281269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5117471" y="3413583"/>
              <a:ext cx="737711" cy="129409"/>
            </a:xfrm>
            <a:custGeom>
              <a:avLst/>
              <a:pathLst>
                <a:path w="737711" h="129409">
                  <a:moveTo>
                    <a:pt x="0" y="129409"/>
                  </a:moveTo>
                  <a:lnTo>
                    <a:pt x="13661" y="125098"/>
                  </a:lnTo>
                  <a:lnTo>
                    <a:pt x="27322" y="122264"/>
                  </a:lnTo>
                  <a:lnTo>
                    <a:pt x="40983" y="118367"/>
                  </a:lnTo>
                  <a:lnTo>
                    <a:pt x="54645" y="116532"/>
                  </a:lnTo>
                  <a:lnTo>
                    <a:pt x="68306" y="112799"/>
                  </a:lnTo>
                  <a:lnTo>
                    <a:pt x="81967" y="108296"/>
                  </a:lnTo>
                  <a:lnTo>
                    <a:pt x="95629" y="106621"/>
                  </a:lnTo>
                  <a:lnTo>
                    <a:pt x="109290" y="104588"/>
                  </a:lnTo>
                  <a:lnTo>
                    <a:pt x="122951" y="100699"/>
                  </a:lnTo>
                  <a:lnTo>
                    <a:pt x="136613" y="98963"/>
                  </a:lnTo>
                  <a:lnTo>
                    <a:pt x="150274" y="97237"/>
                  </a:lnTo>
                  <a:lnTo>
                    <a:pt x="163935" y="96348"/>
                  </a:lnTo>
                  <a:lnTo>
                    <a:pt x="177597" y="94780"/>
                  </a:lnTo>
                  <a:lnTo>
                    <a:pt x="191258" y="90982"/>
                  </a:lnTo>
                  <a:lnTo>
                    <a:pt x="204919" y="85806"/>
                  </a:lnTo>
                  <a:lnTo>
                    <a:pt x="218581" y="81233"/>
                  </a:lnTo>
                  <a:lnTo>
                    <a:pt x="232242" y="76406"/>
                  </a:lnTo>
                  <a:lnTo>
                    <a:pt x="245903" y="70952"/>
                  </a:lnTo>
                  <a:lnTo>
                    <a:pt x="259565" y="64785"/>
                  </a:lnTo>
                  <a:lnTo>
                    <a:pt x="273226" y="57729"/>
                  </a:lnTo>
                  <a:lnTo>
                    <a:pt x="286887" y="49827"/>
                  </a:lnTo>
                  <a:lnTo>
                    <a:pt x="300549" y="39211"/>
                  </a:lnTo>
                  <a:lnTo>
                    <a:pt x="314210" y="29048"/>
                  </a:lnTo>
                  <a:lnTo>
                    <a:pt x="327871" y="23020"/>
                  </a:lnTo>
                  <a:lnTo>
                    <a:pt x="341533" y="16684"/>
                  </a:lnTo>
                  <a:lnTo>
                    <a:pt x="355194" y="13163"/>
                  </a:lnTo>
                  <a:lnTo>
                    <a:pt x="368855" y="11216"/>
                  </a:lnTo>
                  <a:lnTo>
                    <a:pt x="382516" y="8570"/>
                  </a:lnTo>
                  <a:lnTo>
                    <a:pt x="396178" y="4870"/>
                  </a:lnTo>
                  <a:lnTo>
                    <a:pt x="409839" y="3081"/>
                  </a:lnTo>
                  <a:lnTo>
                    <a:pt x="423500" y="786"/>
                  </a:lnTo>
                  <a:lnTo>
                    <a:pt x="437162" y="46"/>
                  </a:lnTo>
                  <a:lnTo>
                    <a:pt x="450823" y="5860"/>
                  </a:lnTo>
                  <a:lnTo>
                    <a:pt x="464484" y="10695"/>
                  </a:lnTo>
                  <a:lnTo>
                    <a:pt x="478146" y="11316"/>
                  </a:lnTo>
                  <a:lnTo>
                    <a:pt x="491807" y="12117"/>
                  </a:lnTo>
                  <a:lnTo>
                    <a:pt x="505468" y="13255"/>
                  </a:lnTo>
                  <a:lnTo>
                    <a:pt x="519130" y="13454"/>
                  </a:lnTo>
                  <a:lnTo>
                    <a:pt x="532791" y="13839"/>
                  </a:lnTo>
                  <a:lnTo>
                    <a:pt x="546452" y="6666"/>
                  </a:lnTo>
                  <a:lnTo>
                    <a:pt x="560114" y="8384"/>
                  </a:lnTo>
                  <a:lnTo>
                    <a:pt x="573775" y="0"/>
                  </a:lnTo>
                  <a:lnTo>
                    <a:pt x="587436" y="33"/>
                  </a:lnTo>
                  <a:lnTo>
                    <a:pt x="601098" y="1751"/>
                  </a:lnTo>
                  <a:lnTo>
                    <a:pt x="614759" y="2167"/>
                  </a:lnTo>
                  <a:lnTo>
                    <a:pt x="628420" y="7673"/>
                  </a:lnTo>
                  <a:lnTo>
                    <a:pt x="642082" y="2988"/>
                  </a:lnTo>
                  <a:lnTo>
                    <a:pt x="655743" y="4110"/>
                  </a:lnTo>
                  <a:lnTo>
                    <a:pt x="669404" y="11256"/>
                  </a:lnTo>
                  <a:lnTo>
                    <a:pt x="683066" y="11973"/>
                  </a:lnTo>
                  <a:lnTo>
                    <a:pt x="696727" y="15257"/>
                  </a:lnTo>
                  <a:lnTo>
                    <a:pt x="710388" y="19773"/>
                  </a:lnTo>
                  <a:lnTo>
                    <a:pt x="724049" y="15239"/>
                  </a:lnTo>
                  <a:lnTo>
                    <a:pt x="737711" y="10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5117471" y="3602857"/>
              <a:ext cx="737711" cy="91994"/>
            </a:xfrm>
            <a:custGeom>
              <a:avLst/>
              <a:pathLst>
                <a:path w="737711" h="91994">
                  <a:moveTo>
                    <a:pt x="737711" y="33576"/>
                  </a:moveTo>
                  <a:lnTo>
                    <a:pt x="724049" y="34775"/>
                  </a:lnTo>
                  <a:lnTo>
                    <a:pt x="710388" y="34644"/>
                  </a:lnTo>
                  <a:lnTo>
                    <a:pt x="696727" y="35999"/>
                  </a:lnTo>
                  <a:lnTo>
                    <a:pt x="683066" y="38335"/>
                  </a:lnTo>
                  <a:lnTo>
                    <a:pt x="669404" y="34838"/>
                  </a:lnTo>
                  <a:lnTo>
                    <a:pt x="655743" y="29266"/>
                  </a:lnTo>
                  <a:lnTo>
                    <a:pt x="642082" y="28975"/>
                  </a:lnTo>
                  <a:lnTo>
                    <a:pt x="628420" y="27391"/>
                  </a:lnTo>
                  <a:lnTo>
                    <a:pt x="614759" y="25806"/>
                  </a:lnTo>
                  <a:lnTo>
                    <a:pt x="601098" y="23547"/>
                  </a:lnTo>
                  <a:lnTo>
                    <a:pt x="587436" y="23923"/>
                  </a:lnTo>
                  <a:lnTo>
                    <a:pt x="573775" y="21133"/>
                  </a:lnTo>
                  <a:lnTo>
                    <a:pt x="560114" y="15457"/>
                  </a:lnTo>
                  <a:lnTo>
                    <a:pt x="546452" y="16693"/>
                  </a:lnTo>
                  <a:lnTo>
                    <a:pt x="532791" y="13403"/>
                  </a:lnTo>
                  <a:lnTo>
                    <a:pt x="519130" y="17785"/>
                  </a:lnTo>
                  <a:lnTo>
                    <a:pt x="505468" y="18356"/>
                  </a:lnTo>
                  <a:lnTo>
                    <a:pt x="491807" y="16734"/>
                  </a:lnTo>
                  <a:lnTo>
                    <a:pt x="478146" y="17784"/>
                  </a:lnTo>
                  <a:lnTo>
                    <a:pt x="464484" y="15474"/>
                  </a:lnTo>
                  <a:lnTo>
                    <a:pt x="450823" y="11205"/>
                  </a:lnTo>
                  <a:lnTo>
                    <a:pt x="437162" y="6625"/>
                  </a:lnTo>
                  <a:lnTo>
                    <a:pt x="423500" y="2957"/>
                  </a:lnTo>
                  <a:lnTo>
                    <a:pt x="409839" y="0"/>
                  </a:lnTo>
                  <a:lnTo>
                    <a:pt x="396178" y="236"/>
                  </a:lnTo>
                  <a:lnTo>
                    <a:pt x="382516" y="1186"/>
                  </a:lnTo>
                  <a:lnTo>
                    <a:pt x="368855" y="3087"/>
                  </a:lnTo>
                  <a:lnTo>
                    <a:pt x="355194" y="3316"/>
                  </a:lnTo>
                  <a:lnTo>
                    <a:pt x="341533" y="3788"/>
                  </a:lnTo>
                  <a:lnTo>
                    <a:pt x="327871" y="3816"/>
                  </a:lnTo>
                  <a:lnTo>
                    <a:pt x="314210" y="4241"/>
                  </a:lnTo>
                  <a:lnTo>
                    <a:pt x="300549" y="4693"/>
                  </a:lnTo>
                  <a:lnTo>
                    <a:pt x="286887" y="4945"/>
                  </a:lnTo>
                  <a:lnTo>
                    <a:pt x="273226" y="6905"/>
                  </a:lnTo>
                  <a:lnTo>
                    <a:pt x="259565" y="8179"/>
                  </a:lnTo>
                  <a:lnTo>
                    <a:pt x="245903" y="11401"/>
                  </a:lnTo>
                  <a:lnTo>
                    <a:pt x="232242" y="15682"/>
                  </a:lnTo>
                  <a:lnTo>
                    <a:pt x="218581" y="20543"/>
                  </a:lnTo>
                  <a:lnTo>
                    <a:pt x="204919" y="25272"/>
                  </a:lnTo>
                  <a:lnTo>
                    <a:pt x="191258" y="28754"/>
                  </a:lnTo>
                  <a:lnTo>
                    <a:pt x="177597" y="31553"/>
                  </a:lnTo>
                  <a:lnTo>
                    <a:pt x="163935" y="36308"/>
                  </a:lnTo>
                  <a:lnTo>
                    <a:pt x="150274" y="41571"/>
                  </a:lnTo>
                  <a:lnTo>
                    <a:pt x="136613" y="46094"/>
                  </a:lnTo>
                  <a:lnTo>
                    <a:pt x="122951" y="50845"/>
                  </a:lnTo>
                  <a:lnTo>
                    <a:pt x="109290" y="52970"/>
                  </a:lnTo>
                  <a:lnTo>
                    <a:pt x="95629" y="57119"/>
                  </a:lnTo>
                  <a:lnTo>
                    <a:pt x="81967" y="62753"/>
                  </a:lnTo>
                  <a:lnTo>
                    <a:pt x="68306" y="65920"/>
                  </a:lnTo>
                  <a:lnTo>
                    <a:pt x="54645" y="70111"/>
                  </a:lnTo>
                  <a:lnTo>
                    <a:pt x="40983" y="76364"/>
                  </a:lnTo>
                  <a:lnTo>
                    <a:pt x="27322" y="81407"/>
                  </a:lnTo>
                  <a:lnTo>
                    <a:pt x="13661" y="87739"/>
                  </a:lnTo>
                  <a:lnTo>
                    <a:pt x="0" y="91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5063645" y="3393814"/>
              <a:ext cx="901647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tx271"/>
            <p:cNvSpPr/>
            <p:nvPr/>
          </p:nvSpPr>
          <p:spPr>
            <a:xfrm>
              <a:off x="4901642" y="3696660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4938859" y="359713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4938859" y="350034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4938859" y="3402184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5" name="pl275"/>
            <p:cNvSpPr/>
            <p:nvPr/>
          </p:nvSpPr>
          <p:spPr>
            <a:xfrm>
              <a:off x="5028850" y="37369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5028850" y="36388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5028850" y="35406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5028850" y="34425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5104629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5377855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5651082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5924308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tx283"/>
            <p:cNvSpPr/>
            <p:nvPr/>
          </p:nvSpPr>
          <p:spPr>
            <a:xfrm>
              <a:off x="5023865" y="38896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5346777" y="38896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5588926" y="38896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5862152" y="38896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4786637" y="40371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288" name="tx288"/>
            <p:cNvSpPr/>
            <p:nvPr/>
          </p:nvSpPr>
          <p:spPr>
            <a:xfrm rot="-5400000">
              <a:off x="3987883" y="3546541"/>
              <a:ext cx="1560506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pTau181 - Alamar Z</a:t>
              </a:r>
            </a:p>
          </p:txBody>
        </p:sp>
        <p:sp>
          <p:nvSpPr>
            <p:cNvPr id="289" name="rc289"/>
            <p:cNvSpPr/>
            <p:nvPr/>
          </p:nvSpPr>
          <p:spPr>
            <a:xfrm>
              <a:off x="6034881" y="3324225"/>
              <a:ext cx="1371600" cy="914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6397145" y="3393814"/>
              <a:ext cx="939747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6397145" y="3760453"/>
              <a:ext cx="939747" cy="0"/>
            </a:xfrm>
            <a:custGeom>
              <a:avLst/>
              <a:pathLst>
                <a:path w="939747" h="0">
                  <a:moveTo>
                    <a:pt x="0" y="0"/>
                  </a:moveTo>
                  <a:lnTo>
                    <a:pt x="939747" y="0"/>
                  </a:lnTo>
                  <a:lnTo>
                    <a:pt x="9397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6397145" y="3659931"/>
              <a:ext cx="939747" cy="0"/>
            </a:xfrm>
            <a:custGeom>
              <a:avLst/>
              <a:pathLst>
                <a:path w="939747" h="0">
                  <a:moveTo>
                    <a:pt x="0" y="0"/>
                  </a:moveTo>
                  <a:lnTo>
                    <a:pt x="939747" y="0"/>
                  </a:lnTo>
                  <a:lnTo>
                    <a:pt x="9397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6397145" y="3559409"/>
              <a:ext cx="939747" cy="0"/>
            </a:xfrm>
            <a:custGeom>
              <a:avLst/>
              <a:pathLst>
                <a:path w="939747" h="0">
                  <a:moveTo>
                    <a:pt x="0" y="0"/>
                  </a:moveTo>
                  <a:lnTo>
                    <a:pt x="939747" y="0"/>
                  </a:lnTo>
                  <a:lnTo>
                    <a:pt x="9397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6397145" y="3458887"/>
              <a:ext cx="939747" cy="0"/>
            </a:xfrm>
            <a:custGeom>
              <a:avLst/>
              <a:pathLst>
                <a:path w="939747" h="0">
                  <a:moveTo>
                    <a:pt x="0" y="0"/>
                  </a:moveTo>
                  <a:lnTo>
                    <a:pt x="939747" y="0"/>
                  </a:lnTo>
                  <a:lnTo>
                    <a:pt x="9397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6582247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6867018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151790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6397145" y="3810714"/>
              <a:ext cx="939747" cy="0"/>
            </a:xfrm>
            <a:custGeom>
              <a:avLst/>
              <a:pathLst>
                <a:path w="939747" h="0">
                  <a:moveTo>
                    <a:pt x="0" y="0"/>
                  </a:moveTo>
                  <a:lnTo>
                    <a:pt x="939747" y="0"/>
                  </a:lnTo>
                  <a:lnTo>
                    <a:pt x="9397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6397145" y="3710192"/>
              <a:ext cx="939747" cy="0"/>
            </a:xfrm>
            <a:custGeom>
              <a:avLst/>
              <a:pathLst>
                <a:path w="939747" h="0">
                  <a:moveTo>
                    <a:pt x="0" y="0"/>
                  </a:moveTo>
                  <a:lnTo>
                    <a:pt x="939747" y="0"/>
                  </a:lnTo>
                  <a:lnTo>
                    <a:pt x="9397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6397145" y="3609670"/>
              <a:ext cx="939747" cy="0"/>
            </a:xfrm>
            <a:custGeom>
              <a:avLst/>
              <a:pathLst>
                <a:path w="939747" h="0">
                  <a:moveTo>
                    <a:pt x="0" y="0"/>
                  </a:moveTo>
                  <a:lnTo>
                    <a:pt x="939747" y="0"/>
                  </a:lnTo>
                  <a:lnTo>
                    <a:pt x="9397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6397145" y="3509148"/>
              <a:ext cx="939747" cy="0"/>
            </a:xfrm>
            <a:custGeom>
              <a:avLst/>
              <a:pathLst>
                <a:path w="939747" h="0">
                  <a:moveTo>
                    <a:pt x="0" y="0"/>
                  </a:moveTo>
                  <a:lnTo>
                    <a:pt x="939747" y="0"/>
                  </a:lnTo>
                  <a:lnTo>
                    <a:pt x="9397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6397145" y="3408626"/>
              <a:ext cx="939747" cy="0"/>
            </a:xfrm>
            <a:custGeom>
              <a:avLst/>
              <a:pathLst>
                <a:path w="939747" h="0">
                  <a:moveTo>
                    <a:pt x="0" y="0"/>
                  </a:moveTo>
                  <a:lnTo>
                    <a:pt x="939747" y="0"/>
                  </a:lnTo>
                  <a:lnTo>
                    <a:pt x="9397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6439861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6724632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009404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294176" y="33938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6667678" y="3506869"/>
              <a:ext cx="626498" cy="241668"/>
            </a:xfrm>
            <a:custGeom>
              <a:avLst/>
              <a:pathLst>
                <a:path w="626498" h="241668">
                  <a:moveTo>
                    <a:pt x="0" y="241668"/>
                  </a:moveTo>
                  <a:lnTo>
                    <a:pt x="14238" y="219188"/>
                  </a:lnTo>
                  <a:lnTo>
                    <a:pt x="28477" y="193854"/>
                  </a:lnTo>
                  <a:lnTo>
                    <a:pt x="42715" y="166683"/>
                  </a:lnTo>
                  <a:lnTo>
                    <a:pt x="56954" y="135342"/>
                  </a:lnTo>
                  <a:lnTo>
                    <a:pt x="71192" y="115107"/>
                  </a:lnTo>
                  <a:lnTo>
                    <a:pt x="85431" y="91567"/>
                  </a:lnTo>
                  <a:lnTo>
                    <a:pt x="99670" y="66926"/>
                  </a:lnTo>
                  <a:lnTo>
                    <a:pt x="113908" y="53484"/>
                  </a:lnTo>
                  <a:lnTo>
                    <a:pt x="128147" y="42299"/>
                  </a:lnTo>
                  <a:lnTo>
                    <a:pt x="142385" y="31303"/>
                  </a:lnTo>
                  <a:lnTo>
                    <a:pt x="156624" y="20840"/>
                  </a:lnTo>
                  <a:lnTo>
                    <a:pt x="170863" y="12100"/>
                  </a:lnTo>
                  <a:lnTo>
                    <a:pt x="185101" y="6778"/>
                  </a:lnTo>
                  <a:lnTo>
                    <a:pt x="199340" y="2385"/>
                  </a:lnTo>
                  <a:lnTo>
                    <a:pt x="213578" y="0"/>
                  </a:lnTo>
                  <a:lnTo>
                    <a:pt x="227817" y="5082"/>
                  </a:lnTo>
                  <a:lnTo>
                    <a:pt x="242056" y="9231"/>
                  </a:lnTo>
                  <a:lnTo>
                    <a:pt x="256294" y="12354"/>
                  </a:lnTo>
                  <a:lnTo>
                    <a:pt x="270533" y="15191"/>
                  </a:lnTo>
                  <a:lnTo>
                    <a:pt x="284771" y="13315"/>
                  </a:lnTo>
                  <a:lnTo>
                    <a:pt x="299010" y="16760"/>
                  </a:lnTo>
                  <a:lnTo>
                    <a:pt x="313249" y="19699"/>
                  </a:lnTo>
                  <a:lnTo>
                    <a:pt x="327487" y="19588"/>
                  </a:lnTo>
                  <a:lnTo>
                    <a:pt x="341726" y="21816"/>
                  </a:lnTo>
                  <a:lnTo>
                    <a:pt x="355964" y="18908"/>
                  </a:lnTo>
                  <a:lnTo>
                    <a:pt x="370203" y="21195"/>
                  </a:lnTo>
                  <a:lnTo>
                    <a:pt x="384442" y="18196"/>
                  </a:lnTo>
                  <a:lnTo>
                    <a:pt x="398680" y="16395"/>
                  </a:lnTo>
                  <a:lnTo>
                    <a:pt x="412919" y="24932"/>
                  </a:lnTo>
                  <a:lnTo>
                    <a:pt x="427157" y="35833"/>
                  </a:lnTo>
                  <a:lnTo>
                    <a:pt x="441396" y="34624"/>
                  </a:lnTo>
                  <a:lnTo>
                    <a:pt x="455634" y="35486"/>
                  </a:lnTo>
                  <a:lnTo>
                    <a:pt x="469873" y="34395"/>
                  </a:lnTo>
                  <a:lnTo>
                    <a:pt x="484112" y="33599"/>
                  </a:lnTo>
                  <a:lnTo>
                    <a:pt x="498350" y="32549"/>
                  </a:lnTo>
                  <a:lnTo>
                    <a:pt x="512589" y="31499"/>
                  </a:lnTo>
                  <a:lnTo>
                    <a:pt x="526827" y="30449"/>
                  </a:lnTo>
                  <a:lnTo>
                    <a:pt x="541066" y="29398"/>
                  </a:lnTo>
                  <a:lnTo>
                    <a:pt x="555305" y="32043"/>
                  </a:lnTo>
                  <a:lnTo>
                    <a:pt x="569543" y="33626"/>
                  </a:lnTo>
                  <a:lnTo>
                    <a:pt x="583782" y="31282"/>
                  </a:lnTo>
                  <a:lnTo>
                    <a:pt x="598020" y="28938"/>
                  </a:lnTo>
                  <a:lnTo>
                    <a:pt x="612259" y="26594"/>
                  </a:lnTo>
                  <a:lnTo>
                    <a:pt x="626498" y="2425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667678" y="3413583"/>
              <a:ext cx="626498" cy="395383"/>
            </a:xfrm>
            <a:custGeom>
              <a:avLst/>
              <a:pathLst>
                <a:path w="626498" h="395383">
                  <a:moveTo>
                    <a:pt x="0" y="274526"/>
                  </a:moveTo>
                  <a:lnTo>
                    <a:pt x="14238" y="254997"/>
                  </a:lnTo>
                  <a:lnTo>
                    <a:pt x="28477" y="237161"/>
                  </a:lnTo>
                  <a:lnTo>
                    <a:pt x="42715" y="214913"/>
                  </a:lnTo>
                  <a:lnTo>
                    <a:pt x="56954" y="184825"/>
                  </a:lnTo>
                  <a:lnTo>
                    <a:pt x="71192" y="159946"/>
                  </a:lnTo>
                  <a:lnTo>
                    <a:pt x="85431" y="129006"/>
                  </a:lnTo>
                  <a:lnTo>
                    <a:pt x="99670" y="99938"/>
                  </a:lnTo>
                  <a:lnTo>
                    <a:pt x="113908" y="84149"/>
                  </a:lnTo>
                  <a:lnTo>
                    <a:pt x="128147" y="67213"/>
                  </a:lnTo>
                  <a:lnTo>
                    <a:pt x="142385" y="56075"/>
                  </a:lnTo>
                  <a:lnTo>
                    <a:pt x="156624" y="47181"/>
                  </a:lnTo>
                  <a:lnTo>
                    <a:pt x="170863" y="39884"/>
                  </a:lnTo>
                  <a:lnTo>
                    <a:pt x="185101" y="26748"/>
                  </a:lnTo>
                  <a:lnTo>
                    <a:pt x="199340" y="19745"/>
                  </a:lnTo>
                  <a:lnTo>
                    <a:pt x="213578" y="12472"/>
                  </a:lnTo>
                  <a:lnTo>
                    <a:pt x="227817" y="10918"/>
                  </a:lnTo>
                  <a:lnTo>
                    <a:pt x="242056" y="9213"/>
                  </a:lnTo>
                  <a:lnTo>
                    <a:pt x="256294" y="6954"/>
                  </a:lnTo>
                  <a:lnTo>
                    <a:pt x="270533" y="4790"/>
                  </a:lnTo>
                  <a:lnTo>
                    <a:pt x="284771" y="1898"/>
                  </a:lnTo>
                  <a:lnTo>
                    <a:pt x="299010" y="5712"/>
                  </a:lnTo>
                  <a:lnTo>
                    <a:pt x="313249" y="5849"/>
                  </a:lnTo>
                  <a:lnTo>
                    <a:pt x="327487" y="3815"/>
                  </a:lnTo>
                  <a:lnTo>
                    <a:pt x="341726" y="5204"/>
                  </a:lnTo>
                  <a:lnTo>
                    <a:pt x="355964" y="3350"/>
                  </a:lnTo>
                  <a:lnTo>
                    <a:pt x="370203" y="5009"/>
                  </a:lnTo>
                  <a:lnTo>
                    <a:pt x="384442" y="2759"/>
                  </a:lnTo>
                  <a:lnTo>
                    <a:pt x="398680" y="0"/>
                  </a:lnTo>
                  <a:lnTo>
                    <a:pt x="412919" y="5989"/>
                  </a:lnTo>
                  <a:lnTo>
                    <a:pt x="427157" y="16344"/>
                  </a:lnTo>
                  <a:lnTo>
                    <a:pt x="441396" y="20122"/>
                  </a:lnTo>
                  <a:lnTo>
                    <a:pt x="455634" y="30038"/>
                  </a:lnTo>
                  <a:lnTo>
                    <a:pt x="469873" y="36372"/>
                  </a:lnTo>
                  <a:lnTo>
                    <a:pt x="484112" y="41617"/>
                  </a:lnTo>
                  <a:lnTo>
                    <a:pt x="498350" y="46148"/>
                  </a:lnTo>
                  <a:lnTo>
                    <a:pt x="512589" y="49643"/>
                  </a:lnTo>
                  <a:lnTo>
                    <a:pt x="526827" y="52494"/>
                  </a:lnTo>
                  <a:lnTo>
                    <a:pt x="541066" y="54590"/>
                  </a:lnTo>
                  <a:lnTo>
                    <a:pt x="555305" y="57954"/>
                  </a:lnTo>
                  <a:lnTo>
                    <a:pt x="569543" y="64509"/>
                  </a:lnTo>
                  <a:lnTo>
                    <a:pt x="583782" y="62861"/>
                  </a:lnTo>
                  <a:lnTo>
                    <a:pt x="598020" y="61057"/>
                  </a:lnTo>
                  <a:lnTo>
                    <a:pt x="612259" y="59093"/>
                  </a:lnTo>
                  <a:lnTo>
                    <a:pt x="626498" y="56967"/>
                  </a:lnTo>
                  <a:lnTo>
                    <a:pt x="626498" y="178106"/>
                  </a:lnTo>
                  <a:lnTo>
                    <a:pt x="612259" y="180668"/>
                  </a:lnTo>
                  <a:lnTo>
                    <a:pt x="598020" y="183392"/>
                  </a:lnTo>
                  <a:lnTo>
                    <a:pt x="583782" y="186276"/>
                  </a:lnTo>
                  <a:lnTo>
                    <a:pt x="569543" y="189316"/>
                  </a:lnTo>
                  <a:lnTo>
                    <a:pt x="555305" y="192705"/>
                  </a:lnTo>
                  <a:lnTo>
                    <a:pt x="541066" y="190780"/>
                  </a:lnTo>
                  <a:lnTo>
                    <a:pt x="526827" y="194977"/>
                  </a:lnTo>
                  <a:lnTo>
                    <a:pt x="512589" y="199928"/>
                  </a:lnTo>
                  <a:lnTo>
                    <a:pt x="498350" y="205523"/>
                  </a:lnTo>
                  <a:lnTo>
                    <a:pt x="484112" y="212155"/>
                  </a:lnTo>
                  <a:lnTo>
                    <a:pt x="469873" y="218991"/>
                  </a:lnTo>
                  <a:lnTo>
                    <a:pt x="455634" y="227507"/>
                  </a:lnTo>
                  <a:lnTo>
                    <a:pt x="441396" y="235699"/>
                  </a:lnTo>
                  <a:lnTo>
                    <a:pt x="427157" y="241896"/>
                  </a:lnTo>
                  <a:lnTo>
                    <a:pt x="412919" y="230447"/>
                  </a:lnTo>
                  <a:lnTo>
                    <a:pt x="398680" y="219364"/>
                  </a:lnTo>
                  <a:lnTo>
                    <a:pt x="384442" y="220207"/>
                  </a:lnTo>
                  <a:lnTo>
                    <a:pt x="370203" y="223955"/>
                  </a:lnTo>
                  <a:lnTo>
                    <a:pt x="355964" y="221040"/>
                  </a:lnTo>
                  <a:lnTo>
                    <a:pt x="341726" y="225002"/>
                  </a:lnTo>
                  <a:lnTo>
                    <a:pt x="327487" y="221934"/>
                  </a:lnTo>
                  <a:lnTo>
                    <a:pt x="313249" y="220123"/>
                  </a:lnTo>
                  <a:lnTo>
                    <a:pt x="299010" y="214381"/>
                  </a:lnTo>
                  <a:lnTo>
                    <a:pt x="284771" y="211306"/>
                  </a:lnTo>
                  <a:lnTo>
                    <a:pt x="270533" y="212164"/>
                  </a:lnTo>
                  <a:lnTo>
                    <a:pt x="256294" y="204327"/>
                  </a:lnTo>
                  <a:lnTo>
                    <a:pt x="242056" y="195822"/>
                  </a:lnTo>
                  <a:lnTo>
                    <a:pt x="227817" y="185820"/>
                  </a:lnTo>
                  <a:lnTo>
                    <a:pt x="213578" y="174100"/>
                  </a:lnTo>
                  <a:lnTo>
                    <a:pt x="199340" y="171599"/>
                  </a:lnTo>
                  <a:lnTo>
                    <a:pt x="185101" y="173380"/>
                  </a:lnTo>
                  <a:lnTo>
                    <a:pt x="170863" y="170889"/>
                  </a:lnTo>
                  <a:lnTo>
                    <a:pt x="156624" y="181073"/>
                  </a:lnTo>
                  <a:lnTo>
                    <a:pt x="142385" y="193105"/>
                  </a:lnTo>
                  <a:lnTo>
                    <a:pt x="128147" y="203958"/>
                  </a:lnTo>
                  <a:lnTo>
                    <a:pt x="113908" y="209391"/>
                  </a:lnTo>
                  <a:lnTo>
                    <a:pt x="99670" y="220488"/>
                  </a:lnTo>
                  <a:lnTo>
                    <a:pt x="85431" y="240701"/>
                  </a:lnTo>
                  <a:lnTo>
                    <a:pt x="71192" y="256842"/>
                  </a:lnTo>
                  <a:lnTo>
                    <a:pt x="56954" y="272433"/>
                  </a:lnTo>
                  <a:lnTo>
                    <a:pt x="42715" y="305026"/>
                  </a:lnTo>
                  <a:lnTo>
                    <a:pt x="28477" y="337120"/>
                  </a:lnTo>
                  <a:lnTo>
                    <a:pt x="14238" y="369953"/>
                  </a:lnTo>
                  <a:lnTo>
                    <a:pt x="0" y="395383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6667678" y="3413583"/>
              <a:ext cx="626498" cy="274526"/>
            </a:xfrm>
            <a:custGeom>
              <a:avLst/>
              <a:pathLst>
                <a:path w="626498" h="274526">
                  <a:moveTo>
                    <a:pt x="0" y="274526"/>
                  </a:moveTo>
                  <a:lnTo>
                    <a:pt x="14238" y="254997"/>
                  </a:lnTo>
                  <a:lnTo>
                    <a:pt x="28477" y="237161"/>
                  </a:lnTo>
                  <a:lnTo>
                    <a:pt x="42715" y="214913"/>
                  </a:lnTo>
                  <a:lnTo>
                    <a:pt x="56954" y="184825"/>
                  </a:lnTo>
                  <a:lnTo>
                    <a:pt x="71192" y="159946"/>
                  </a:lnTo>
                  <a:lnTo>
                    <a:pt x="85431" y="129006"/>
                  </a:lnTo>
                  <a:lnTo>
                    <a:pt x="99670" y="99938"/>
                  </a:lnTo>
                  <a:lnTo>
                    <a:pt x="113908" y="84149"/>
                  </a:lnTo>
                  <a:lnTo>
                    <a:pt x="128147" y="67213"/>
                  </a:lnTo>
                  <a:lnTo>
                    <a:pt x="142385" y="56075"/>
                  </a:lnTo>
                  <a:lnTo>
                    <a:pt x="156624" y="47181"/>
                  </a:lnTo>
                  <a:lnTo>
                    <a:pt x="170863" y="39884"/>
                  </a:lnTo>
                  <a:lnTo>
                    <a:pt x="185101" y="26748"/>
                  </a:lnTo>
                  <a:lnTo>
                    <a:pt x="199340" y="19745"/>
                  </a:lnTo>
                  <a:lnTo>
                    <a:pt x="213578" y="12472"/>
                  </a:lnTo>
                  <a:lnTo>
                    <a:pt x="227817" y="10918"/>
                  </a:lnTo>
                  <a:lnTo>
                    <a:pt x="242056" y="9213"/>
                  </a:lnTo>
                  <a:lnTo>
                    <a:pt x="256294" y="6954"/>
                  </a:lnTo>
                  <a:lnTo>
                    <a:pt x="270533" y="4790"/>
                  </a:lnTo>
                  <a:lnTo>
                    <a:pt x="284771" y="1898"/>
                  </a:lnTo>
                  <a:lnTo>
                    <a:pt x="299010" y="5712"/>
                  </a:lnTo>
                  <a:lnTo>
                    <a:pt x="313249" y="5849"/>
                  </a:lnTo>
                  <a:lnTo>
                    <a:pt x="327487" y="3815"/>
                  </a:lnTo>
                  <a:lnTo>
                    <a:pt x="341726" y="5204"/>
                  </a:lnTo>
                  <a:lnTo>
                    <a:pt x="355964" y="3350"/>
                  </a:lnTo>
                  <a:lnTo>
                    <a:pt x="370203" y="5009"/>
                  </a:lnTo>
                  <a:lnTo>
                    <a:pt x="384442" y="2759"/>
                  </a:lnTo>
                  <a:lnTo>
                    <a:pt x="398680" y="0"/>
                  </a:lnTo>
                  <a:lnTo>
                    <a:pt x="412919" y="5989"/>
                  </a:lnTo>
                  <a:lnTo>
                    <a:pt x="427157" y="16344"/>
                  </a:lnTo>
                  <a:lnTo>
                    <a:pt x="441396" y="20122"/>
                  </a:lnTo>
                  <a:lnTo>
                    <a:pt x="455634" y="30038"/>
                  </a:lnTo>
                  <a:lnTo>
                    <a:pt x="469873" y="36372"/>
                  </a:lnTo>
                  <a:lnTo>
                    <a:pt x="484112" y="41617"/>
                  </a:lnTo>
                  <a:lnTo>
                    <a:pt x="498350" y="46148"/>
                  </a:lnTo>
                  <a:lnTo>
                    <a:pt x="512589" y="49643"/>
                  </a:lnTo>
                  <a:lnTo>
                    <a:pt x="526827" y="52494"/>
                  </a:lnTo>
                  <a:lnTo>
                    <a:pt x="541066" y="54590"/>
                  </a:lnTo>
                  <a:lnTo>
                    <a:pt x="555305" y="57954"/>
                  </a:lnTo>
                  <a:lnTo>
                    <a:pt x="569543" y="64509"/>
                  </a:lnTo>
                  <a:lnTo>
                    <a:pt x="583782" y="62861"/>
                  </a:lnTo>
                  <a:lnTo>
                    <a:pt x="598020" y="61057"/>
                  </a:lnTo>
                  <a:lnTo>
                    <a:pt x="612259" y="59093"/>
                  </a:lnTo>
                  <a:lnTo>
                    <a:pt x="626498" y="5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6667678" y="3584472"/>
              <a:ext cx="626498" cy="224494"/>
            </a:xfrm>
            <a:custGeom>
              <a:avLst/>
              <a:pathLst>
                <a:path w="626498" h="224494">
                  <a:moveTo>
                    <a:pt x="626498" y="7217"/>
                  </a:moveTo>
                  <a:lnTo>
                    <a:pt x="612259" y="9779"/>
                  </a:lnTo>
                  <a:lnTo>
                    <a:pt x="598020" y="12503"/>
                  </a:lnTo>
                  <a:lnTo>
                    <a:pt x="583782" y="15387"/>
                  </a:lnTo>
                  <a:lnTo>
                    <a:pt x="569543" y="18426"/>
                  </a:lnTo>
                  <a:lnTo>
                    <a:pt x="555305" y="21816"/>
                  </a:lnTo>
                  <a:lnTo>
                    <a:pt x="541066" y="19891"/>
                  </a:lnTo>
                  <a:lnTo>
                    <a:pt x="526827" y="24088"/>
                  </a:lnTo>
                  <a:lnTo>
                    <a:pt x="512589" y="29039"/>
                  </a:lnTo>
                  <a:lnTo>
                    <a:pt x="498350" y="34634"/>
                  </a:lnTo>
                  <a:lnTo>
                    <a:pt x="484112" y="41266"/>
                  </a:lnTo>
                  <a:lnTo>
                    <a:pt x="469873" y="48102"/>
                  </a:lnTo>
                  <a:lnTo>
                    <a:pt x="455634" y="56618"/>
                  </a:lnTo>
                  <a:lnTo>
                    <a:pt x="441396" y="64810"/>
                  </a:lnTo>
                  <a:lnTo>
                    <a:pt x="427157" y="71007"/>
                  </a:lnTo>
                  <a:lnTo>
                    <a:pt x="412919" y="59558"/>
                  </a:lnTo>
                  <a:lnTo>
                    <a:pt x="398680" y="48475"/>
                  </a:lnTo>
                  <a:lnTo>
                    <a:pt x="384442" y="49318"/>
                  </a:lnTo>
                  <a:lnTo>
                    <a:pt x="370203" y="53066"/>
                  </a:lnTo>
                  <a:lnTo>
                    <a:pt x="355964" y="50151"/>
                  </a:lnTo>
                  <a:lnTo>
                    <a:pt x="341726" y="54113"/>
                  </a:lnTo>
                  <a:lnTo>
                    <a:pt x="327487" y="51045"/>
                  </a:lnTo>
                  <a:lnTo>
                    <a:pt x="313249" y="49234"/>
                  </a:lnTo>
                  <a:lnTo>
                    <a:pt x="299010" y="43492"/>
                  </a:lnTo>
                  <a:lnTo>
                    <a:pt x="284771" y="40416"/>
                  </a:lnTo>
                  <a:lnTo>
                    <a:pt x="270533" y="41275"/>
                  </a:lnTo>
                  <a:lnTo>
                    <a:pt x="256294" y="33438"/>
                  </a:lnTo>
                  <a:lnTo>
                    <a:pt x="242056" y="24933"/>
                  </a:lnTo>
                  <a:lnTo>
                    <a:pt x="227817" y="14931"/>
                  </a:lnTo>
                  <a:lnTo>
                    <a:pt x="213578" y="3211"/>
                  </a:lnTo>
                  <a:lnTo>
                    <a:pt x="199340" y="710"/>
                  </a:lnTo>
                  <a:lnTo>
                    <a:pt x="185101" y="2491"/>
                  </a:lnTo>
                  <a:lnTo>
                    <a:pt x="170863" y="0"/>
                  </a:lnTo>
                  <a:lnTo>
                    <a:pt x="156624" y="10184"/>
                  </a:lnTo>
                  <a:lnTo>
                    <a:pt x="142385" y="22216"/>
                  </a:lnTo>
                  <a:lnTo>
                    <a:pt x="128147" y="33069"/>
                  </a:lnTo>
                  <a:lnTo>
                    <a:pt x="113908" y="38502"/>
                  </a:lnTo>
                  <a:lnTo>
                    <a:pt x="99670" y="49599"/>
                  </a:lnTo>
                  <a:lnTo>
                    <a:pt x="85431" y="69812"/>
                  </a:lnTo>
                  <a:lnTo>
                    <a:pt x="71192" y="85953"/>
                  </a:lnTo>
                  <a:lnTo>
                    <a:pt x="56954" y="101544"/>
                  </a:lnTo>
                  <a:lnTo>
                    <a:pt x="42715" y="134137"/>
                  </a:lnTo>
                  <a:lnTo>
                    <a:pt x="28477" y="166231"/>
                  </a:lnTo>
                  <a:lnTo>
                    <a:pt x="14238" y="199064"/>
                  </a:lnTo>
                  <a:lnTo>
                    <a:pt x="0" y="22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6397145" y="3393814"/>
              <a:ext cx="939747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tx312"/>
            <p:cNvSpPr/>
            <p:nvPr/>
          </p:nvSpPr>
          <p:spPr>
            <a:xfrm>
              <a:off x="6272359" y="376902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6272359" y="3669864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6272359" y="3569342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6272359" y="3467402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6272359" y="3368626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17" name="pl317"/>
            <p:cNvSpPr/>
            <p:nvPr/>
          </p:nvSpPr>
          <p:spPr>
            <a:xfrm>
              <a:off x="6362350" y="38107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6362350" y="37101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6362350" y="36096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6362350" y="35091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6362350" y="34086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6439861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6724632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009404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294176" y="38287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tx326"/>
            <p:cNvSpPr/>
            <p:nvPr/>
          </p:nvSpPr>
          <p:spPr>
            <a:xfrm>
              <a:off x="6359097" y="38896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6693555" y="38896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6947249" y="38896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7232021" y="38896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6139187" y="40371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331" name="tx331"/>
            <p:cNvSpPr/>
            <p:nvPr/>
          </p:nvSpPr>
          <p:spPr>
            <a:xfrm rot="-5400000">
              <a:off x="5266918" y="3547189"/>
              <a:ext cx="1746932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Alamar Z</a:t>
              </a:r>
            </a:p>
          </p:txBody>
        </p:sp>
        <p:sp>
          <p:nvSpPr>
            <p:cNvPr id="332" name="rc332"/>
            <p:cNvSpPr/>
            <p:nvPr/>
          </p:nvSpPr>
          <p:spPr>
            <a:xfrm>
              <a:off x="3291681" y="4238625"/>
              <a:ext cx="1371600" cy="914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3720620" y="4308214"/>
              <a:ext cx="873072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3720620" y="4683220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3720620" y="4589747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3720620" y="4496273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3720620" y="4402800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3720620" y="4309326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3892589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4157156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4421723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3720620" y="4729957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3720620" y="4636483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3720620" y="4543010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3720620" y="4449536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3720620" y="4356063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3760305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4024872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4289440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4554007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3985187" y="4427801"/>
              <a:ext cx="568819" cy="288477"/>
            </a:xfrm>
            <a:custGeom>
              <a:avLst/>
              <a:pathLst>
                <a:path w="568819" h="288477">
                  <a:moveTo>
                    <a:pt x="0" y="288477"/>
                  </a:moveTo>
                  <a:lnTo>
                    <a:pt x="13228" y="286950"/>
                  </a:lnTo>
                  <a:lnTo>
                    <a:pt x="26456" y="285347"/>
                  </a:lnTo>
                  <a:lnTo>
                    <a:pt x="39685" y="283630"/>
                  </a:lnTo>
                  <a:lnTo>
                    <a:pt x="52913" y="281522"/>
                  </a:lnTo>
                  <a:lnTo>
                    <a:pt x="66141" y="279236"/>
                  </a:lnTo>
                  <a:lnTo>
                    <a:pt x="79370" y="276813"/>
                  </a:lnTo>
                  <a:lnTo>
                    <a:pt x="92598" y="274260"/>
                  </a:lnTo>
                  <a:lnTo>
                    <a:pt x="105826" y="271646"/>
                  </a:lnTo>
                  <a:lnTo>
                    <a:pt x="119055" y="268927"/>
                  </a:lnTo>
                  <a:lnTo>
                    <a:pt x="132283" y="266031"/>
                  </a:lnTo>
                  <a:lnTo>
                    <a:pt x="145512" y="263053"/>
                  </a:lnTo>
                  <a:lnTo>
                    <a:pt x="158740" y="259798"/>
                  </a:lnTo>
                  <a:lnTo>
                    <a:pt x="171968" y="256158"/>
                  </a:lnTo>
                  <a:lnTo>
                    <a:pt x="185197" y="252494"/>
                  </a:lnTo>
                  <a:lnTo>
                    <a:pt x="198425" y="248623"/>
                  </a:lnTo>
                  <a:lnTo>
                    <a:pt x="211653" y="244550"/>
                  </a:lnTo>
                  <a:lnTo>
                    <a:pt x="224882" y="239973"/>
                  </a:lnTo>
                  <a:lnTo>
                    <a:pt x="238110" y="235161"/>
                  </a:lnTo>
                  <a:lnTo>
                    <a:pt x="251338" y="229814"/>
                  </a:lnTo>
                  <a:lnTo>
                    <a:pt x="264567" y="225029"/>
                  </a:lnTo>
                  <a:lnTo>
                    <a:pt x="277795" y="219151"/>
                  </a:lnTo>
                  <a:lnTo>
                    <a:pt x="291024" y="212928"/>
                  </a:lnTo>
                  <a:lnTo>
                    <a:pt x="304252" y="206578"/>
                  </a:lnTo>
                  <a:lnTo>
                    <a:pt x="317480" y="199723"/>
                  </a:lnTo>
                  <a:lnTo>
                    <a:pt x="330709" y="192323"/>
                  </a:lnTo>
                  <a:lnTo>
                    <a:pt x="343937" y="184978"/>
                  </a:lnTo>
                  <a:lnTo>
                    <a:pt x="357165" y="177105"/>
                  </a:lnTo>
                  <a:lnTo>
                    <a:pt x="370394" y="168649"/>
                  </a:lnTo>
                  <a:lnTo>
                    <a:pt x="383622" y="159550"/>
                  </a:lnTo>
                  <a:lnTo>
                    <a:pt x="396850" y="150013"/>
                  </a:lnTo>
                  <a:lnTo>
                    <a:pt x="410079" y="140088"/>
                  </a:lnTo>
                  <a:lnTo>
                    <a:pt x="423307" y="128605"/>
                  </a:lnTo>
                  <a:lnTo>
                    <a:pt x="436536" y="117593"/>
                  </a:lnTo>
                  <a:lnTo>
                    <a:pt x="449764" y="105722"/>
                  </a:lnTo>
                  <a:lnTo>
                    <a:pt x="462992" y="93607"/>
                  </a:lnTo>
                  <a:lnTo>
                    <a:pt x="476221" y="81497"/>
                  </a:lnTo>
                  <a:lnTo>
                    <a:pt x="489449" y="68655"/>
                  </a:lnTo>
                  <a:lnTo>
                    <a:pt x="502677" y="56362"/>
                  </a:lnTo>
                  <a:lnTo>
                    <a:pt x="515906" y="44321"/>
                  </a:lnTo>
                  <a:lnTo>
                    <a:pt x="529134" y="32745"/>
                  </a:lnTo>
                  <a:lnTo>
                    <a:pt x="542363" y="21454"/>
                  </a:lnTo>
                  <a:lnTo>
                    <a:pt x="555591" y="11001"/>
                  </a:lnTo>
                  <a:lnTo>
                    <a:pt x="56881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985187" y="4327983"/>
              <a:ext cx="568819" cy="395383"/>
            </a:xfrm>
            <a:custGeom>
              <a:avLst/>
              <a:pathLst>
                <a:path w="568819" h="395383">
                  <a:moveTo>
                    <a:pt x="0" y="381207"/>
                  </a:moveTo>
                  <a:lnTo>
                    <a:pt x="13228" y="379302"/>
                  </a:lnTo>
                  <a:lnTo>
                    <a:pt x="26456" y="377139"/>
                  </a:lnTo>
                  <a:lnTo>
                    <a:pt x="39685" y="374499"/>
                  </a:lnTo>
                  <a:lnTo>
                    <a:pt x="52913" y="372352"/>
                  </a:lnTo>
                  <a:lnTo>
                    <a:pt x="66141" y="369507"/>
                  </a:lnTo>
                  <a:lnTo>
                    <a:pt x="79370" y="367194"/>
                  </a:lnTo>
                  <a:lnTo>
                    <a:pt x="92598" y="363311"/>
                  </a:lnTo>
                  <a:lnTo>
                    <a:pt x="105826" y="359310"/>
                  </a:lnTo>
                  <a:lnTo>
                    <a:pt x="119055" y="356757"/>
                  </a:lnTo>
                  <a:lnTo>
                    <a:pt x="132283" y="352266"/>
                  </a:lnTo>
                  <a:lnTo>
                    <a:pt x="145512" y="347094"/>
                  </a:lnTo>
                  <a:lnTo>
                    <a:pt x="158740" y="343230"/>
                  </a:lnTo>
                  <a:lnTo>
                    <a:pt x="171968" y="337653"/>
                  </a:lnTo>
                  <a:lnTo>
                    <a:pt x="185197" y="333122"/>
                  </a:lnTo>
                  <a:lnTo>
                    <a:pt x="198425" y="327093"/>
                  </a:lnTo>
                  <a:lnTo>
                    <a:pt x="211653" y="321125"/>
                  </a:lnTo>
                  <a:lnTo>
                    <a:pt x="224882" y="314679"/>
                  </a:lnTo>
                  <a:lnTo>
                    <a:pt x="238110" y="308412"/>
                  </a:lnTo>
                  <a:lnTo>
                    <a:pt x="251338" y="302500"/>
                  </a:lnTo>
                  <a:lnTo>
                    <a:pt x="264567" y="292980"/>
                  </a:lnTo>
                  <a:lnTo>
                    <a:pt x="277795" y="285312"/>
                  </a:lnTo>
                  <a:lnTo>
                    <a:pt x="291024" y="277114"/>
                  </a:lnTo>
                  <a:lnTo>
                    <a:pt x="304252" y="267858"/>
                  </a:lnTo>
                  <a:lnTo>
                    <a:pt x="317480" y="258686"/>
                  </a:lnTo>
                  <a:lnTo>
                    <a:pt x="330709" y="249263"/>
                  </a:lnTo>
                  <a:lnTo>
                    <a:pt x="343937" y="238801"/>
                  </a:lnTo>
                  <a:lnTo>
                    <a:pt x="357165" y="225796"/>
                  </a:lnTo>
                  <a:lnTo>
                    <a:pt x="370394" y="212775"/>
                  </a:lnTo>
                  <a:lnTo>
                    <a:pt x="383622" y="198366"/>
                  </a:lnTo>
                  <a:lnTo>
                    <a:pt x="396850" y="186693"/>
                  </a:lnTo>
                  <a:lnTo>
                    <a:pt x="410079" y="172995"/>
                  </a:lnTo>
                  <a:lnTo>
                    <a:pt x="423307" y="156803"/>
                  </a:lnTo>
                  <a:lnTo>
                    <a:pt x="436536" y="142518"/>
                  </a:lnTo>
                  <a:lnTo>
                    <a:pt x="449764" y="125373"/>
                  </a:lnTo>
                  <a:lnTo>
                    <a:pt x="462992" y="106923"/>
                  </a:lnTo>
                  <a:lnTo>
                    <a:pt x="476221" y="92048"/>
                  </a:lnTo>
                  <a:lnTo>
                    <a:pt x="489449" y="80294"/>
                  </a:lnTo>
                  <a:lnTo>
                    <a:pt x="502677" y="66604"/>
                  </a:lnTo>
                  <a:lnTo>
                    <a:pt x="515906" y="50489"/>
                  </a:lnTo>
                  <a:lnTo>
                    <a:pt x="529134" y="36568"/>
                  </a:lnTo>
                  <a:lnTo>
                    <a:pt x="542363" y="25586"/>
                  </a:lnTo>
                  <a:lnTo>
                    <a:pt x="555591" y="13296"/>
                  </a:lnTo>
                  <a:lnTo>
                    <a:pt x="568819" y="0"/>
                  </a:lnTo>
                  <a:lnTo>
                    <a:pt x="568819" y="199636"/>
                  </a:lnTo>
                  <a:lnTo>
                    <a:pt x="555591" y="208341"/>
                  </a:lnTo>
                  <a:lnTo>
                    <a:pt x="542363" y="216959"/>
                  </a:lnTo>
                  <a:lnTo>
                    <a:pt x="529134" y="228558"/>
                  </a:lnTo>
                  <a:lnTo>
                    <a:pt x="515906" y="237789"/>
                  </a:lnTo>
                  <a:lnTo>
                    <a:pt x="502677" y="245756"/>
                  </a:lnTo>
                  <a:lnTo>
                    <a:pt x="489449" y="256652"/>
                  </a:lnTo>
                  <a:lnTo>
                    <a:pt x="476221" y="270583"/>
                  </a:lnTo>
                  <a:lnTo>
                    <a:pt x="462992" y="279928"/>
                  </a:lnTo>
                  <a:lnTo>
                    <a:pt x="449764" y="285707"/>
                  </a:lnTo>
                  <a:lnTo>
                    <a:pt x="436536" y="292304"/>
                  </a:lnTo>
                  <a:lnTo>
                    <a:pt x="423307" y="300044"/>
                  </a:lnTo>
                  <a:lnTo>
                    <a:pt x="410079" y="306818"/>
                  </a:lnTo>
                  <a:lnTo>
                    <a:pt x="396850" y="312969"/>
                  </a:lnTo>
                  <a:lnTo>
                    <a:pt x="383622" y="320371"/>
                  </a:lnTo>
                  <a:lnTo>
                    <a:pt x="370394" y="324160"/>
                  </a:lnTo>
                  <a:lnTo>
                    <a:pt x="357165" y="328051"/>
                  </a:lnTo>
                  <a:lnTo>
                    <a:pt x="343937" y="330792"/>
                  </a:lnTo>
                  <a:lnTo>
                    <a:pt x="330709" y="335020"/>
                  </a:lnTo>
                  <a:lnTo>
                    <a:pt x="317480" y="340395"/>
                  </a:lnTo>
                  <a:lnTo>
                    <a:pt x="304252" y="344935"/>
                  </a:lnTo>
                  <a:lnTo>
                    <a:pt x="291024" y="348379"/>
                  </a:lnTo>
                  <a:lnTo>
                    <a:pt x="277795" y="352627"/>
                  </a:lnTo>
                  <a:lnTo>
                    <a:pt x="264567" y="356714"/>
                  </a:lnTo>
                  <a:lnTo>
                    <a:pt x="251338" y="356765"/>
                  </a:lnTo>
                  <a:lnTo>
                    <a:pt x="238110" y="361546"/>
                  </a:lnTo>
                  <a:lnTo>
                    <a:pt x="224882" y="364903"/>
                  </a:lnTo>
                  <a:lnTo>
                    <a:pt x="211653" y="367611"/>
                  </a:lnTo>
                  <a:lnTo>
                    <a:pt x="198425" y="369789"/>
                  </a:lnTo>
                  <a:lnTo>
                    <a:pt x="185197" y="371502"/>
                  </a:lnTo>
                  <a:lnTo>
                    <a:pt x="171968" y="374300"/>
                  </a:lnTo>
                  <a:lnTo>
                    <a:pt x="158740" y="376002"/>
                  </a:lnTo>
                  <a:lnTo>
                    <a:pt x="145512" y="378648"/>
                  </a:lnTo>
                  <a:lnTo>
                    <a:pt x="132283" y="379431"/>
                  </a:lnTo>
                  <a:lnTo>
                    <a:pt x="119055" y="380734"/>
                  </a:lnTo>
                  <a:lnTo>
                    <a:pt x="105826" y="383619"/>
                  </a:lnTo>
                  <a:lnTo>
                    <a:pt x="92598" y="384845"/>
                  </a:lnTo>
                  <a:lnTo>
                    <a:pt x="79370" y="386069"/>
                  </a:lnTo>
                  <a:lnTo>
                    <a:pt x="66141" y="388602"/>
                  </a:lnTo>
                  <a:lnTo>
                    <a:pt x="52913" y="390330"/>
                  </a:lnTo>
                  <a:lnTo>
                    <a:pt x="39685" y="392398"/>
                  </a:lnTo>
                  <a:lnTo>
                    <a:pt x="26456" y="393191"/>
                  </a:lnTo>
                  <a:lnTo>
                    <a:pt x="13228" y="394235"/>
                  </a:lnTo>
                  <a:lnTo>
                    <a:pt x="0" y="395383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3985187" y="4327983"/>
              <a:ext cx="568819" cy="381207"/>
            </a:xfrm>
            <a:custGeom>
              <a:avLst/>
              <a:pathLst>
                <a:path w="568819" h="381207">
                  <a:moveTo>
                    <a:pt x="0" y="381207"/>
                  </a:moveTo>
                  <a:lnTo>
                    <a:pt x="13228" y="379302"/>
                  </a:lnTo>
                  <a:lnTo>
                    <a:pt x="26456" y="377139"/>
                  </a:lnTo>
                  <a:lnTo>
                    <a:pt x="39685" y="374499"/>
                  </a:lnTo>
                  <a:lnTo>
                    <a:pt x="52913" y="372352"/>
                  </a:lnTo>
                  <a:lnTo>
                    <a:pt x="66141" y="369507"/>
                  </a:lnTo>
                  <a:lnTo>
                    <a:pt x="79370" y="367194"/>
                  </a:lnTo>
                  <a:lnTo>
                    <a:pt x="92598" y="363311"/>
                  </a:lnTo>
                  <a:lnTo>
                    <a:pt x="105826" y="359310"/>
                  </a:lnTo>
                  <a:lnTo>
                    <a:pt x="119055" y="356757"/>
                  </a:lnTo>
                  <a:lnTo>
                    <a:pt x="132283" y="352266"/>
                  </a:lnTo>
                  <a:lnTo>
                    <a:pt x="145512" y="347094"/>
                  </a:lnTo>
                  <a:lnTo>
                    <a:pt x="158740" y="343230"/>
                  </a:lnTo>
                  <a:lnTo>
                    <a:pt x="171968" y="337653"/>
                  </a:lnTo>
                  <a:lnTo>
                    <a:pt x="185197" y="333122"/>
                  </a:lnTo>
                  <a:lnTo>
                    <a:pt x="198425" y="327093"/>
                  </a:lnTo>
                  <a:lnTo>
                    <a:pt x="211653" y="321125"/>
                  </a:lnTo>
                  <a:lnTo>
                    <a:pt x="224882" y="314679"/>
                  </a:lnTo>
                  <a:lnTo>
                    <a:pt x="238110" y="308412"/>
                  </a:lnTo>
                  <a:lnTo>
                    <a:pt x="251338" y="302500"/>
                  </a:lnTo>
                  <a:lnTo>
                    <a:pt x="264567" y="292980"/>
                  </a:lnTo>
                  <a:lnTo>
                    <a:pt x="277795" y="285312"/>
                  </a:lnTo>
                  <a:lnTo>
                    <a:pt x="291024" y="277114"/>
                  </a:lnTo>
                  <a:lnTo>
                    <a:pt x="304252" y="267858"/>
                  </a:lnTo>
                  <a:lnTo>
                    <a:pt x="317480" y="258686"/>
                  </a:lnTo>
                  <a:lnTo>
                    <a:pt x="330709" y="249263"/>
                  </a:lnTo>
                  <a:lnTo>
                    <a:pt x="343937" y="238801"/>
                  </a:lnTo>
                  <a:lnTo>
                    <a:pt x="357165" y="225796"/>
                  </a:lnTo>
                  <a:lnTo>
                    <a:pt x="370394" y="212775"/>
                  </a:lnTo>
                  <a:lnTo>
                    <a:pt x="383622" y="198366"/>
                  </a:lnTo>
                  <a:lnTo>
                    <a:pt x="396850" y="186693"/>
                  </a:lnTo>
                  <a:lnTo>
                    <a:pt x="410079" y="172995"/>
                  </a:lnTo>
                  <a:lnTo>
                    <a:pt x="423307" y="156803"/>
                  </a:lnTo>
                  <a:lnTo>
                    <a:pt x="436536" y="142518"/>
                  </a:lnTo>
                  <a:lnTo>
                    <a:pt x="449764" y="125373"/>
                  </a:lnTo>
                  <a:lnTo>
                    <a:pt x="462992" y="106923"/>
                  </a:lnTo>
                  <a:lnTo>
                    <a:pt x="476221" y="92048"/>
                  </a:lnTo>
                  <a:lnTo>
                    <a:pt x="489449" y="80294"/>
                  </a:lnTo>
                  <a:lnTo>
                    <a:pt x="502677" y="66604"/>
                  </a:lnTo>
                  <a:lnTo>
                    <a:pt x="515906" y="50489"/>
                  </a:lnTo>
                  <a:lnTo>
                    <a:pt x="529134" y="36568"/>
                  </a:lnTo>
                  <a:lnTo>
                    <a:pt x="542363" y="25586"/>
                  </a:lnTo>
                  <a:lnTo>
                    <a:pt x="555591" y="13296"/>
                  </a:lnTo>
                  <a:lnTo>
                    <a:pt x="5688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3985187" y="4527619"/>
              <a:ext cx="568819" cy="195747"/>
            </a:xfrm>
            <a:custGeom>
              <a:avLst/>
              <a:pathLst>
                <a:path w="568819" h="195747">
                  <a:moveTo>
                    <a:pt x="568819" y="0"/>
                  </a:moveTo>
                  <a:lnTo>
                    <a:pt x="555591" y="8705"/>
                  </a:lnTo>
                  <a:lnTo>
                    <a:pt x="542363" y="17323"/>
                  </a:lnTo>
                  <a:lnTo>
                    <a:pt x="529134" y="28921"/>
                  </a:lnTo>
                  <a:lnTo>
                    <a:pt x="515906" y="38153"/>
                  </a:lnTo>
                  <a:lnTo>
                    <a:pt x="502677" y="46119"/>
                  </a:lnTo>
                  <a:lnTo>
                    <a:pt x="489449" y="57016"/>
                  </a:lnTo>
                  <a:lnTo>
                    <a:pt x="476221" y="70947"/>
                  </a:lnTo>
                  <a:lnTo>
                    <a:pt x="462992" y="80291"/>
                  </a:lnTo>
                  <a:lnTo>
                    <a:pt x="449764" y="86070"/>
                  </a:lnTo>
                  <a:lnTo>
                    <a:pt x="436536" y="92667"/>
                  </a:lnTo>
                  <a:lnTo>
                    <a:pt x="423307" y="100408"/>
                  </a:lnTo>
                  <a:lnTo>
                    <a:pt x="410079" y="107181"/>
                  </a:lnTo>
                  <a:lnTo>
                    <a:pt x="396850" y="113333"/>
                  </a:lnTo>
                  <a:lnTo>
                    <a:pt x="383622" y="120735"/>
                  </a:lnTo>
                  <a:lnTo>
                    <a:pt x="370394" y="124524"/>
                  </a:lnTo>
                  <a:lnTo>
                    <a:pt x="357165" y="128415"/>
                  </a:lnTo>
                  <a:lnTo>
                    <a:pt x="343937" y="131155"/>
                  </a:lnTo>
                  <a:lnTo>
                    <a:pt x="330709" y="135384"/>
                  </a:lnTo>
                  <a:lnTo>
                    <a:pt x="317480" y="140759"/>
                  </a:lnTo>
                  <a:lnTo>
                    <a:pt x="304252" y="145299"/>
                  </a:lnTo>
                  <a:lnTo>
                    <a:pt x="291024" y="148743"/>
                  </a:lnTo>
                  <a:lnTo>
                    <a:pt x="277795" y="152991"/>
                  </a:lnTo>
                  <a:lnTo>
                    <a:pt x="264567" y="157078"/>
                  </a:lnTo>
                  <a:lnTo>
                    <a:pt x="251338" y="157128"/>
                  </a:lnTo>
                  <a:lnTo>
                    <a:pt x="238110" y="161909"/>
                  </a:lnTo>
                  <a:lnTo>
                    <a:pt x="224882" y="165266"/>
                  </a:lnTo>
                  <a:lnTo>
                    <a:pt x="211653" y="167975"/>
                  </a:lnTo>
                  <a:lnTo>
                    <a:pt x="198425" y="170152"/>
                  </a:lnTo>
                  <a:lnTo>
                    <a:pt x="185197" y="171865"/>
                  </a:lnTo>
                  <a:lnTo>
                    <a:pt x="171968" y="174664"/>
                  </a:lnTo>
                  <a:lnTo>
                    <a:pt x="158740" y="176366"/>
                  </a:lnTo>
                  <a:lnTo>
                    <a:pt x="145512" y="179012"/>
                  </a:lnTo>
                  <a:lnTo>
                    <a:pt x="132283" y="179795"/>
                  </a:lnTo>
                  <a:lnTo>
                    <a:pt x="119055" y="181097"/>
                  </a:lnTo>
                  <a:lnTo>
                    <a:pt x="105826" y="183982"/>
                  </a:lnTo>
                  <a:lnTo>
                    <a:pt x="92598" y="185209"/>
                  </a:lnTo>
                  <a:lnTo>
                    <a:pt x="79370" y="186433"/>
                  </a:lnTo>
                  <a:lnTo>
                    <a:pt x="66141" y="188966"/>
                  </a:lnTo>
                  <a:lnTo>
                    <a:pt x="52913" y="190693"/>
                  </a:lnTo>
                  <a:lnTo>
                    <a:pt x="39685" y="192762"/>
                  </a:lnTo>
                  <a:lnTo>
                    <a:pt x="26456" y="193554"/>
                  </a:lnTo>
                  <a:lnTo>
                    <a:pt x="13228" y="194599"/>
                  </a:lnTo>
                  <a:lnTo>
                    <a:pt x="0" y="1957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3720620" y="4308214"/>
              <a:ext cx="873072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tx356"/>
            <p:cNvSpPr/>
            <p:nvPr/>
          </p:nvSpPr>
          <p:spPr>
            <a:xfrm>
              <a:off x="3595834" y="468826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3595834" y="4596211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3533678" y="450131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3533678" y="440784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3533678" y="43143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61" name="pl361"/>
            <p:cNvSpPr/>
            <p:nvPr/>
          </p:nvSpPr>
          <p:spPr>
            <a:xfrm>
              <a:off x="3685825" y="47299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3685825" y="46364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3685825" y="45430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3685825" y="44495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3685825" y="435606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3760305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4024872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289440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4554007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tx370"/>
            <p:cNvSpPr/>
            <p:nvPr/>
          </p:nvSpPr>
          <p:spPr>
            <a:xfrm>
              <a:off x="3679541" y="48040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3993794" y="48040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4227284" y="48040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4491851" y="48040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3429324" y="49515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375" name="tx375"/>
            <p:cNvSpPr/>
            <p:nvPr/>
          </p:nvSpPr>
          <p:spPr>
            <a:xfrm rot="-5400000">
              <a:off x="2519148" y="4460941"/>
              <a:ext cx="1754776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pTau181 - Lumipulse Z</a:t>
              </a:r>
            </a:p>
          </p:txBody>
        </p:sp>
        <p:sp>
          <p:nvSpPr>
            <p:cNvPr id="376" name="rc376"/>
            <p:cNvSpPr/>
            <p:nvPr/>
          </p:nvSpPr>
          <p:spPr>
            <a:xfrm>
              <a:off x="4663281" y="4238625"/>
              <a:ext cx="1371600" cy="914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5063645" y="4308214"/>
              <a:ext cx="901647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5063645" y="4673710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5063645" y="4569258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5063645" y="4464807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5063645" y="4360355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5241242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5514468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5787695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5063645" y="4725936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5063645" y="4621484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5063645" y="4517032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5063645" y="4412581"/>
              <a:ext cx="901647" cy="0"/>
            </a:xfrm>
            <a:custGeom>
              <a:avLst/>
              <a:pathLst>
                <a:path w="901647" h="0">
                  <a:moveTo>
                    <a:pt x="0" y="0"/>
                  </a:moveTo>
                  <a:lnTo>
                    <a:pt x="901647" y="0"/>
                  </a:lnTo>
                  <a:lnTo>
                    <a:pt x="9016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5104629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5377855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5651082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5924308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5473484" y="4491937"/>
              <a:ext cx="314210" cy="83253"/>
            </a:xfrm>
            <a:custGeom>
              <a:avLst/>
              <a:pathLst>
                <a:path w="314210" h="83253">
                  <a:moveTo>
                    <a:pt x="0" y="83253"/>
                  </a:moveTo>
                  <a:lnTo>
                    <a:pt x="13661" y="77838"/>
                  </a:lnTo>
                  <a:lnTo>
                    <a:pt x="27322" y="71600"/>
                  </a:lnTo>
                  <a:lnTo>
                    <a:pt x="40983" y="65289"/>
                  </a:lnTo>
                  <a:lnTo>
                    <a:pt x="54645" y="59021"/>
                  </a:lnTo>
                  <a:lnTo>
                    <a:pt x="68306" y="53546"/>
                  </a:lnTo>
                  <a:lnTo>
                    <a:pt x="81967" y="47837"/>
                  </a:lnTo>
                  <a:lnTo>
                    <a:pt x="95629" y="40808"/>
                  </a:lnTo>
                  <a:lnTo>
                    <a:pt x="109290" y="34884"/>
                  </a:lnTo>
                  <a:lnTo>
                    <a:pt x="122951" y="27606"/>
                  </a:lnTo>
                  <a:lnTo>
                    <a:pt x="136613" y="21780"/>
                  </a:lnTo>
                  <a:lnTo>
                    <a:pt x="150274" y="15411"/>
                  </a:lnTo>
                  <a:lnTo>
                    <a:pt x="163935" y="10477"/>
                  </a:lnTo>
                  <a:lnTo>
                    <a:pt x="177597" y="6308"/>
                  </a:lnTo>
                  <a:lnTo>
                    <a:pt x="191258" y="4690"/>
                  </a:lnTo>
                  <a:lnTo>
                    <a:pt x="204919" y="2182"/>
                  </a:lnTo>
                  <a:lnTo>
                    <a:pt x="218581" y="0"/>
                  </a:lnTo>
                  <a:lnTo>
                    <a:pt x="232242" y="939"/>
                  </a:lnTo>
                  <a:lnTo>
                    <a:pt x="245903" y="255"/>
                  </a:lnTo>
                  <a:lnTo>
                    <a:pt x="259565" y="5109"/>
                  </a:lnTo>
                  <a:lnTo>
                    <a:pt x="273226" y="12677"/>
                  </a:lnTo>
                  <a:lnTo>
                    <a:pt x="286887" y="18274"/>
                  </a:lnTo>
                  <a:lnTo>
                    <a:pt x="300549" y="27770"/>
                  </a:lnTo>
                  <a:lnTo>
                    <a:pt x="314210" y="50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5473484" y="4327983"/>
              <a:ext cx="314210" cy="395383"/>
            </a:xfrm>
            <a:custGeom>
              <a:avLst/>
              <a:pathLst>
                <a:path w="314210" h="395383">
                  <a:moveTo>
                    <a:pt x="0" y="213230"/>
                  </a:moveTo>
                  <a:lnTo>
                    <a:pt x="13661" y="203841"/>
                  </a:lnTo>
                  <a:lnTo>
                    <a:pt x="27322" y="193174"/>
                  </a:lnTo>
                  <a:lnTo>
                    <a:pt x="40983" y="181306"/>
                  </a:lnTo>
                  <a:lnTo>
                    <a:pt x="54645" y="168506"/>
                  </a:lnTo>
                  <a:lnTo>
                    <a:pt x="68306" y="156214"/>
                  </a:lnTo>
                  <a:lnTo>
                    <a:pt x="81967" y="143015"/>
                  </a:lnTo>
                  <a:lnTo>
                    <a:pt x="95629" y="129340"/>
                  </a:lnTo>
                  <a:lnTo>
                    <a:pt x="109290" y="119105"/>
                  </a:lnTo>
                  <a:lnTo>
                    <a:pt x="122951" y="103644"/>
                  </a:lnTo>
                  <a:lnTo>
                    <a:pt x="136613" y="89111"/>
                  </a:lnTo>
                  <a:lnTo>
                    <a:pt x="150274" y="72185"/>
                  </a:lnTo>
                  <a:lnTo>
                    <a:pt x="163935" y="60690"/>
                  </a:lnTo>
                  <a:lnTo>
                    <a:pt x="177597" y="47286"/>
                  </a:lnTo>
                  <a:lnTo>
                    <a:pt x="191258" y="36884"/>
                  </a:lnTo>
                  <a:lnTo>
                    <a:pt x="204919" y="25669"/>
                  </a:lnTo>
                  <a:lnTo>
                    <a:pt x="218581" y="16911"/>
                  </a:lnTo>
                  <a:lnTo>
                    <a:pt x="232242" y="9060"/>
                  </a:lnTo>
                  <a:lnTo>
                    <a:pt x="245903" y="3508"/>
                  </a:lnTo>
                  <a:lnTo>
                    <a:pt x="259565" y="0"/>
                  </a:lnTo>
                  <a:lnTo>
                    <a:pt x="273226" y="2780"/>
                  </a:lnTo>
                  <a:lnTo>
                    <a:pt x="286887" y="5464"/>
                  </a:lnTo>
                  <a:lnTo>
                    <a:pt x="300549" y="14684"/>
                  </a:lnTo>
                  <a:lnTo>
                    <a:pt x="314210" y="34071"/>
                  </a:lnTo>
                  <a:lnTo>
                    <a:pt x="314210" y="395383"/>
                  </a:lnTo>
                  <a:lnTo>
                    <a:pt x="300549" y="368764"/>
                  </a:lnTo>
                  <a:lnTo>
                    <a:pt x="286887" y="358994"/>
                  </a:lnTo>
                  <a:lnTo>
                    <a:pt x="273226" y="350483"/>
                  </a:lnTo>
                  <a:lnTo>
                    <a:pt x="259565" y="338127"/>
                  </a:lnTo>
                  <a:lnTo>
                    <a:pt x="245903" y="324911"/>
                  </a:lnTo>
                  <a:lnTo>
                    <a:pt x="232242" y="320727"/>
                  </a:lnTo>
                  <a:lnTo>
                    <a:pt x="218581" y="310997"/>
                  </a:lnTo>
                  <a:lnTo>
                    <a:pt x="204919" y="306604"/>
                  </a:lnTo>
                  <a:lnTo>
                    <a:pt x="191258" y="300404"/>
                  </a:lnTo>
                  <a:lnTo>
                    <a:pt x="177597" y="293240"/>
                  </a:lnTo>
                  <a:lnTo>
                    <a:pt x="163935" y="288172"/>
                  </a:lnTo>
                  <a:lnTo>
                    <a:pt x="150274" y="286546"/>
                  </a:lnTo>
                  <a:lnTo>
                    <a:pt x="136613" y="282358"/>
                  </a:lnTo>
                  <a:lnTo>
                    <a:pt x="122951" y="279477"/>
                  </a:lnTo>
                  <a:lnTo>
                    <a:pt x="109290" y="278571"/>
                  </a:lnTo>
                  <a:lnTo>
                    <a:pt x="95629" y="280184"/>
                  </a:lnTo>
                  <a:lnTo>
                    <a:pt x="81967" y="280568"/>
                  </a:lnTo>
                  <a:lnTo>
                    <a:pt x="68306" y="278787"/>
                  </a:lnTo>
                  <a:lnTo>
                    <a:pt x="54645" y="277444"/>
                  </a:lnTo>
                  <a:lnTo>
                    <a:pt x="40983" y="277180"/>
                  </a:lnTo>
                  <a:lnTo>
                    <a:pt x="27322" y="277934"/>
                  </a:lnTo>
                  <a:lnTo>
                    <a:pt x="13661" y="279743"/>
                  </a:lnTo>
                  <a:lnTo>
                    <a:pt x="0" y="281185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5473484" y="4327983"/>
              <a:ext cx="314210" cy="213230"/>
            </a:xfrm>
            <a:custGeom>
              <a:avLst/>
              <a:pathLst>
                <a:path w="314210" h="213230">
                  <a:moveTo>
                    <a:pt x="0" y="213230"/>
                  </a:moveTo>
                  <a:lnTo>
                    <a:pt x="13661" y="203841"/>
                  </a:lnTo>
                  <a:lnTo>
                    <a:pt x="27322" y="193174"/>
                  </a:lnTo>
                  <a:lnTo>
                    <a:pt x="40983" y="181306"/>
                  </a:lnTo>
                  <a:lnTo>
                    <a:pt x="54645" y="168506"/>
                  </a:lnTo>
                  <a:lnTo>
                    <a:pt x="68306" y="156214"/>
                  </a:lnTo>
                  <a:lnTo>
                    <a:pt x="81967" y="143015"/>
                  </a:lnTo>
                  <a:lnTo>
                    <a:pt x="95629" y="129340"/>
                  </a:lnTo>
                  <a:lnTo>
                    <a:pt x="109290" y="119105"/>
                  </a:lnTo>
                  <a:lnTo>
                    <a:pt x="122951" y="103644"/>
                  </a:lnTo>
                  <a:lnTo>
                    <a:pt x="136613" y="89111"/>
                  </a:lnTo>
                  <a:lnTo>
                    <a:pt x="150274" y="72185"/>
                  </a:lnTo>
                  <a:lnTo>
                    <a:pt x="163935" y="60690"/>
                  </a:lnTo>
                  <a:lnTo>
                    <a:pt x="177597" y="47286"/>
                  </a:lnTo>
                  <a:lnTo>
                    <a:pt x="191258" y="36884"/>
                  </a:lnTo>
                  <a:lnTo>
                    <a:pt x="204919" y="25669"/>
                  </a:lnTo>
                  <a:lnTo>
                    <a:pt x="218581" y="16911"/>
                  </a:lnTo>
                  <a:lnTo>
                    <a:pt x="232242" y="9060"/>
                  </a:lnTo>
                  <a:lnTo>
                    <a:pt x="245903" y="3508"/>
                  </a:lnTo>
                  <a:lnTo>
                    <a:pt x="259565" y="0"/>
                  </a:lnTo>
                  <a:lnTo>
                    <a:pt x="273226" y="2780"/>
                  </a:lnTo>
                  <a:lnTo>
                    <a:pt x="286887" y="5464"/>
                  </a:lnTo>
                  <a:lnTo>
                    <a:pt x="300549" y="14684"/>
                  </a:lnTo>
                  <a:lnTo>
                    <a:pt x="314210" y="34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5473484" y="4605163"/>
              <a:ext cx="314210" cy="118203"/>
            </a:xfrm>
            <a:custGeom>
              <a:avLst/>
              <a:pathLst>
                <a:path w="314210" h="118203">
                  <a:moveTo>
                    <a:pt x="314210" y="118203"/>
                  </a:moveTo>
                  <a:lnTo>
                    <a:pt x="300549" y="91584"/>
                  </a:lnTo>
                  <a:lnTo>
                    <a:pt x="286887" y="81813"/>
                  </a:lnTo>
                  <a:lnTo>
                    <a:pt x="273226" y="73303"/>
                  </a:lnTo>
                  <a:lnTo>
                    <a:pt x="259565" y="60947"/>
                  </a:lnTo>
                  <a:lnTo>
                    <a:pt x="245903" y="47731"/>
                  </a:lnTo>
                  <a:lnTo>
                    <a:pt x="232242" y="43547"/>
                  </a:lnTo>
                  <a:lnTo>
                    <a:pt x="218581" y="33817"/>
                  </a:lnTo>
                  <a:lnTo>
                    <a:pt x="204919" y="29424"/>
                  </a:lnTo>
                  <a:lnTo>
                    <a:pt x="191258" y="23224"/>
                  </a:lnTo>
                  <a:lnTo>
                    <a:pt x="177597" y="16059"/>
                  </a:lnTo>
                  <a:lnTo>
                    <a:pt x="163935" y="10991"/>
                  </a:lnTo>
                  <a:lnTo>
                    <a:pt x="150274" y="9365"/>
                  </a:lnTo>
                  <a:lnTo>
                    <a:pt x="136613" y="5177"/>
                  </a:lnTo>
                  <a:lnTo>
                    <a:pt x="122951" y="2297"/>
                  </a:lnTo>
                  <a:lnTo>
                    <a:pt x="109290" y="1391"/>
                  </a:lnTo>
                  <a:lnTo>
                    <a:pt x="95629" y="3004"/>
                  </a:lnTo>
                  <a:lnTo>
                    <a:pt x="81967" y="3387"/>
                  </a:lnTo>
                  <a:lnTo>
                    <a:pt x="68306" y="1607"/>
                  </a:lnTo>
                  <a:lnTo>
                    <a:pt x="54645" y="264"/>
                  </a:lnTo>
                  <a:lnTo>
                    <a:pt x="40983" y="0"/>
                  </a:lnTo>
                  <a:lnTo>
                    <a:pt x="27322" y="754"/>
                  </a:lnTo>
                  <a:lnTo>
                    <a:pt x="13661" y="2563"/>
                  </a:lnTo>
                  <a:lnTo>
                    <a:pt x="0" y="4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5063645" y="4308214"/>
              <a:ext cx="901647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8"/>
            <p:cNvSpPr/>
            <p:nvPr/>
          </p:nvSpPr>
          <p:spPr>
            <a:xfrm>
              <a:off x="4901642" y="4685936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4938859" y="457979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4938859" y="4477032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4938859" y="437088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402" name="pl402"/>
            <p:cNvSpPr/>
            <p:nvPr/>
          </p:nvSpPr>
          <p:spPr>
            <a:xfrm>
              <a:off x="5028850" y="4725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5028850" y="46214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5028850" y="45170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5028850" y="44125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5104629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5377855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5651082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5924308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tx410"/>
            <p:cNvSpPr/>
            <p:nvPr/>
          </p:nvSpPr>
          <p:spPr>
            <a:xfrm>
              <a:off x="5023865" y="48040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5346777" y="48040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5588926" y="48040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5862152" y="48040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4786637" y="49515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15" name="tx415"/>
            <p:cNvSpPr/>
            <p:nvPr/>
          </p:nvSpPr>
          <p:spPr>
            <a:xfrm rot="-5400000">
              <a:off x="3976832" y="4461589"/>
              <a:ext cx="1583903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Nico Z</a:t>
              </a:r>
            </a:p>
          </p:txBody>
        </p:sp>
        <p:sp>
          <p:nvSpPr>
            <p:cNvPr id="416" name="rc416"/>
            <p:cNvSpPr/>
            <p:nvPr/>
          </p:nvSpPr>
          <p:spPr>
            <a:xfrm>
              <a:off x="6034881" y="4238625"/>
              <a:ext cx="1371600" cy="914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6463820" y="4308214"/>
              <a:ext cx="873072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6463820" y="4680197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6463820" y="4560231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6463820" y="4440264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6463820" y="4320298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6635789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6900356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164923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6463820" y="4740181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6463820" y="4620214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6463820" y="4500248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6463820" y="4380281"/>
              <a:ext cx="873072" cy="0"/>
            </a:xfrm>
            <a:custGeom>
              <a:avLst/>
              <a:pathLst>
                <a:path w="873072" h="0">
                  <a:moveTo>
                    <a:pt x="0" y="0"/>
                  </a:moveTo>
                  <a:lnTo>
                    <a:pt x="873072" y="0"/>
                  </a:lnTo>
                  <a:lnTo>
                    <a:pt x="8730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6503505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6768072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032640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297207" y="43082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6873899" y="4434300"/>
              <a:ext cx="423307" cy="274027"/>
            </a:xfrm>
            <a:custGeom>
              <a:avLst/>
              <a:pathLst>
                <a:path w="423307" h="274027">
                  <a:moveTo>
                    <a:pt x="0" y="274027"/>
                  </a:moveTo>
                  <a:lnTo>
                    <a:pt x="13228" y="270087"/>
                  </a:lnTo>
                  <a:lnTo>
                    <a:pt x="26456" y="265856"/>
                  </a:lnTo>
                  <a:lnTo>
                    <a:pt x="39685" y="261525"/>
                  </a:lnTo>
                  <a:lnTo>
                    <a:pt x="52913" y="256822"/>
                  </a:lnTo>
                  <a:lnTo>
                    <a:pt x="66141" y="251956"/>
                  </a:lnTo>
                  <a:lnTo>
                    <a:pt x="79370" y="246475"/>
                  </a:lnTo>
                  <a:lnTo>
                    <a:pt x="92598" y="241085"/>
                  </a:lnTo>
                  <a:lnTo>
                    <a:pt x="105826" y="235117"/>
                  </a:lnTo>
                  <a:lnTo>
                    <a:pt x="119055" y="229023"/>
                  </a:lnTo>
                  <a:lnTo>
                    <a:pt x="132283" y="222658"/>
                  </a:lnTo>
                  <a:lnTo>
                    <a:pt x="145512" y="215983"/>
                  </a:lnTo>
                  <a:lnTo>
                    <a:pt x="158740" y="208742"/>
                  </a:lnTo>
                  <a:lnTo>
                    <a:pt x="171968" y="201164"/>
                  </a:lnTo>
                  <a:lnTo>
                    <a:pt x="185197" y="193379"/>
                  </a:lnTo>
                  <a:lnTo>
                    <a:pt x="198425" y="185525"/>
                  </a:lnTo>
                  <a:lnTo>
                    <a:pt x="211653" y="176562"/>
                  </a:lnTo>
                  <a:lnTo>
                    <a:pt x="224882" y="166760"/>
                  </a:lnTo>
                  <a:lnTo>
                    <a:pt x="238110" y="157220"/>
                  </a:lnTo>
                  <a:lnTo>
                    <a:pt x="251338" y="147173"/>
                  </a:lnTo>
                  <a:lnTo>
                    <a:pt x="264567" y="136495"/>
                  </a:lnTo>
                  <a:lnTo>
                    <a:pt x="277795" y="125281"/>
                  </a:lnTo>
                  <a:lnTo>
                    <a:pt x="291024" y="114048"/>
                  </a:lnTo>
                  <a:lnTo>
                    <a:pt x="304252" y="102046"/>
                  </a:lnTo>
                  <a:lnTo>
                    <a:pt x="317480" y="90082"/>
                  </a:lnTo>
                  <a:lnTo>
                    <a:pt x="330709" y="77725"/>
                  </a:lnTo>
                  <a:lnTo>
                    <a:pt x="343937" y="65491"/>
                  </a:lnTo>
                  <a:lnTo>
                    <a:pt x="357165" y="53829"/>
                  </a:lnTo>
                  <a:lnTo>
                    <a:pt x="370394" y="41356"/>
                  </a:lnTo>
                  <a:lnTo>
                    <a:pt x="383622" y="30031"/>
                  </a:lnTo>
                  <a:lnTo>
                    <a:pt x="396850" y="18132"/>
                  </a:lnTo>
                  <a:lnTo>
                    <a:pt x="410079" y="8196"/>
                  </a:lnTo>
                  <a:lnTo>
                    <a:pt x="4233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873899" y="4327983"/>
              <a:ext cx="423307" cy="395383"/>
            </a:xfrm>
            <a:custGeom>
              <a:avLst/>
              <a:pathLst>
                <a:path w="423307" h="395383">
                  <a:moveTo>
                    <a:pt x="0" y="365306"/>
                  </a:moveTo>
                  <a:lnTo>
                    <a:pt x="13228" y="360005"/>
                  </a:lnTo>
                  <a:lnTo>
                    <a:pt x="26456" y="354266"/>
                  </a:lnTo>
                  <a:lnTo>
                    <a:pt x="39685" y="346815"/>
                  </a:lnTo>
                  <a:lnTo>
                    <a:pt x="52913" y="341039"/>
                  </a:lnTo>
                  <a:lnTo>
                    <a:pt x="66141" y="334003"/>
                  </a:lnTo>
                  <a:lnTo>
                    <a:pt x="79370" y="326603"/>
                  </a:lnTo>
                  <a:lnTo>
                    <a:pt x="92598" y="318755"/>
                  </a:lnTo>
                  <a:lnTo>
                    <a:pt x="105826" y="310666"/>
                  </a:lnTo>
                  <a:lnTo>
                    <a:pt x="119055" y="301555"/>
                  </a:lnTo>
                  <a:lnTo>
                    <a:pt x="132283" y="292546"/>
                  </a:lnTo>
                  <a:lnTo>
                    <a:pt x="145512" y="283106"/>
                  </a:lnTo>
                  <a:lnTo>
                    <a:pt x="158740" y="272875"/>
                  </a:lnTo>
                  <a:lnTo>
                    <a:pt x="171968" y="262501"/>
                  </a:lnTo>
                  <a:lnTo>
                    <a:pt x="185197" y="251609"/>
                  </a:lnTo>
                  <a:lnTo>
                    <a:pt x="198425" y="239417"/>
                  </a:lnTo>
                  <a:lnTo>
                    <a:pt x="211653" y="226789"/>
                  </a:lnTo>
                  <a:lnTo>
                    <a:pt x="224882" y="215047"/>
                  </a:lnTo>
                  <a:lnTo>
                    <a:pt x="238110" y="201032"/>
                  </a:lnTo>
                  <a:lnTo>
                    <a:pt x="251338" y="188254"/>
                  </a:lnTo>
                  <a:lnTo>
                    <a:pt x="264567" y="173486"/>
                  </a:lnTo>
                  <a:lnTo>
                    <a:pt x="277795" y="158619"/>
                  </a:lnTo>
                  <a:lnTo>
                    <a:pt x="291024" y="142247"/>
                  </a:lnTo>
                  <a:lnTo>
                    <a:pt x="304252" y="126523"/>
                  </a:lnTo>
                  <a:lnTo>
                    <a:pt x="317480" y="111356"/>
                  </a:lnTo>
                  <a:lnTo>
                    <a:pt x="330709" y="97768"/>
                  </a:lnTo>
                  <a:lnTo>
                    <a:pt x="343937" y="82165"/>
                  </a:lnTo>
                  <a:lnTo>
                    <a:pt x="357165" y="68558"/>
                  </a:lnTo>
                  <a:lnTo>
                    <a:pt x="370394" y="53344"/>
                  </a:lnTo>
                  <a:lnTo>
                    <a:pt x="383622" y="39654"/>
                  </a:lnTo>
                  <a:lnTo>
                    <a:pt x="396850" y="23276"/>
                  </a:lnTo>
                  <a:lnTo>
                    <a:pt x="410079" y="11481"/>
                  </a:lnTo>
                  <a:lnTo>
                    <a:pt x="423307" y="0"/>
                  </a:lnTo>
                  <a:lnTo>
                    <a:pt x="423307" y="212635"/>
                  </a:lnTo>
                  <a:lnTo>
                    <a:pt x="410079" y="217547"/>
                  </a:lnTo>
                  <a:lnTo>
                    <a:pt x="396850" y="225623"/>
                  </a:lnTo>
                  <a:lnTo>
                    <a:pt x="383622" y="233043"/>
                  </a:lnTo>
                  <a:lnTo>
                    <a:pt x="370394" y="242004"/>
                  </a:lnTo>
                  <a:lnTo>
                    <a:pt x="357165" y="251735"/>
                  </a:lnTo>
                  <a:lnTo>
                    <a:pt x="343937" y="261453"/>
                  </a:lnTo>
                  <a:lnTo>
                    <a:pt x="330709" y="270317"/>
                  </a:lnTo>
                  <a:lnTo>
                    <a:pt x="317480" y="281443"/>
                  </a:lnTo>
                  <a:lnTo>
                    <a:pt x="304252" y="290205"/>
                  </a:lnTo>
                  <a:lnTo>
                    <a:pt x="291024" y="298485"/>
                  </a:lnTo>
                  <a:lnTo>
                    <a:pt x="277795" y="304578"/>
                  </a:lnTo>
                  <a:lnTo>
                    <a:pt x="264567" y="312139"/>
                  </a:lnTo>
                  <a:lnTo>
                    <a:pt x="251338" y="318728"/>
                  </a:lnTo>
                  <a:lnTo>
                    <a:pt x="238110" y="326044"/>
                  </a:lnTo>
                  <a:lnTo>
                    <a:pt x="224882" y="331107"/>
                  </a:lnTo>
                  <a:lnTo>
                    <a:pt x="211653" y="338971"/>
                  </a:lnTo>
                  <a:lnTo>
                    <a:pt x="198425" y="344268"/>
                  </a:lnTo>
                  <a:lnTo>
                    <a:pt x="185197" y="347785"/>
                  </a:lnTo>
                  <a:lnTo>
                    <a:pt x="171968" y="352463"/>
                  </a:lnTo>
                  <a:lnTo>
                    <a:pt x="158740" y="357243"/>
                  </a:lnTo>
                  <a:lnTo>
                    <a:pt x="145512" y="361496"/>
                  </a:lnTo>
                  <a:lnTo>
                    <a:pt x="132283" y="365405"/>
                  </a:lnTo>
                  <a:lnTo>
                    <a:pt x="119055" y="369126"/>
                  </a:lnTo>
                  <a:lnTo>
                    <a:pt x="105826" y="372204"/>
                  </a:lnTo>
                  <a:lnTo>
                    <a:pt x="92598" y="376050"/>
                  </a:lnTo>
                  <a:lnTo>
                    <a:pt x="79370" y="378983"/>
                  </a:lnTo>
                  <a:lnTo>
                    <a:pt x="66141" y="382545"/>
                  </a:lnTo>
                  <a:lnTo>
                    <a:pt x="52913" y="385240"/>
                  </a:lnTo>
                  <a:lnTo>
                    <a:pt x="39685" y="388871"/>
                  </a:lnTo>
                  <a:lnTo>
                    <a:pt x="26456" y="390080"/>
                  </a:lnTo>
                  <a:lnTo>
                    <a:pt x="13228" y="392805"/>
                  </a:lnTo>
                  <a:lnTo>
                    <a:pt x="0" y="395383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6873899" y="4327983"/>
              <a:ext cx="423307" cy="365306"/>
            </a:xfrm>
            <a:custGeom>
              <a:avLst/>
              <a:pathLst>
                <a:path w="423307" h="365306">
                  <a:moveTo>
                    <a:pt x="0" y="365306"/>
                  </a:moveTo>
                  <a:lnTo>
                    <a:pt x="13228" y="360005"/>
                  </a:lnTo>
                  <a:lnTo>
                    <a:pt x="26456" y="354266"/>
                  </a:lnTo>
                  <a:lnTo>
                    <a:pt x="39685" y="346815"/>
                  </a:lnTo>
                  <a:lnTo>
                    <a:pt x="52913" y="341039"/>
                  </a:lnTo>
                  <a:lnTo>
                    <a:pt x="66141" y="334003"/>
                  </a:lnTo>
                  <a:lnTo>
                    <a:pt x="79370" y="326603"/>
                  </a:lnTo>
                  <a:lnTo>
                    <a:pt x="92598" y="318755"/>
                  </a:lnTo>
                  <a:lnTo>
                    <a:pt x="105826" y="310666"/>
                  </a:lnTo>
                  <a:lnTo>
                    <a:pt x="119055" y="301555"/>
                  </a:lnTo>
                  <a:lnTo>
                    <a:pt x="132283" y="292546"/>
                  </a:lnTo>
                  <a:lnTo>
                    <a:pt x="145512" y="283106"/>
                  </a:lnTo>
                  <a:lnTo>
                    <a:pt x="158740" y="272875"/>
                  </a:lnTo>
                  <a:lnTo>
                    <a:pt x="171968" y="262501"/>
                  </a:lnTo>
                  <a:lnTo>
                    <a:pt x="185197" y="251609"/>
                  </a:lnTo>
                  <a:lnTo>
                    <a:pt x="198425" y="239417"/>
                  </a:lnTo>
                  <a:lnTo>
                    <a:pt x="211653" y="226789"/>
                  </a:lnTo>
                  <a:lnTo>
                    <a:pt x="224882" y="215047"/>
                  </a:lnTo>
                  <a:lnTo>
                    <a:pt x="238110" y="201032"/>
                  </a:lnTo>
                  <a:lnTo>
                    <a:pt x="251338" y="188254"/>
                  </a:lnTo>
                  <a:lnTo>
                    <a:pt x="264567" y="173486"/>
                  </a:lnTo>
                  <a:lnTo>
                    <a:pt x="277795" y="158619"/>
                  </a:lnTo>
                  <a:lnTo>
                    <a:pt x="291024" y="142247"/>
                  </a:lnTo>
                  <a:lnTo>
                    <a:pt x="304252" y="126523"/>
                  </a:lnTo>
                  <a:lnTo>
                    <a:pt x="317480" y="111356"/>
                  </a:lnTo>
                  <a:lnTo>
                    <a:pt x="330709" y="97768"/>
                  </a:lnTo>
                  <a:lnTo>
                    <a:pt x="343937" y="82165"/>
                  </a:lnTo>
                  <a:lnTo>
                    <a:pt x="357165" y="68558"/>
                  </a:lnTo>
                  <a:lnTo>
                    <a:pt x="370394" y="53344"/>
                  </a:lnTo>
                  <a:lnTo>
                    <a:pt x="383622" y="39654"/>
                  </a:lnTo>
                  <a:lnTo>
                    <a:pt x="396850" y="23276"/>
                  </a:lnTo>
                  <a:lnTo>
                    <a:pt x="410079" y="11481"/>
                  </a:lnTo>
                  <a:lnTo>
                    <a:pt x="4233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6873899" y="4540618"/>
              <a:ext cx="423307" cy="182748"/>
            </a:xfrm>
            <a:custGeom>
              <a:avLst/>
              <a:pathLst>
                <a:path w="423307" h="182748">
                  <a:moveTo>
                    <a:pt x="423307" y="0"/>
                  </a:moveTo>
                  <a:lnTo>
                    <a:pt x="410079" y="4912"/>
                  </a:lnTo>
                  <a:lnTo>
                    <a:pt x="396850" y="12988"/>
                  </a:lnTo>
                  <a:lnTo>
                    <a:pt x="383622" y="20408"/>
                  </a:lnTo>
                  <a:lnTo>
                    <a:pt x="370394" y="29369"/>
                  </a:lnTo>
                  <a:lnTo>
                    <a:pt x="357165" y="39099"/>
                  </a:lnTo>
                  <a:lnTo>
                    <a:pt x="343937" y="48818"/>
                  </a:lnTo>
                  <a:lnTo>
                    <a:pt x="330709" y="57682"/>
                  </a:lnTo>
                  <a:lnTo>
                    <a:pt x="317480" y="68808"/>
                  </a:lnTo>
                  <a:lnTo>
                    <a:pt x="304252" y="77569"/>
                  </a:lnTo>
                  <a:lnTo>
                    <a:pt x="291024" y="85850"/>
                  </a:lnTo>
                  <a:lnTo>
                    <a:pt x="277795" y="91942"/>
                  </a:lnTo>
                  <a:lnTo>
                    <a:pt x="264567" y="99504"/>
                  </a:lnTo>
                  <a:lnTo>
                    <a:pt x="251338" y="106093"/>
                  </a:lnTo>
                  <a:lnTo>
                    <a:pt x="238110" y="113408"/>
                  </a:lnTo>
                  <a:lnTo>
                    <a:pt x="224882" y="118472"/>
                  </a:lnTo>
                  <a:lnTo>
                    <a:pt x="211653" y="126335"/>
                  </a:lnTo>
                  <a:lnTo>
                    <a:pt x="198425" y="131633"/>
                  </a:lnTo>
                  <a:lnTo>
                    <a:pt x="185197" y="135149"/>
                  </a:lnTo>
                  <a:lnTo>
                    <a:pt x="171968" y="139828"/>
                  </a:lnTo>
                  <a:lnTo>
                    <a:pt x="158740" y="144608"/>
                  </a:lnTo>
                  <a:lnTo>
                    <a:pt x="145512" y="148860"/>
                  </a:lnTo>
                  <a:lnTo>
                    <a:pt x="132283" y="152770"/>
                  </a:lnTo>
                  <a:lnTo>
                    <a:pt x="119055" y="156491"/>
                  </a:lnTo>
                  <a:lnTo>
                    <a:pt x="105826" y="159568"/>
                  </a:lnTo>
                  <a:lnTo>
                    <a:pt x="92598" y="163415"/>
                  </a:lnTo>
                  <a:lnTo>
                    <a:pt x="79370" y="166347"/>
                  </a:lnTo>
                  <a:lnTo>
                    <a:pt x="66141" y="169910"/>
                  </a:lnTo>
                  <a:lnTo>
                    <a:pt x="52913" y="172605"/>
                  </a:lnTo>
                  <a:lnTo>
                    <a:pt x="39685" y="176236"/>
                  </a:lnTo>
                  <a:lnTo>
                    <a:pt x="26456" y="177445"/>
                  </a:lnTo>
                  <a:lnTo>
                    <a:pt x="13228" y="180170"/>
                  </a:lnTo>
                  <a:lnTo>
                    <a:pt x="0" y="182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6463820" y="4308214"/>
              <a:ext cx="873072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tx438"/>
            <p:cNvSpPr/>
            <p:nvPr/>
          </p:nvSpPr>
          <p:spPr>
            <a:xfrm>
              <a:off x="6339034" y="469848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6339034" y="4579941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6276878" y="445855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6276878" y="433858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42" name="pl442"/>
            <p:cNvSpPr/>
            <p:nvPr/>
          </p:nvSpPr>
          <p:spPr>
            <a:xfrm>
              <a:off x="6429025" y="47401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6429025" y="46202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6429025" y="45002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6429025" y="43802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6503505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6768072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032640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97207" y="47431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tx450"/>
            <p:cNvSpPr/>
            <p:nvPr/>
          </p:nvSpPr>
          <p:spPr>
            <a:xfrm>
              <a:off x="6422741" y="48040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6736994" y="48040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6970484" y="48040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7235051" y="48040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6172524" y="49515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55" name="tx455"/>
            <p:cNvSpPr/>
            <p:nvPr/>
          </p:nvSpPr>
          <p:spPr>
            <a:xfrm rot="-5400000">
              <a:off x="5282436" y="4461589"/>
              <a:ext cx="1715895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Jucker Z</a:t>
              </a:r>
            </a:p>
          </p:txBody>
        </p:sp>
        <p:sp>
          <p:nvSpPr>
            <p:cNvPr id="456" name="rc456"/>
            <p:cNvSpPr/>
            <p:nvPr/>
          </p:nvSpPr>
          <p:spPr>
            <a:xfrm>
              <a:off x="3291681" y="5153025"/>
              <a:ext cx="1828800" cy="914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3524640" y="5222614"/>
              <a:ext cx="1526252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3825265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4287766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4750267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3594015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4056515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4519016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4981517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3524640" y="5222614"/>
              <a:ext cx="1526252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3594015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4056515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4519016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4981517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tx470"/>
            <p:cNvSpPr/>
            <p:nvPr/>
          </p:nvSpPr>
          <p:spPr>
            <a:xfrm>
              <a:off x="3513251" y="57184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4025438" y="57184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4456861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4919361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3559934" y="58659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75" name="tx475"/>
            <p:cNvSpPr/>
            <p:nvPr/>
          </p:nvSpPr>
          <p:spPr>
            <a:xfrm rot="-5400000">
              <a:off x="2845240" y="5375341"/>
              <a:ext cx="110259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BD pTau181</a:t>
              </a:r>
            </a:p>
          </p:txBody>
        </p:sp>
        <p:sp>
          <p:nvSpPr>
            <p:cNvPr id="476" name="rc476"/>
            <p:cNvSpPr/>
            <p:nvPr/>
          </p:nvSpPr>
          <p:spPr>
            <a:xfrm>
              <a:off x="5120481" y="5153025"/>
              <a:ext cx="2286000" cy="914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5482745" y="5222614"/>
              <a:ext cx="1854147" cy="4349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5482745" y="5572662"/>
              <a:ext cx="1854147" cy="0"/>
            </a:xfrm>
            <a:custGeom>
              <a:avLst/>
              <a:pathLst>
                <a:path w="1854147" h="0">
                  <a:moveTo>
                    <a:pt x="0" y="0"/>
                  </a:moveTo>
                  <a:lnTo>
                    <a:pt x="1854147" y="0"/>
                  </a:lnTo>
                  <a:lnTo>
                    <a:pt x="1854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5482745" y="5439350"/>
              <a:ext cx="1854147" cy="0"/>
            </a:xfrm>
            <a:custGeom>
              <a:avLst/>
              <a:pathLst>
                <a:path w="1854147" h="0">
                  <a:moveTo>
                    <a:pt x="0" y="0"/>
                  </a:moveTo>
                  <a:lnTo>
                    <a:pt x="1854147" y="0"/>
                  </a:lnTo>
                  <a:lnTo>
                    <a:pt x="1854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5482745" y="5306039"/>
              <a:ext cx="1854147" cy="0"/>
            </a:xfrm>
            <a:custGeom>
              <a:avLst/>
              <a:pathLst>
                <a:path w="1854147" h="0">
                  <a:moveTo>
                    <a:pt x="0" y="0"/>
                  </a:moveTo>
                  <a:lnTo>
                    <a:pt x="1854147" y="0"/>
                  </a:lnTo>
                  <a:lnTo>
                    <a:pt x="1854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5847956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6409818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6971681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5482745" y="5639317"/>
              <a:ext cx="1854147" cy="0"/>
            </a:xfrm>
            <a:custGeom>
              <a:avLst/>
              <a:pathLst>
                <a:path w="1854147" h="0">
                  <a:moveTo>
                    <a:pt x="0" y="0"/>
                  </a:moveTo>
                  <a:lnTo>
                    <a:pt x="1854147" y="0"/>
                  </a:lnTo>
                  <a:lnTo>
                    <a:pt x="1854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5482745" y="5506006"/>
              <a:ext cx="1854147" cy="0"/>
            </a:xfrm>
            <a:custGeom>
              <a:avLst/>
              <a:pathLst>
                <a:path w="1854147" h="0">
                  <a:moveTo>
                    <a:pt x="0" y="0"/>
                  </a:moveTo>
                  <a:lnTo>
                    <a:pt x="1854147" y="0"/>
                  </a:lnTo>
                  <a:lnTo>
                    <a:pt x="1854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5482745" y="5372695"/>
              <a:ext cx="1854147" cy="0"/>
            </a:xfrm>
            <a:custGeom>
              <a:avLst/>
              <a:pathLst>
                <a:path w="1854147" h="0">
                  <a:moveTo>
                    <a:pt x="0" y="0"/>
                  </a:moveTo>
                  <a:lnTo>
                    <a:pt x="1854147" y="0"/>
                  </a:lnTo>
                  <a:lnTo>
                    <a:pt x="1854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5482745" y="5239384"/>
              <a:ext cx="1854147" cy="0"/>
            </a:xfrm>
            <a:custGeom>
              <a:avLst/>
              <a:pathLst>
                <a:path w="1854147" h="0">
                  <a:moveTo>
                    <a:pt x="0" y="0"/>
                  </a:moveTo>
                  <a:lnTo>
                    <a:pt x="1854147" y="0"/>
                  </a:lnTo>
                  <a:lnTo>
                    <a:pt x="1854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5567024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6128887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6690750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252613" y="5222614"/>
              <a:ext cx="0" cy="434922"/>
            </a:xfrm>
            <a:custGeom>
              <a:avLst/>
              <a:pathLst>
                <a:path w="0" h="434922">
                  <a:moveTo>
                    <a:pt x="0" y="4349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6550284" y="5405921"/>
              <a:ext cx="561862" cy="65867"/>
            </a:xfrm>
            <a:custGeom>
              <a:avLst/>
              <a:pathLst>
                <a:path w="561862" h="65867">
                  <a:moveTo>
                    <a:pt x="0" y="65867"/>
                  </a:moveTo>
                  <a:lnTo>
                    <a:pt x="28093" y="56735"/>
                  </a:lnTo>
                  <a:lnTo>
                    <a:pt x="56186" y="48147"/>
                  </a:lnTo>
                  <a:lnTo>
                    <a:pt x="84279" y="40580"/>
                  </a:lnTo>
                  <a:lnTo>
                    <a:pt x="112372" y="32429"/>
                  </a:lnTo>
                  <a:lnTo>
                    <a:pt x="140465" y="25600"/>
                  </a:lnTo>
                  <a:lnTo>
                    <a:pt x="168558" y="19271"/>
                  </a:lnTo>
                  <a:lnTo>
                    <a:pt x="196651" y="14634"/>
                  </a:lnTo>
                  <a:lnTo>
                    <a:pt x="224745" y="11087"/>
                  </a:lnTo>
                  <a:lnTo>
                    <a:pt x="252838" y="8942"/>
                  </a:lnTo>
                  <a:lnTo>
                    <a:pt x="280931" y="7401"/>
                  </a:lnTo>
                  <a:lnTo>
                    <a:pt x="309024" y="4308"/>
                  </a:lnTo>
                  <a:lnTo>
                    <a:pt x="337117" y="2753"/>
                  </a:lnTo>
                  <a:lnTo>
                    <a:pt x="365210" y="699"/>
                  </a:lnTo>
                  <a:lnTo>
                    <a:pt x="393303" y="0"/>
                  </a:lnTo>
                  <a:lnTo>
                    <a:pt x="421397" y="1971"/>
                  </a:lnTo>
                  <a:lnTo>
                    <a:pt x="449490" y="10156"/>
                  </a:lnTo>
                  <a:lnTo>
                    <a:pt x="477583" y="16357"/>
                  </a:lnTo>
                  <a:lnTo>
                    <a:pt x="505676" y="25734"/>
                  </a:lnTo>
                  <a:lnTo>
                    <a:pt x="533769" y="35206"/>
                  </a:lnTo>
                  <a:lnTo>
                    <a:pt x="561862" y="462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550284" y="5242383"/>
              <a:ext cx="561862" cy="395383"/>
            </a:xfrm>
            <a:custGeom>
              <a:avLst/>
              <a:pathLst>
                <a:path w="561862" h="395383">
                  <a:moveTo>
                    <a:pt x="0" y="131546"/>
                  </a:moveTo>
                  <a:lnTo>
                    <a:pt x="28093" y="117281"/>
                  </a:lnTo>
                  <a:lnTo>
                    <a:pt x="56186" y="105394"/>
                  </a:lnTo>
                  <a:lnTo>
                    <a:pt x="84279" y="97588"/>
                  </a:lnTo>
                  <a:lnTo>
                    <a:pt x="112372" y="86128"/>
                  </a:lnTo>
                  <a:lnTo>
                    <a:pt x="140465" y="76516"/>
                  </a:lnTo>
                  <a:lnTo>
                    <a:pt x="168558" y="67687"/>
                  </a:lnTo>
                  <a:lnTo>
                    <a:pt x="196651" y="61039"/>
                  </a:lnTo>
                  <a:lnTo>
                    <a:pt x="224745" y="53388"/>
                  </a:lnTo>
                  <a:lnTo>
                    <a:pt x="252838" y="41255"/>
                  </a:lnTo>
                  <a:lnTo>
                    <a:pt x="280931" y="37495"/>
                  </a:lnTo>
                  <a:lnTo>
                    <a:pt x="309024" y="26358"/>
                  </a:lnTo>
                  <a:lnTo>
                    <a:pt x="337117" y="21482"/>
                  </a:lnTo>
                  <a:lnTo>
                    <a:pt x="365210" y="11327"/>
                  </a:lnTo>
                  <a:lnTo>
                    <a:pt x="393303" y="4735"/>
                  </a:lnTo>
                  <a:lnTo>
                    <a:pt x="421397" y="0"/>
                  </a:lnTo>
                  <a:lnTo>
                    <a:pt x="449490" y="4939"/>
                  </a:lnTo>
                  <a:lnTo>
                    <a:pt x="477583" y="6407"/>
                  </a:lnTo>
                  <a:lnTo>
                    <a:pt x="505676" y="12842"/>
                  </a:lnTo>
                  <a:lnTo>
                    <a:pt x="533769" y="17358"/>
                  </a:lnTo>
                  <a:lnTo>
                    <a:pt x="561862" y="24225"/>
                  </a:lnTo>
                  <a:lnTo>
                    <a:pt x="561862" y="395383"/>
                  </a:lnTo>
                  <a:lnTo>
                    <a:pt x="533769" y="380131"/>
                  </a:lnTo>
                  <a:lnTo>
                    <a:pt x="505676" y="365703"/>
                  </a:lnTo>
                  <a:lnTo>
                    <a:pt x="477583" y="353385"/>
                  </a:lnTo>
                  <a:lnTo>
                    <a:pt x="449490" y="342450"/>
                  </a:lnTo>
                  <a:lnTo>
                    <a:pt x="421397" y="331019"/>
                  </a:lnTo>
                  <a:lnTo>
                    <a:pt x="393303" y="322341"/>
                  </a:lnTo>
                  <a:lnTo>
                    <a:pt x="365210" y="317149"/>
                  </a:lnTo>
                  <a:lnTo>
                    <a:pt x="337117" y="311100"/>
                  </a:lnTo>
                  <a:lnTo>
                    <a:pt x="309024" y="309335"/>
                  </a:lnTo>
                  <a:lnTo>
                    <a:pt x="280931" y="304384"/>
                  </a:lnTo>
                  <a:lnTo>
                    <a:pt x="252838" y="303705"/>
                  </a:lnTo>
                  <a:lnTo>
                    <a:pt x="224745" y="295862"/>
                  </a:lnTo>
                  <a:lnTo>
                    <a:pt x="196651" y="295305"/>
                  </a:lnTo>
                  <a:lnTo>
                    <a:pt x="168558" y="297932"/>
                  </a:lnTo>
                  <a:lnTo>
                    <a:pt x="140465" y="301762"/>
                  </a:lnTo>
                  <a:lnTo>
                    <a:pt x="112372" y="305807"/>
                  </a:lnTo>
                  <a:lnTo>
                    <a:pt x="84279" y="310648"/>
                  </a:lnTo>
                  <a:lnTo>
                    <a:pt x="56186" y="317977"/>
                  </a:lnTo>
                  <a:lnTo>
                    <a:pt x="28093" y="323265"/>
                  </a:lnTo>
                  <a:lnTo>
                    <a:pt x="0" y="327265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6550284" y="5242383"/>
              <a:ext cx="561862" cy="131546"/>
            </a:xfrm>
            <a:custGeom>
              <a:avLst/>
              <a:pathLst>
                <a:path w="561862" h="131546">
                  <a:moveTo>
                    <a:pt x="0" y="131546"/>
                  </a:moveTo>
                  <a:lnTo>
                    <a:pt x="28093" y="117281"/>
                  </a:lnTo>
                  <a:lnTo>
                    <a:pt x="56186" y="105394"/>
                  </a:lnTo>
                  <a:lnTo>
                    <a:pt x="84279" y="97588"/>
                  </a:lnTo>
                  <a:lnTo>
                    <a:pt x="112372" y="86128"/>
                  </a:lnTo>
                  <a:lnTo>
                    <a:pt x="140465" y="76516"/>
                  </a:lnTo>
                  <a:lnTo>
                    <a:pt x="168558" y="67687"/>
                  </a:lnTo>
                  <a:lnTo>
                    <a:pt x="196651" y="61039"/>
                  </a:lnTo>
                  <a:lnTo>
                    <a:pt x="224745" y="53388"/>
                  </a:lnTo>
                  <a:lnTo>
                    <a:pt x="252838" y="41255"/>
                  </a:lnTo>
                  <a:lnTo>
                    <a:pt x="280931" y="37495"/>
                  </a:lnTo>
                  <a:lnTo>
                    <a:pt x="309024" y="26358"/>
                  </a:lnTo>
                  <a:lnTo>
                    <a:pt x="337117" y="21482"/>
                  </a:lnTo>
                  <a:lnTo>
                    <a:pt x="365210" y="11327"/>
                  </a:lnTo>
                  <a:lnTo>
                    <a:pt x="393303" y="4735"/>
                  </a:lnTo>
                  <a:lnTo>
                    <a:pt x="421397" y="0"/>
                  </a:lnTo>
                  <a:lnTo>
                    <a:pt x="449490" y="4939"/>
                  </a:lnTo>
                  <a:lnTo>
                    <a:pt x="477583" y="6407"/>
                  </a:lnTo>
                  <a:lnTo>
                    <a:pt x="505676" y="12842"/>
                  </a:lnTo>
                  <a:lnTo>
                    <a:pt x="533769" y="17358"/>
                  </a:lnTo>
                  <a:lnTo>
                    <a:pt x="561862" y="24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6550284" y="5537688"/>
              <a:ext cx="561862" cy="100078"/>
            </a:xfrm>
            <a:custGeom>
              <a:avLst/>
              <a:pathLst>
                <a:path w="561862" h="100078">
                  <a:moveTo>
                    <a:pt x="561862" y="100078"/>
                  </a:moveTo>
                  <a:lnTo>
                    <a:pt x="533769" y="84825"/>
                  </a:lnTo>
                  <a:lnTo>
                    <a:pt x="505676" y="70397"/>
                  </a:lnTo>
                  <a:lnTo>
                    <a:pt x="477583" y="58079"/>
                  </a:lnTo>
                  <a:lnTo>
                    <a:pt x="449490" y="47144"/>
                  </a:lnTo>
                  <a:lnTo>
                    <a:pt x="421397" y="35713"/>
                  </a:lnTo>
                  <a:lnTo>
                    <a:pt x="393303" y="27035"/>
                  </a:lnTo>
                  <a:lnTo>
                    <a:pt x="365210" y="21843"/>
                  </a:lnTo>
                  <a:lnTo>
                    <a:pt x="337117" y="15795"/>
                  </a:lnTo>
                  <a:lnTo>
                    <a:pt x="309024" y="14029"/>
                  </a:lnTo>
                  <a:lnTo>
                    <a:pt x="280931" y="9078"/>
                  </a:lnTo>
                  <a:lnTo>
                    <a:pt x="252838" y="8400"/>
                  </a:lnTo>
                  <a:lnTo>
                    <a:pt x="224745" y="557"/>
                  </a:lnTo>
                  <a:lnTo>
                    <a:pt x="196651" y="0"/>
                  </a:lnTo>
                  <a:lnTo>
                    <a:pt x="168558" y="2627"/>
                  </a:lnTo>
                  <a:lnTo>
                    <a:pt x="140465" y="6456"/>
                  </a:lnTo>
                  <a:lnTo>
                    <a:pt x="112372" y="10502"/>
                  </a:lnTo>
                  <a:lnTo>
                    <a:pt x="84279" y="15343"/>
                  </a:lnTo>
                  <a:lnTo>
                    <a:pt x="56186" y="22671"/>
                  </a:lnTo>
                  <a:lnTo>
                    <a:pt x="28093" y="27960"/>
                  </a:lnTo>
                  <a:lnTo>
                    <a:pt x="0" y="31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5482745" y="5222614"/>
              <a:ext cx="1854147" cy="4349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tx497"/>
            <p:cNvSpPr/>
            <p:nvPr/>
          </p:nvSpPr>
          <p:spPr>
            <a:xfrm>
              <a:off x="5357959" y="559762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5357959" y="546567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5357959" y="5332695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5357959" y="519769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501" name="pl501"/>
            <p:cNvSpPr/>
            <p:nvPr/>
          </p:nvSpPr>
          <p:spPr>
            <a:xfrm>
              <a:off x="5447950" y="56393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5447950" y="55060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5447950" y="53726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5447950" y="5239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5567024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6128887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6690750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252613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9"/>
            <p:cNvSpPr/>
            <p:nvPr/>
          </p:nvSpPr>
          <p:spPr>
            <a:xfrm>
              <a:off x="5486260" y="57184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6097809" y="57184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6628594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7190457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5681987" y="58659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514" name="tx514"/>
            <p:cNvSpPr/>
            <p:nvPr/>
          </p:nvSpPr>
          <p:spPr>
            <a:xfrm rot="-5400000">
              <a:off x="4674040" y="5375341"/>
              <a:ext cx="110259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BD pTau217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2026-05-20T14:32:35Z</dcterms:modified>
</cp:coreProperties>
</file>