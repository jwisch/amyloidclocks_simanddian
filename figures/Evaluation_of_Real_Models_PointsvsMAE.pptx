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5" d="100"/>
          <a:sy n="95" d="100"/>
        </p:scale>
        <p:origin x="1602" y="90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291682" y="1495425"/>
            <a:ext cx="4114800" cy="4572000"/>
            <a:chOff x="3291682" y="1495425"/>
            <a:chExt cx="4114800" cy="4572000"/>
          </a:xfrm>
        </p:grpSpPr>
        <p:sp>
          <p:nvSpPr>
            <p:cNvPr id="3" name="rc3"/>
            <p:cNvSpPr/>
            <p:nvPr/>
          </p:nvSpPr>
          <p:spPr>
            <a:xfrm>
              <a:off x="3291681" y="1495425"/>
              <a:ext cx="41148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291681" y="1495425"/>
              <a:ext cx="4114800" cy="4571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3749195" y="1565014"/>
              <a:ext cx="3587697" cy="27862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3749195" y="4295766"/>
              <a:ext cx="3587697" cy="0"/>
            </a:xfrm>
            <a:custGeom>
              <a:avLst/>
              <a:gdLst/>
              <a:ahLst/>
              <a:cxnLst/>
              <a:rect l="0" t="0" r="0" b="0"/>
              <a:pathLst>
                <a:path w="3587697">
                  <a:moveTo>
                    <a:pt x="0" y="0"/>
                  </a:moveTo>
                  <a:lnTo>
                    <a:pt x="3587697" y="0"/>
                  </a:lnTo>
                  <a:lnTo>
                    <a:pt x="35876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749195" y="3449179"/>
              <a:ext cx="3587697" cy="0"/>
            </a:xfrm>
            <a:custGeom>
              <a:avLst/>
              <a:gdLst/>
              <a:ahLst/>
              <a:cxnLst/>
              <a:rect l="0" t="0" r="0" b="0"/>
              <a:pathLst>
                <a:path w="3587697">
                  <a:moveTo>
                    <a:pt x="0" y="0"/>
                  </a:moveTo>
                  <a:lnTo>
                    <a:pt x="3587697" y="0"/>
                  </a:lnTo>
                  <a:lnTo>
                    <a:pt x="35876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3749195" y="2602591"/>
              <a:ext cx="3587697" cy="0"/>
            </a:xfrm>
            <a:custGeom>
              <a:avLst/>
              <a:gdLst/>
              <a:ahLst/>
              <a:cxnLst/>
              <a:rect l="0" t="0" r="0" b="0"/>
              <a:pathLst>
                <a:path w="3587697">
                  <a:moveTo>
                    <a:pt x="0" y="0"/>
                  </a:moveTo>
                  <a:lnTo>
                    <a:pt x="3587697" y="0"/>
                  </a:lnTo>
                  <a:lnTo>
                    <a:pt x="35876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3749195" y="1756004"/>
              <a:ext cx="3587697" cy="0"/>
            </a:xfrm>
            <a:custGeom>
              <a:avLst/>
              <a:gdLst/>
              <a:ahLst/>
              <a:cxnLst/>
              <a:rect l="0" t="0" r="0" b="0"/>
              <a:pathLst>
                <a:path w="3587697">
                  <a:moveTo>
                    <a:pt x="0" y="0"/>
                  </a:moveTo>
                  <a:lnTo>
                    <a:pt x="3587697" y="0"/>
                  </a:lnTo>
                  <a:lnTo>
                    <a:pt x="35876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3749195" y="3872472"/>
              <a:ext cx="3587697" cy="0"/>
            </a:xfrm>
            <a:custGeom>
              <a:avLst/>
              <a:gdLst/>
              <a:ahLst/>
              <a:cxnLst/>
              <a:rect l="0" t="0" r="0" b="0"/>
              <a:pathLst>
                <a:path w="3587697">
                  <a:moveTo>
                    <a:pt x="0" y="0"/>
                  </a:moveTo>
                  <a:lnTo>
                    <a:pt x="3587697" y="0"/>
                  </a:lnTo>
                  <a:lnTo>
                    <a:pt x="35876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3749195" y="3025885"/>
              <a:ext cx="3587697" cy="0"/>
            </a:xfrm>
            <a:custGeom>
              <a:avLst/>
              <a:gdLst/>
              <a:ahLst/>
              <a:cxnLst/>
              <a:rect l="0" t="0" r="0" b="0"/>
              <a:pathLst>
                <a:path w="3587697">
                  <a:moveTo>
                    <a:pt x="0" y="0"/>
                  </a:moveTo>
                  <a:lnTo>
                    <a:pt x="3587697" y="0"/>
                  </a:lnTo>
                  <a:lnTo>
                    <a:pt x="35876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3749195" y="2179297"/>
              <a:ext cx="3587697" cy="0"/>
            </a:xfrm>
            <a:custGeom>
              <a:avLst/>
              <a:gdLst/>
              <a:ahLst/>
              <a:cxnLst/>
              <a:rect l="0" t="0" r="0" b="0"/>
              <a:pathLst>
                <a:path w="3587697">
                  <a:moveTo>
                    <a:pt x="0" y="0"/>
                  </a:moveTo>
                  <a:lnTo>
                    <a:pt x="3587697" y="0"/>
                  </a:lnTo>
                  <a:lnTo>
                    <a:pt x="35876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3900788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153442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4406097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4658752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4911407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5164061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5416716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5669371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5922025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6174680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6427335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6679990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6932644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7185299" y="1565014"/>
              <a:ext cx="0" cy="2786288"/>
            </a:xfrm>
            <a:custGeom>
              <a:avLst/>
              <a:gdLst/>
              <a:ahLst/>
              <a:cxnLst/>
              <a:rect l="0" t="0" r="0" b="0"/>
              <a:pathLst>
                <a:path h="2786288">
                  <a:moveTo>
                    <a:pt x="0" y="2786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g27"/>
            <p:cNvSpPr/>
            <p:nvPr/>
          </p:nvSpPr>
          <p:spPr>
            <a:xfrm>
              <a:off x="3855636" y="4179501"/>
              <a:ext cx="90303" cy="90303"/>
            </a:xfrm>
            <a:custGeom>
              <a:avLst/>
              <a:gdLst/>
              <a:ahLst/>
              <a:cxnLst/>
              <a:rect l="0" t="0" r="0" b="0"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B8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5118909" y="2970574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6887493" y="1646511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7124490" y="1621446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pg31"/>
            <p:cNvSpPr/>
            <p:nvPr/>
          </p:nvSpPr>
          <p:spPr>
            <a:xfrm>
              <a:off x="5355907" y="274571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4866255" y="3041687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6129528" y="1988532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g34"/>
            <p:cNvSpPr/>
            <p:nvPr/>
          </p:nvSpPr>
          <p:spPr>
            <a:xfrm>
              <a:off x="6366526" y="196346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5624219" y="2547280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g36"/>
            <p:cNvSpPr/>
            <p:nvPr/>
          </p:nvSpPr>
          <p:spPr>
            <a:xfrm>
              <a:off x="6619180" y="1773832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" name="pg37"/>
            <p:cNvSpPr/>
            <p:nvPr/>
          </p:nvSpPr>
          <p:spPr>
            <a:xfrm>
              <a:off x="5861216" y="226823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4108290" y="3976320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g39"/>
            <p:cNvSpPr/>
            <p:nvPr/>
          </p:nvSpPr>
          <p:spPr>
            <a:xfrm>
              <a:off x="4360945" y="3945843"/>
              <a:ext cx="90303" cy="90303"/>
            </a:xfrm>
            <a:custGeom>
              <a:avLst/>
              <a:gdLst/>
              <a:ahLst/>
              <a:cxnLst/>
              <a:rect l="0" t="0" r="0" b="0"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B8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" name="pg40"/>
            <p:cNvSpPr/>
            <p:nvPr/>
          </p:nvSpPr>
          <p:spPr>
            <a:xfrm>
              <a:off x="4597942" y="336880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3749195" y="4041790"/>
              <a:ext cx="3587697" cy="0"/>
            </a:xfrm>
            <a:custGeom>
              <a:avLst/>
              <a:gdLst/>
              <a:ahLst/>
              <a:cxnLst/>
              <a:rect l="0" t="0" r="0" b="0"/>
              <a:pathLst>
                <a:path w="3587697">
                  <a:moveTo>
                    <a:pt x="0" y="0"/>
                  </a:moveTo>
                  <a:lnTo>
                    <a:pt x="3587697" y="0"/>
                  </a:lnTo>
                  <a:lnTo>
                    <a:pt x="358769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3749195" y="1565014"/>
              <a:ext cx="3587697" cy="2786288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tx43"/>
            <p:cNvSpPr/>
            <p:nvPr/>
          </p:nvSpPr>
          <p:spPr>
            <a:xfrm>
              <a:off x="3531203" y="3830781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531203" y="2984193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531203" y="2138970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3714400" y="387247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3714400" y="302588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3714400" y="217929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3900788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4153442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4406097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4658752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4911407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5164061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5416716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5669371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5922025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6174680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6427335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6679990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6932644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7185299" y="43513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tx63"/>
            <p:cNvSpPr/>
            <p:nvPr/>
          </p:nvSpPr>
          <p:spPr>
            <a:xfrm rot="-2700000">
              <a:off x="3780626" y="4463705"/>
              <a:ext cx="17391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PiB</a:t>
              </a:r>
            </a:p>
          </p:txBody>
        </p:sp>
        <p:sp>
          <p:nvSpPr>
            <p:cNvPr id="64" name="tx64"/>
            <p:cNvSpPr/>
            <p:nvPr/>
          </p:nvSpPr>
          <p:spPr>
            <a:xfrm rot="-2700000">
              <a:off x="3579607" y="4628048"/>
              <a:ext cx="695662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CSFBDpT181</a:t>
              </a:r>
            </a:p>
          </p:txBody>
        </p:sp>
        <p:sp>
          <p:nvSpPr>
            <p:cNvPr id="65" name="tx65"/>
            <p:cNvSpPr/>
            <p:nvPr/>
          </p:nvSpPr>
          <p:spPr>
            <a:xfrm rot="-2700000">
              <a:off x="3994446" y="4584444"/>
              <a:ext cx="515416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ADNI PET</a:t>
              </a:r>
            </a:p>
          </p:txBody>
        </p:sp>
        <p:sp>
          <p:nvSpPr>
            <p:cNvPr id="66" name="tx66"/>
            <p:cNvSpPr/>
            <p:nvPr/>
          </p:nvSpPr>
          <p:spPr>
            <a:xfrm rot="-2700000">
              <a:off x="3787838" y="4751102"/>
              <a:ext cx="1043711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ADNI pTau217/AB42</a:t>
              </a:r>
            </a:p>
          </p:txBody>
        </p:sp>
        <p:sp>
          <p:nvSpPr>
            <p:cNvPr id="67" name="tx67"/>
            <p:cNvSpPr/>
            <p:nvPr/>
          </p:nvSpPr>
          <p:spPr>
            <a:xfrm rot="-2700000">
              <a:off x="4183815" y="4691736"/>
              <a:ext cx="875798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CSFpT181_IPMS</a:t>
              </a:r>
            </a:p>
          </p:txBody>
        </p:sp>
        <p:sp>
          <p:nvSpPr>
            <p:cNvPr id="68" name="tx68"/>
            <p:cNvSpPr/>
            <p:nvPr/>
          </p:nvSpPr>
          <p:spPr>
            <a:xfrm rot="-2700000">
              <a:off x="4436470" y="4691736"/>
              <a:ext cx="875798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CSFpT217_IPMS</a:t>
              </a:r>
            </a:p>
          </p:txBody>
        </p:sp>
        <p:sp>
          <p:nvSpPr>
            <p:cNvPr id="69" name="tx69"/>
            <p:cNvSpPr/>
            <p:nvPr/>
          </p:nvSpPr>
          <p:spPr>
            <a:xfrm rot="-2700000">
              <a:off x="4561825" y="4744466"/>
              <a:ext cx="1024939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PlasmapT217_IPMS</a:t>
              </a:r>
            </a:p>
          </p:txBody>
        </p:sp>
        <p:sp>
          <p:nvSpPr>
            <p:cNvPr id="70" name="tx70"/>
            <p:cNvSpPr/>
            <p:nvPr/>
          </p:nvSpPr>
          <p:spPr>
            <a:xfrm rot="-2700000">
              <a:off x="4740187" y="4775239"/>
              <a:ext cx="1111979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CSFpT181_Lumipulse</a:t>
              </a:r>
            </a:p>
          </p:txBody>
        </p:sp>
        <p:sp>
          <p:nvSpPr>
            <p:cNvPr id="71" name="tx71"/>
            <p:cNvSpPr/>
            <p:nvPr/>
          </p:nvSpPr>
          <p:spPr>
            <a:xfrm rot="-2700000">
              <a:off x="5029965" y="4759862"/>
              <a:ext cx="1068486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PlasmapT181_Simoa</a:t>
              </a:r>
            </a:p>
          </p:txBody>
        </p:sp>
        <p:sp>
          <p:nvSpPr>
            <p:cNvPr id="72" name="tx72"/>
            <p:cNvSpPr/>
            <p:nvPr/>
          </p:nvSpPr>
          <p:spPr>
            <a:xfrm rot="-2700000">
              <a:off x="5378152" y="4720291"/>
              <a:ext cx="956563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CSFpT181_Alamar</a:t>
              </a:r>
            </a:p>
          </p:txBody>
        </p:sp>
        <p:sp>
          <p:nvSpPr>
            <p:cNvPr id="73" name="tx73"/>
            <p:cNvSpPr/>
            <p:nvPr/>
          </p:nvSpPr>
          <p:spPr>
            <a:xfrm rot="-2700000">
              <a:off x="5503874" y="4773905"/>
              <a:ext cx="1105703" cy="10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PlasmapT181_Alamar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5825098" y="4744466"/>
              <a:ext cx="1024939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PlasmapT181_IPMS</a:t>
              </a:r>
            </a:p>
          </p:txBody>
        </p:sp>
        <p:sp>
          <p:nvSpPr>
            <p:cNvPr id="75" name="tx75"/>
            <p:cNvSpPr/>
            <p:nvPr/>
          </p:nvSpPr>
          <p:spPr>
            <a:xfrm rot="-2700000">
              <a:off x="6136116" y="4720291"/>
              <a:ext cx="956563" cy="103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CSFpT217_Alamar</a:t>
              </a:r>
            </a:p>
          </p:txBody>
        </p:sp>
        <p:sp>
          <p:nvSpPr>
            <p:cNvPr id="76" name="tx76"/>
            <p:cNvSpPr/>
            <p:nvPr/>
          </p:nvSpPr>
          <p:spPr>
            <a:xfrm rot="-2700000">
              <a:off x="6261838" y="4773905"/>
              <a:ext cx="1105703" cy="10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PlasmapT217_Alamar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2518397" y="2892605"/>
              <a:ext cx="1754640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Average Error (Years)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4259228" y="5639201"/>
              <a:ext cx="2567630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9" name="tx79"/>
            <p:cNvSpPr/>
            <p:nvPr/>
          </p:nvSpPr>
          <p:spPr>
            <a:xfrm>
              <a:off x="4328817" y="5739119"/>
              <a:ext cx="520191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Modality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4893706" y="5708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4958282" y="5773367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5480940" y="570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3" name="pg83"/>
            <p:cNvSpPr/>
            <p:nvPr/>
          </p:nvSpPr>
          <p:spPr>
            <a:xfrm>
              <a:off x="5545517" y="5773367"/>
              <a:ext cx="90303" cy="90303"/>
            </a:xfrm>
            <a:custGeom>
              <a:avLst/>
              <a:gdLst/>
              <a:ahLst/>
              <a:cxnLst/>
              <a:rect l="0" t="0" r="0" b="0"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B82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6058649" y="5708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5" name="pg85"/>
            <p:cNvSpPr/>
            <p:nvPr/>
          </p:nvSpPr>
          <p:spPr>
            <a:xfrm>
              <a:off x="6107568" y="5748302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6" name="tx86"/>
            <p:cNvSpPr/>
            <p:nvPr/>
          </p:nvSpPr>
          <p:spPr>
            <a:xfrm>
              <a:off x="5182751" y="5775790"/>
              <a:ext cx="223520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769985" y="5778518"/>
              <a:ext cx="217353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PET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347695" y="5777209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0E4705C3-ADAF-824E-B050-5568DEC46F2F}"/>
              </a:ext>
            </a:extLst>
          </p:cNvPr>
          <p:cNvSpPr txBox="1"/>
          <p:nvPr/>
        </p:nvSpPr>
        <p:spPr>
          <a:xfrm>
            <a:off x="4206081" y="6524625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sure to make the ADNI shapes hollow to be consistent with Fig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6</cp:revision>
  <dcterms:created xsi:type="dcterms:W3CDTF">2015-07-14T21:05:00Z</dcterms:created>
  <dcterms:modified xsi:type="dcterms:W3CDTF">2026-05-20T15:21:13Z</dcterms:modified>
</cp:coreProperties>
</file>